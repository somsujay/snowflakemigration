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20" r:id="rId2"/>
    <p:sldMasterId id="2147483767" r:id="rId3"/>
    <p:sldMasterId id="2147483800" r:id="rId4"/>
    <p:sldMasterId id="2147483832" r:id="rId5"/>
    <p:sldMasterId id="2147483865" r:id="rId6"/>
    <p:sldMasterId id="2147483902" r:id="rId7"/>
    <p:sldMasterId id="2147483935" r:id="rId8"/>
    <p:sldMasterId id="2147483968" r:id="rId9"/>
    <p:sldMasterId id="2147484015" r:id="rId10"/>
    <p:sldMasterId id="2147484063" r:id="rId11"/>
  </p:sldMasterIdLst>
  <p:notesMasterIdLst>
    <p:notesMasterId r:id="rId33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00" autoAdjust="0"/>
    <p:restoredTop sz="94668"/>
  </p:normalViewPr>
  <p:slideViewPr>
    <p:cSldViewPr snapToGrid="0">
      <p:cViewPr varScale="1">
        <p:scale>
          <a:sx n="114" d="100"/>
          <a:sy n="114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6" Type="http://schemas.openxmlformats.org/officeDocument/2006/relationships/slide" Target="slides/slide17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589FE-F842-4044-80C7-8FD5CC13C4B3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5B0F35-B3D7-5D48-8E9E-55C9482A5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10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emf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6.emf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6.emf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0.png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3.jpeg"/><Relationship Id="rId3" Type="http://schemas.openxmlformats.org/officeDocument/2006/relationships/image" Target="../media/image12.png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jpeg"/><Relationship Id="rId3" Type="http://schemas.openxmlformats.org/officeDocument/2006/relationships/image" Target="../media/image12.png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jpeg"/><Relationship Id="rId3" Type="http://schemas.openxmlformats.org/officeDocument/2006/relationships/image" Target="../media/image12.png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6.jpeg"/><Relationship Id="rId3" Type="http://schemas.openxmlformats.org/officeDocument/2006/relationships/image" Target="../media/image12.png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7.jpeg"/><Relationship Id="rId3" Type="http://schemas.openxmlformats.org/officeDocument/2006/relationships/image" Target="../media/image12.png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8.jpeg"/><Relationship Id="rId3" Type="http://schemas.openxmlformats.org/officeDocument/2006/relationships/image" Target="../media/image12.png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9.jpeg"/><Relationship Id="rId3" Type="http://schemas.openxmlformats.org/officeDocument/2006/relationships/image" Target="../media/image12.png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0.pn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2.png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0.png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1.png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59361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6236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1837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98" y="6231636"/>
            <a:ext cx="5524575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82855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457971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7844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9422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5758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4095750"/>
          </a:xfrm>
        </p:spPr>
        <p:txBody>
          <a:bodyPr/>
          <a:lstStyle>
            <a:lvl1pPr>
              <a:defRPr sz="8598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9473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5018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1370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88036"/>
            <a:ext cx="3811091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98" y="4649724"/>
            <a:ext cx="5524575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609600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3809504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919" y="4648200"/>
            <a:ext cx="5523781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776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7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7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16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201168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201168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11497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6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201668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09963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732810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73053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63207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83715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4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06767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13107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3367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84678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88802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4591" cy="2286794"/>
          </a:xfrm>
        </p:spPr>
        <p:txBody>
          <a:bodyPr rIns="0"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1697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0339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19" y="288036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988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591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85276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19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23825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19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20" y="419100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375183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570706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42534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8062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93610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02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61604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66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714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0920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0920" y="3714750"/>
            <a:ext cx="2475384" cy="189634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714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89897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958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042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45405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29809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94057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5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6887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1454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18925863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5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5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5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66402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2682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36644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352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14560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474" y="640238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42609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6883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E97467A5-3908-6D24-ECC6-0CE433FD7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89" y="6400801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IBM Consulting / Employment and Social Development Canada /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189555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3C4967A2-79C0-FB49-9F67-72530429A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4923486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40512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84617A5-E44D-86DD-8C8E-5D85DFCA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45786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C25B71-827F-9C78-56BA-F30A6070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62702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AD06EA-1AAE-9258-F68E-D0D307454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98" y="6231636"/>
            <a:ext cx="5524575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97688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31078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30412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86942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1457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4095750"/>
          </a:xfrm>
        </p:spPr>
        <p:txBody>
          <a:bodyPr/>
          <a:lstStyle>
            <a:lvl1pPr>
              <a:defRPr sz="8598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44816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29514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61321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88036"/>
            <a:ext cx="3811091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98" y="4649724"/>
            <a:ext cx="5524575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3809504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919" y="4648200"/>
            <a:ext cx="5523781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98417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7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7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4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13073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201168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201168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35798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6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201668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84126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44002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 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 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5714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67316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879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4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84103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32759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87923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90021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2248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4591" cy="2286000"/>
          </a:xfrm>
        </p:spPr>
        <p:txBody>
          <a:bodyPr rIns="0"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1697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107806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19" y="288036"/>
            <a:ext cx="457776" cy="457200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988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3" y="288036"/>
            <a:ext cx="457776" cy="457200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591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70464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 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19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23825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19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20" y="419100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23806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570706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91713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99357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88155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62747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7" name="Straight Connector 6" descr="Vertical column divider ">
            <a:extLst>
              <a:ext uri="{FF2B5EF4-FFF2-40B4-BE49-F238E27FC236}">
                <a16:creationId xmlns:a16="http://schemas.microsoft.com/office/drawing/2014/main" id="{1F6D0C9D-C937-48E3-BE84-3DA0D1BC274C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8" name="Straight Connector 7" descr="Vertical column divider ">
            <a:extLst>
              <a:ext uri="{FF2B5EF4-FFF2-40B4-BE49-F238E27FC236}">
                <a16:creationId xmlns:a16="http://schemas.microsoft.com/office/drawing/2014/main" id="{0B31714F-DB23-BEBB-75A7-6BFF47AECDDF}"/>
              </a:ext>
            </a:extLst>
          </p:cNvPr>
          <p:cNvCxnSpPr/>
          <p:nvPr userDrawn="1"/>
        </p:nvCxnSpPr>
        <p:spPr bwMode="auto">
          <a:xfrm>
            <a:off x="9146201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3" name="Straight Connector 2" descr="Horizontal row divider">
            <a:extLst>
              <a:ext uri="{FF2B5EF4-FFF2-40B4-BE49-F238E27FC236}">
                <a16:creationId xmlns:a16="http://schemas.microsoft.com/office/drawing/2014/main" id="{3D492FDB-9D55-98D5-E9DE-229473DD594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8173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66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714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0920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0920" y="3714750"/>
            <a:ext cx="2475384" cy="189634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714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47132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49956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042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44794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4957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98435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33069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49559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708168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48865634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5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5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5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50454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85583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8425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32307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474" y="640238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23148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494388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1" y="6257438"/>
            <a:ext cx="695452" cy="275721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1FE40CCE-4D26-C04C-BE6A-001FD71387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7" y="6113587"/>
            <a:ext cx="493803" cy="46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8709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C0265CA-2B6C-9B44-BAF5-9809F26436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65571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4273C849-25B9-BD49-A83F-6A07B73670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8481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1FD8C44-24CC-F846-B4A0-1EAACE9467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34160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520BA-42D0-C846-A6C8-3124B140A3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71387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3" y="121920"/>
            <a:ext cx="11704229" cy="5872480"/>
          </a:xfrm>
        </p:spPr>
        <p:txBody>
          <a:bodyPr/>
          <a:lstStyle>
            <a:lvl1pPr>
              <a:defRPr sz="12800" b="1" i="0"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11D9468-6AC3-854F-8C23-C4892D430F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38788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0148EF9-D101-3F48-BFF4-AACFDC6B12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1185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3725FDB8-26B5-5943-AACE-8B4FE95C94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736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1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A2C13D29-FCC2-3C4A-9B7D-6180A5FC78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51123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F0209EEF-17EF-5141-B2C0-A3A8D1FE08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50330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31791BE9-A44B-E840-BC96-E3953F3B31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08681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B52886E7-EC56-A343-9830-0E3BC6BD93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9463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9F852A5A-9A0C-644C-98B8-0748F7A2A1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4481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68224"/>
            <a:ext cx="5522885" cy="5726176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591FFBDB-B767-844A-9567-47D732E1FB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84055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63F0017-7F4F-FB42-9B95-2145C877CF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94329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1C63CF7-9571-734F-87DE-FAD372B0F7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23133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7F431D1-F7F7-5E42-B7A6-2A9A60EA4C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52314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99DFB483-DC7E-0448-A33F-F662205EA4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94075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9E405C96-E41A-8C48-ABA7-8C4A89140E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05889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6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731DA5C1-55BD-574D-A4EC-03BD16373F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4056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46E79E8-87D3-3D44-AC8F-D56622581E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5767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90" y="268819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36BF158-5723-B444-9B56-3AC98DC1B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2217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6EA6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D87C0403-9D8E-5449-8031-F2D2DAE06D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87959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E0885F70-D20D-EE47-BE19-D978270E5C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469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15B4DB0A-5BB5-C944-8BAB-84EE26EAC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06672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D668D97-76E9-524A-A1F7-6F89294AF9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76085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029B3C5C-8365-7243-A810-376A30D47E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54417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76CC3A6-F9AC-994B-86AA-FEF628C0B7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71783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7A4DA9C-8513-8A43-8407-228130D6B8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50233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89890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9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07" indent="0">
              <a:buNone/>
              <a:defRPr/>
            </a:lvl3pPr>
            <a:lvl4pPr marL="579946" indent="0">
              <a:buNone/>
              <a:defRPr/>
            </a:lvl4pPr>
            <a:lvl5pPr marL="8424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3" y="4274264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066ADB4-F03B-8041-8DF9-C3EB6D15C6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62287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bm sign-of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9B627-0F89-514D-85B9-78E485ABC7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737" y="3074991"/>
            <a:ext cx="1714163" cy="712380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04A8DD9-5ECA-3147-A05B-0AFB2A1864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491902"/>
            <a:ext cx="5486313" cy="222249"/>
          </a:xfr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125140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0" y="6257437"/>
            <a:ext cx="695452" cy="275721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1FE40CCE-4D26-C04C-BE6A-001FD71387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6" y="6113586"/>
            <a:ext cx="493803" cy="46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7079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C0265CA-2B6C-9B44-BAF5-9809F26436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3803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4273C849-25B9-BD49-A83F-6A07B73670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809416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1FD8C44-24CC-F846-B4A0-1EAACE9467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77572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520BA-42D0-C846-A6C8-3124B140A3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716291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2" y="121920"/>
            <a:ext cx="11704229" cy="5872480"/>
          </a:xfrm>
        </p:spPr>
        <p:txBody>
          <a:bodyPr/>
          <a:lstStyle>
            <a:lvl1pPr>
              <a:defRPr sz="12800" b="1" i="0"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11D9468-6AC3-854F-8C23-C4892D430F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45791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0148EF9-D101-3F48-BFF4-AACFDC6B12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77764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3725FDB8-26B5-5943-AACE-8B4FE95C94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39811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A2C13D29-FCC2-3C4A-9B7D-6180A5FC78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84909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F0209EEF-17EF-5141-B2C0-A3A8D1FE08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12355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31791BE9-A44B-E840-BC96-E3953F3B31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21395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B52886E7-EC56-A343-9830-0E3BC6BD93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55051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9F852A5A-9A0C-644C-98B8-0748F7A2A1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63032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591FFBDB-B767-844A-9567-47D732E1FB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26854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63F0017-7F4F-FB42-9B95-2145C877CF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33356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1C63CF7-9571-734F-87DE-FAD372B0F7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13326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7F431D1-F7F7-5E42-B7A6-2A9A60EA4C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20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99DFB483-DC7E-0448-A33F-F662205EA4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73672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9E405C96-E41A-8C48-ABA7-8C4A89140E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666761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731DA5C1-55BD-574D-A4EC-03BD16373F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10031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46E79E8-87D3-3D44-AC8F-D56622581E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21734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89" y="268818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36BF158-5723-B444-9B56-3AC98DC1B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43790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6EA6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D87C0403-9D8E-5449-8031-F2D2DAE06D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0957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E0885F70-D20D-EE47-BE19-D978270E5C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98316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15B4DB0A-5BB5-C944-8BAB-84EE26EAC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436208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D668D97-76E9-524A-A1F7-6F89294AF9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398672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029B3C5C-8365-7243-A810-376A30D47E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841947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76CC3A6-F9AC-994B-86AA-FEF628C0B7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59320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7A4DA9C-8513-8A43-8407-228130D6B8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162833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25038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8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1" y="4274263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066ADB4-F03B-8041-8DF9-C3EB6D15C6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491901"/>
            <a:ext cx="5486313" cy="222249"/>
          </a:xfr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27170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2473092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2282386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35843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650213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75101283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2" y="121920"/>
            <a:ext cx="11704229" cy="5872480"/>
          </a:xfrm>
        </p:spPr>
        <p:txBody>
          <a:bodyPr/>
          <a:lstStyle>
            <a:lvl1pPr>
              <a:defRPr sz="12800" b="1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9111388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170854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707346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9907565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775902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6362639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6818930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008200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6382580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86260940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1668457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5695349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rgbClr val="0F62F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02D9C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043C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8225985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rgbClr val="0F62F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01D6C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solidFill>
            <a:srgbClr val="161616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651702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01D6C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043C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rgbClr val="0F62FE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78A9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1357926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26971906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89" y="268818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2758637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02D9C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043CE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rgbClr val="0F62FE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78A9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8641158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01039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4396601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81611"/>
            <a:ext cx="2450592" cy="4312788"/>
          </a:xfrm>
        </p:spPr>
        <p:txBody>
          <a:bodyPr/>
          <a:lstStyle>
            <a:lvl1pPr>
              <a:spcBef>
                <a:spcPts val="400"/>
              </a:spcBef>
              <a:defRPr sz="1333"/>
            </a:lvl1pPr>
            <a:lvl2pPr>
              <a:spcBef>
                <a:spcPts val="400"/>
              </a:spcBef>
              <a:defRPr sz="1333"/>
            </a:lvl2pPr>
            <a:lvl3pPr>
              <a:spcBef>
                <a:spcPts val="400"/>
              </a:spcBef>
              <a:defRPr sz="1333"/>
            </a:lvl3pPr>
            <a:lvl4pPr>
              <a:spcBef>
                <a:spcPts val="400"/>
              </a:spcBef>
              <a:defRPr sz="1333"/>
            </a:lvl4pPr>
            <a:lvl5pPr>
              <a:spcBef>
                <a:spcPts val="400"/>
              </a:spcBef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154922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81611"/>
            <a:ext cx="2450592" cy="4312788"/>
          </a:xfrm>
        </p:spPr>
        <p:txBody>
          <a:bodyPr/>
          <a:lstStyle>
            <a:lvl1pPr>
              <a:spcBef>
                <a:spcPts val="400"/>
              </a:spcBef>
              <a:defRPr sz="1333"/>
            </a:lvl1pPr>
            <a:lvl2pPr>
              <a:spcBef>
                <a:spcPts val="400"/>
              </a:spcBef>
              <a:defRPr sz="1333"/>
            </a:lvl2pPr>
            <a:lvl3pPr>
              <a:spcBef>
                <a:spcPts val="400"/>
              </a:spcBef>
              <a:defRPr sz="1333"/>
            </a:lvl3pPr>
            <a:lvl4pPr>
              <a:spcBef>
                <a:spcPts val="400"/>
              </a:spcBef>
              <a:defRPr sz="1333"/>
            </a:lvl4pPr>
            <a:lvl5pPr>
              <a:spcBef>
                <a:spcPts val="400"/>
              </a:spcBef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057995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19827582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056259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034559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8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1" y="4274263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6454956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" descr="IBM 8-bar logo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6" y="3087490"/>
            <a:ext cx="1722793" cy="68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438331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1" y="326067"/>
            <a:ext cx="5486401" cy="5918100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3EA990-A2F5-4D44-95AB-0B1450A55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0184" y="5701213"/>
            <a:ext cx="3475704" cy="1350560"/>
          </a:xfrm>
          <a:prstGeom prst="rect">
            <a:avLst/>
          </a:prstGeom>
        </p:spPr>
      </p:pic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309F47C7-8D3A-E54B-A3AB-8E3DCB829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636546014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6C290526-3D4A-B545-9A50-9BB1092E1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4268924365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303" algn="dec"/>
              </a:tabLst>
              <a:defRPr/>
            </a:lvl1pPr>
            <a:lvl2pPr marL="230706" indent="-230706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Click to edit Master text styles</a:t>
            </a:r>
          </a:p>
          <a:p>
            <a:pPr marL="0" marR="0" lvl="1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303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Click to edit Master text styles</a:t>
            </a:r>
          </a:p>
          <a:p>
            <a:pPr marL="0" marR="0" lvl="1" indent="0" algn="l" defTabSz="609570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70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70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70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Fifth level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DA46FB3C-B77B-704D-B0B8-023DCE2B2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824732612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8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6CBE7722-D15A-974E-9796-7C759AED4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36667867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8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A01E3A7E-6D4A-FA4F-B1C9-8E7C8763A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590914146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44" y="112937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j-lt"/>
                <a:ea typeface="IBM Plex Mono" charset="0"/>
                <a:cs typeface="IBM Plex Mon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DBD9F0BF-3A35-EC4C-8D6F-E57B41C87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779857452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6"/>
            <a:ext cx="6916616" cy="6027740"/>
          </a:xfrm>
        </p:spPr>
        <p:txBody>
          <a:bodyPr/>
          <a:lstStyle>
            <a:lvl1pPr marL="156625" indent="-156625">
              <a:tabLst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00AAE53B-DE1B-0D41-93DD-F0BF6C4B2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256184458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20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F322D97-F09C-AD49-9B1A-54C9A8E76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726250022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8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00800" y="1499618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557CE15C-5582-244C-A876-9A5A60CA7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855524183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6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2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7816068E-5E0D-8349-97BF-028998859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160734005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60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6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07F4C7D4-8774-2F46-8963-C0756275D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4152131074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1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6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61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61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55772498-4AEC-0E46-B36D-A64F5C382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4178579143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6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2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96D627A-88CE-CF42-B2D5-EC8DA51A7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98064720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40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36E1A4E0-2661-9F4D-872B-F0B4D83FB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764123734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2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6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2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7E5FAA42-AA5E-0A40-B5ED-C4F837165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4180104955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8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6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F25A80D1-7646-CB40-8518-52774454D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899234433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6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6E9203EC-5850-5446-8AF7-6AB1C12548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588761085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6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AD1B1199-B224-9C42-9D8A-CD35886FD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724634243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3C4967A2-79C0-FB49-9F67-72530429A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078876600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43842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2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614DAAB-C978-CC47-90CA-B23CDDFEE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53194154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2"/>
            <a:ext cx="6096000" cy="2815167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73E89CC-A6B4-884D-A219-3DD33A964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456961024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4">
              <a:lumMod val="60000"/>
              <a:lumOff val="4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3" y="3429000"/>
            <a:ext cx="3047996" cy="3429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788421B-6141-D048-9F54-87F8A049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572237140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3AD2D5BE-0535-5B4A-B450-B7F0C00C9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589676388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5077B903-3C54-BD41-8F7E-9FFB1C14B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95822152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ED53B093-D96D-B84A-896F-A825E3DAA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792833872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2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40D6DE39-9E6E-454D-A805-DE2FA7B21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118090306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2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1"/>
            <a:ext cx="8534400" cy="5099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C97A6B66-E323-3F45-A6B8-399DEBFC3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236821565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2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7A689432-1A17-8F44-B9CB-37E7C04A26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874799041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CDCDAE95-2EF4-214A-9FD5-B0618A730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80300342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88017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02080"/>
            <a:ext cx="5620011" cy="4608576"/>
          </a:xfrm>
        </p:spPr>
        <p:txBody>
          <a:bodyPr/>
          <a:lstStyle>
            <a:lvl1pPr marL="156625" indent="-156625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05016115-F3A1-244F-982B-EAB61A747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204098641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4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8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6DDC72E9-82DD-E145-BB92-60E0E02EB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4166407578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EDCA8F98-7CE4-9740-9836-7F20BEF2A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1561674651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045563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303" algn="dec"/>
              </a:tabLst>
              <a:defRPr sz="1467"/>
            </a:lvl1pPr>
            <a:lvl2pPr marL="230706" indent="-230706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213" algn="r"/>
              </a:tabLst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6E9D833D-8078-3D40-A561-29993B0E0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07058705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4" y="2914869"/>
            <a:ext cx="1722792" cy="701463"/>
          </a:xfrm>
          <a:prstGeom prst="rect">
            <a:avLst/>
          </a:prstGeom>
        </p:spPr>
      </p:pic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7C068F36-BF8C-C843-9304-05B6544A3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41569844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0814" y="6294799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6751800"/>
      </p:ext>
    </p:extLst>
  </p:cSld>
  <p:clrMapOvr>
    <a:masterClrMapping/>
  </p:clrMapOvr>
  <p:transition spd="med"/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1" y="6257438"/>
            <a:ext cx="695452" cy="275721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1FE40CCE-4D26-C04C-BE6A-001FD71387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7" y="6113587"/>
            <a:ext cx="493803" cy="46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92010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4474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51664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76587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82914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3" y="121920"/>
            <a:ext cx="11704229" cy="5872480"/>
          </a:xfrm>
        </p:spPr>
        <p:txBody>
          <a:bodyPr/>
          <a:lstStyle>
            <a:lvl1pPr>
              <a:defRPr sz="12800" b="1" i="0"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436784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41189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84267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1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90142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1B2BCB7B-859C-4F17-9DBE-4073E4F5A6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0" y="6383869"/>
            <a:ext cx="5486313" cy="222249"/>
          </a:xfrm>
        </p:spPr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27992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29703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17745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65129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68224"/>
            <a:ext cx="5522885" cy="5726176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68434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72034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74777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97294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98816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12063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6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57170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9012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90" y="268819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8217992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6EA6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16692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37192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03314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12239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38885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90241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89621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558264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9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07" indent="0">
              <a:buNone/>
              <a:defRPr/>
            </a:lvl3pPr>
            <a:lvl4pPr marL="579946" indent="0">
              <a:buNone/>
              <a:defRPr/>
            </a:lvl4pPr>
            <a:lvl5pPr marL="84240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3" y="4274264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66566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bm sign-of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9B627-0F89-514D-85B9-78E485ABC7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737" y="3074991"/>
            <a:ext cx="1714163" cy="71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68172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1" y="6257440"/>
            <a:ext cx="695452" cy="275721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1FE40CCE-4D26-C04C-BE6A-001FD71387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7" y="6113587"/>
            <a:ext cx="493803" cy="46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90937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C0265CA-2B6C-9B44-BAF5-9809F26436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306116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4273C849-25B9-BD49-A83F-6A07B73670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362226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1FD8C44-24CC-F846-B4A0-1EAACE9467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558678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32520BA-42D0-C846-A6C8-3124B140A3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101117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4" y="121920"/>
            <a:ext cx="11704229" cy="5872480"/>
          </a:xfrm>
        </p:spPr>
        <p:txBody>
          <a:bodyPr/>
          <a:lstStyle>
            <a:lvl1pPr>
              <a:defRPr sz="12800" b="1" i="0"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11D9468-6AC3-854F-8C23-C4892D430F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337265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1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0148EF9-D101-3F48-BFF4-AACFDC6B12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493879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3725FDB8-26B5-5943-AACE-8B4FE95C94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665132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2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A2C13D29-FCC2-3C4A-9B7D-6180A5FC78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930993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F0209EEF-17EF-5141-B2C0-A3A8D1FE08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278830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31791BE9-A44B-E840-BC96-E3953F3B31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709814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B52886E7-EC56-A343-9830-0E3BC6BD93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642015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9F852A5A-9A0C-644C-98B8-0748F7A2A1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36490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68224"/>
            <a:ext cx="5522885" cy="5726176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591FFBDB-B767-844A-9567-47D732E1FB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609197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63F0017-7F4F-FB42-9B95-2145C877CF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933992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1C63CF7-9571-734F-87DE-FAD372B0F7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863528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D7F431D1-F7F7-5E42-B7A6-2A9A60EA4C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361747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7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99DFB483-DC7E-0448-A33F-F662205EA4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236347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7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7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9E405C96-E41A-8C48-ABA7-8C4A89140E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665304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7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7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731DA5C1-55BD-574D-A4EC-03BD16373F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835405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46E79E8-87D3-3D44-AC8F-D56622581E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225543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91" y="268821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36BF158-5723-B444-9B56-3AC98DC1B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786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6EA6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D87C0403-9D8E-5449-8031-F2D2DAE06D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722779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E0885F70-D20D-EE47-BE19-D978270E5C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206333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15B4DB0A-5BB5-C944-8BAB-84EE26EAC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047029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D668D97-76E9-524A-A1F7-6F89294AF9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999222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029B3C5C-8365-7243-A810-376A30D47E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681705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76CC3A6-F9AC-994B-86AA-FEF628C0B7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547957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7A4DA9C-8513-8A43-8407-228130D6B8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561828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620094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501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00" indent="0">
              <a:buNone/>
              <a:defRPr/>
            </a:lvl3pPr>
            <a:lvl4pPr marL="579932" indent="0">
              <a:buNone/>
              <a:defRPr/>
            </a:lvl4pPr>
            <a:lvl5pPr marL="84238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4" y="4274264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0066ADB4-F03B-8041-8DF9-C3EB6D15C6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960992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bm sign-of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9B627-0F89-514D-85B9-78E485ABC7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737" y="3074991"/>
            <a:ext cx="1714163" cy="712380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04A8DD9-5ECA-3147-A05B-0AFB2A1864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91" y="6491904"/>
            <a:ext cx="5486313" cy="222249"/>
          </a:xfr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134769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EC0ABF4-1C51-BF7D-70CF-DD2C38C9DB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0443" y="6048047"/>
            <a:ext cx="2476178" cy="571500"/>
          </a:xfrm>
          <a:prstGeom prst="rect">
            <a:avLst/>
          </a:prstGeom>
        </p:spPr>
        <p:txBody>
          <a:bodyPr anchor="b"/>
          <a:lstStyle>
            <a:lvl1pPr defTabSz="580528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069D4BA-0EE4-89E6-7C3A-71F71400A3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27760" y="6000751"/>
            <a:ext cx="2476178" cy="618796"/>
          </a:xfrm>
          <a:prstGeom prst="rect">
            <a:avLst/>
          </a:prstGeom>
        </p:spPr>
        <p:txBody>
          <a:bodyPr anchor="b"/>
          <a:lstStyle>
            <a:lvl1pPr defTabSz="580528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42485796"/>
      </p:ext>
    </p:extLst>
  </p:cSld>
  <p:clrMapOvr>
    <a:masterClrMapping/>
  </p:clrMapOvr>
  <p:transition spd="med"/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IBM Plex Sans Light" panose="020B040305020300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314509F-3705-A705-C5B3-FA435C246A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0443" y="6048047"/>
            <a:ext cx="2476178" cy="571500"/>
          </a:xfrm>
          <a:prstGeom prst="rect">
            <a:avLst/>
          </a:prstGeom>
        </p:spPr>
        <p:txBody>
          <a:bodyPr anchor="b"/>
          <a:lstStyle>
            <a:lvl1pPr defTabSz="580528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F264794-39E6-B78D-2E92-D8D02F918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27760" y="6000751"/>
            <a:ext cx="2476178" cy="618796"/>
          </a:xfrm>
          <a:prstGeom prst="rect">
            <a:avLst/>
          </a:prstGeom>
        </p:spPr>
        <p:txBody>
          <a:bodyPr anchor="b"/>
          <a:lstStyle>
            <a:lvl1pPr defTabSz="580528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77626257"/>
      </p:ext>
    </p:extLst>
  </p:cSld>
  <p:clrMapOvr>
    <a:masterClrMapping/>
  </p:clrMapOvr>
  <p:transition spd="med"/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7266955"/>
      </p:ext>
    </p:extLst>
  </p:cSld>
  <p:clrMapOvr>
    <a:masterClrMapping/>
  </p:clrMapOvr>
  <p:transition spd="med"/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98" y="6231636"/>
            <a:ext cx="5524575" cy="3810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2456611"/>
      </p:ext>
    </p:extLst>
  </p:cSld>
  <p:clrMapOvr>
    <a:masterClrMapping/>
  </p:clrMapOvr>
  <p:transition spd="med"/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8655909"/>
      </p:ext>
    </p:extLst>
  </p:cSld>
  <p:clrMapOvr>
    <a:masterClrMapping/>
  </p:clrMapOvr>
  <p:transition spd="med"/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92600"/>
            <a:ext cx="5049180" cy="2857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0381958"/>
      </p:ext>
    </p:extLst>
  </p:cSld>
  <p:clrMapOvr>
    <a:masterClrMapping/>
  </p:clrMapOvr>
  <p:transition spd="med"/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11098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815CA4A-82C6-E038-8C80-CF4A54B1E6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15794" y="284956"/>
            <a:ext cx="2476178" cy="5715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11098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39244252"/>
      </p:ext>
    </p:extLst>
  </p:cSld>
  <p:clrMapOvr>
    <a:masterClrMapping/>
  </p:clrMapOvr>
  <p:transition spd="med"/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42015"/>
      </p:ext>
    </p:extLst>
  </p:cSld>
  <p:clrMapOvr>
    <a:masterClrMapping/>
  </p:clrMapOvr>
  <p:transition spd="med"/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192600"/>
            <a:ext cx="8569797" cy="4095750"/>
          </a:xfrm>
        </p:spPr>
        <p:txBody>
          <a:bodyPr/>
          <a:lstStyle>
            <a:lvl1pPr>
              <a:lnSpc>
                <a:spcPct val="100000"/>
              </a:lnSpc>
              <a:defRPr sz="8598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07451"/>
      </p:ext>
    </p:extLst>
  </p:cSld>
  <p:clrMapOvr>
    <a:masterClrMapping/>
  </p:clrMapOvr>
  <p:transition spd="med"/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9D4AF5E-3E60-06F1-E3E3-F00E3ADA90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7030" y="192024"/>
            <a:ext cx="5536971" cy="42870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96890681"/>
      </p:ext>
    </p:extLst>
  </p:cSld>
  <p:clrMapOvr>
    <a:masterClrMapping/>
  </p:clrMapOvr>
  <p:transition spd="med"/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600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97000"/>
      </p:ext>
    </p:extLst>
  </p:cSld>
  <p:clrMapOvr>
    <a:masterClrMapping/>
  </p:clrMapOvr>
  <p:transition spd="med"/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62" y="4648200"/>
            <a:ext cx="5524575" cy="177165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9463" y="4648200"/>
            <a:ext cx="5523781" cy="177165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609600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01B1D3B-7FD1-5342-AD21-86B27FCC12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300" y="192600"/>
            <a:ext cx="3815591" cy="314404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E2A6217-C3F0-04CD-0266-C53A5C85FD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79463" y="192600"/>
            <a:ext cx="3815591" cy="314404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78326374"/>
      </p:ext>
    </p:extLst>
  </p:cSld>
  <p:clrMapOvr>
    <a:masterClrMapping/>
  </p:clrMapOvr>
  <p:transition spd="med"/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192600"/>
            <a:ext cx="2474590" cy="9532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46275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19412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66550"/>
      </p:ext>
    </p:extLst>
  </p:cSld>
  <p:clrMapOvr>
    <a:masterClrMapping/>
  </p:clrMapOvr>
  <p:transition spd="med"/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192600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192600"/>
            <a:ext cx="5523781" cy="2667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2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>
              <a:lnSpc>
                <a:spcPct val="100000"/>
              </a:lnSpc>
              <a:spcBef>
                <a:spcPts val="0"/>
              </a:spcBef>
              <a:defRPr sz="42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57455"/>
      </p:ext>
    </p:extLst>
  </p:cSld>
  <p:clrMapOvr>
    <a:masterClrMapping/>
  </p:clrMapOvr>
  <p:transition spd="med"/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142954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92600"/>
            <a:ext cx="3809504" cy="142954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093976"/>
            <a:ext cx="3809504" cy="14287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01668"/>
            <a:ext cx="3809504" cy="14287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6"/>
            <a:ext cx="2475384" cy="142875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201668"/>
            <a:ext cx="2475383" cy="142875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34046"/>
      </p:ext>
    </p:extLst>
  </p:cSld>
  <p:clrMapOvr>
    <a:masterClrMapping/>
  </p:clrMapOvr>
  <p:transition spd="med"/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303799C-055C-81A5-3E36-D78912AA66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97B3A71-6FB0-4C14-4695-68801FBBBE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0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C1273EB-3A3E-B282-A619-1D6FB102B1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8781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0367260-BF8E-C847-2296-4EAD779F0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44914426"/>
      </p:ext>
    </p:extLst>
  </p:cSld>
  <p:clrMapOvr>
    <a:masterClrMapping/>
  </p:clrMapOvr>
  <p:transition spd="med"/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192600"/>
            <a:ext cx="2477765" cy="762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91422" indent="-91422">
              <a:lnSpc>
                <a:spcPct val="10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82843" indent="-91422">
              <a:lnSpc>
                <a:spcPct val="10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74265" indent="-91422">
              <a:lnSpc>
                <a:spcPct val="10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E03333F-C9F4-9C57-BAAE-A49EA523A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F3321C6-7CF8-EF30-4736-48A201B094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0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C67FA0E-EA85-0950-FCC7-3F6BF1A741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8781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0EE67605-D889-6D38-2F1B-DF58E809AC5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77754632"/>
      </p:ext>
    </p:extLst>
  </p:cSld>
  <p:clrMapOvr>
    <a:masterClrMapping/>
  </p:clrMapOvr>
  <p:transition spd="med"/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F4F49B39-EB32-770F-5644-D3D938710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D25B5E4-5513-DB6F-04BF-4A2A85E8576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8781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C86775E-92B8-3897-2210-2993F34BA62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84935001"/>
      </p:ext>
    </p:extLst>
  </p:cSld>
  <p:clrMapOvr>
    <a:masterClrMapping/>
  </p:clrMapOvr>
  <p:transition spd="med"/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048544"/>
          </a:xfrm>
        </p:spPr>
        <p:txBody>
          <a:bodyPr/>
          <a:lstStyle>
            <a:lvl1pPr>
              <a:lnSpc>
                <a:spcPct val="100000"/>
              </a:lnSpc>
              <a:defRPr sz="1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CEA9C7F-1CB2-B0B0-AE4C-171B0AFC6E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2F4D72D8-0638-1E42-6480-21D9CF7A44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8781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6DDCC2C-4DA8-F28F-9BBF-ACD120C05B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21354703"/>
      </p:ext>
    </p:extLst>
  </p:cSld>
  <p:clrMapOvr>
    <a:masterClrMapping/>
  </p:clrMapOvr>
  <p:transition spd="med"/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4" y="192024"/>
            <a:ext cx="2477765" cy="5707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D98038E-FA9A-2E7F-DE4F-45D37F116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B3FDBEC-0A0D-82A4-F347-00CE8AD711B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68781" y="1714500"/>
            <a:ext cx="509125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37645336"/>
      </p:ext>
    </p:extLst>
  </p:cSld>
  <p:clrMapOvr>
    <a:masterClrMapping/>
  </p:clrMapOvr>
  <p:transition spd="med"/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3711980" cy="9532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377FA90-E771-AC82-090E-6FBBAE2633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8781" y="1714500"/>
            <a:ext cx="509125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3C39AE1-8603-84DA-CC2F-0C36A1C9D1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1714500"/>
            <a:ext cx="509125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191249"/>
      </p:ext>
    </p:extLst>
  </p:cSld>
  <p:clrMapOvr>
    <a:masterClrMapping/>
  </p:clrMapOvr>
  <p:transition spd="med"/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3A4153E-E96A-682A-6ADB-86D8329C1B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6899" y="192022"/>
            <a:ext cx="2481638" cy="5715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AA778F7-DDE5-2F6E-F5FA-F5B0F120E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22364" y="192023"/>
            <a:ext cx="2481638" cy="571579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4416937"/>
      </p:ext>
    </p:extLst>
  </p:cSld>
  <p:clrMapOvr>
    <a:masterClrMapping/>
  </p:clrMapOvr>
  <p:transition spd="med"/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600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22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38C4317-85BF-2C36-29AD-9974CF6DE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6899" y="192022"/>
            <a:ext cx="2481638" cy="5715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1D0A98E-CDEF-685C-25C7-E4EA3AFDCD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22364" y="192023"/>
            <a:ext cx="2481638" cy="571579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97710889"/>
      </p:ext>
    </p:extLst>
  </p:cSld>
  <p:clrMapOvr>
    <a:masterClrMapping/>
  </p:clrMapOvr>
  <p:transition spd="med"/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01EF50-EF95-0C87-38FD-2E0B9FD3E3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3058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7715D83-2EB0-631E-31DF-DAE49EE1050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49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2EE4CB5-8991-123D-EBF8-1ED34CC50FE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3058" y="192024"/>
            <a:ext cx="2481638" cy="762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4ACB30C-F320-75FA-F4BC-8A4103FF2F3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422364" y="192024"/>
            <a:ext cx="2481638" cy="762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7083321"/>
      </p:ext>
    </p:extLst>
  </p:cSld>
  <p:clrMapOvr>
    <a:masterClrMapping/>
  </p:clrMapOvr>
  <p:transition spd="med"/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600"/>
            <a:ext cx="2474591" cy="2286794"/>
          </a:xfrm>
        </p:spPr>
        <p:txBody>
          <a:bodyPr rIns="0"/>
          <a:lstStyle>
            <a:lvl1pPr>
              <a:lnSpc>
                <a:spcPct val="100000"/>
              </a:lnSpc>
              <a:defRPr sz="22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C320D13A-B2E3-8109-F9A4-70AB45A14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3058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974BDB94-1ECF-14DA-1C2A-F289E665E08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49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6E55AA2-DCD0-9227-A831-24FD27E4CB5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3058" y="192024"/>
            <a:ext cx="2481638" cy="762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8FF2718-83A0-A416-2862-0D74396362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422364" y="192024"/>
            <a:ext cx="2481638" cy="762794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84780410"/>
      </p:ext>
    </p:extLst>
  </p:cSld>
  <p:clrMapOvr>
    <a:masterClrMapping/>
  </p:clrMapOvr>
  <p:transition spd="med"/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57070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19" y="288036"/>
            <a:ext cx="607997" cy="607231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6703E2E-EBF0-C866-7278-E844AFCB3A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33316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D2030D9-4E2C-5A41-AC60-E9DAA791E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8781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473B493-1BC7-D878-AEAA-C60A2D67B7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28523" y="1714501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99008310"/>
      </p:ext>
    </p:extLst>
  </p:cSld>
  <p:clrMapOvr>
    <a:masterClrMapping/>
  </p:clrMapOvr>
  <p:transition spd="med"/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19" y="288036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19" y="3238500"/>
            <a:ext cx="607997" cy="608076"/>
          </a:xfrm>
          <a:prstGeom prst="rect">
            <a:avLst/>
          </a:prstGeom>
        </p:spPr>
        <p:txBody>
          <a:bodyPr anchor="ctr"/>
          <a:lstStyle>
            <a:lvl1pPr algn="ctr">
              <a:defRPr sz="800" b="0" i="0"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E4E8AF0-4192-FB86-9702-8592B301CA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0252" y="1228296"/>
            <a:ext cx="3334903" cy="1533952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5744FFC-849B-8FBD-FF73-B21942BA08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80920" y="1228296"/>
            <a:ext cx="3334903" cy="1533951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0A13E8E-060C-6E01-AB11-41A2190116B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87999" y="4181048"/>
            <a:ext cx="3334903" cy="1533949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277838E-5792-202A-65F5-342AF0992E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88667" y="4181048"/>
            <a:ext cx="3334903" cy="1533946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22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53859654"/>
      </p:ext>
    </p:extLst>
  </p:cSld>
  <p:clrMapOvr>
    <a:masterClrMapping/>
  </p:clrMapOvr>
  <p:transition spd="med"/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00000"/>
              </a:lnSpc>
              <a:defRPr sz="22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192600"/>
            <a:ext cx="2477765" cy="57070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4FBB383F-F59D-AEC8-4D6C-AC28926B09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3186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053B001-EDB1-FA28-FFB0-F41FF2D3313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98651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8F0E9F-03CA-D8CD-75A1-CB650A81E99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3186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16D24DB-6F94-3A9D-70FD-B96C2E9E8D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98651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87490669"/>
      </p:ext>
    </p:extLst>
  </p:cSld>
  <p:clrMapOvr>
    <a:masterClrMapping/>
  </p:clrMapOvr>
  <p:transition spd="med"/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1138428"/>
          </a:xfrm>
        </p:spPr>
        <p:txBody>
          <a:bodyPr rIns="457200"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192600"/>
            <a:ext cx="2477765" cy="22402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BEE7923F-2C08-E17F-72B0-F41C361C53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3186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F52302E-5C35-DCB5-2D11-CC0BE75371A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98651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44BCD2A-7E42-10EE-E251-907F955BFC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3186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FEF5B836-0687-FE12-9EE1-7B2CB112453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98651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08598357"/>
      </p:ext>
    </p:extLst>
  </p:cSld>
  <p:clrMapOvr>
    <a:masterClrMapping/>
  </p:clrMapOvr>
  <p:transition spd="med"/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22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32141B-6D8C-ADDD-8D24-D2B3603813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3186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DBD6A3D-FB96-6A97-1F58-F61F03D3769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98651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54BA88F-5BD8-839D-33E8-DAC02350ACA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80252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BCA7C7E-4E8C-6B73-007A-21635527B0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315717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10749314"/>
      </p:ext>
    </p:extLst>
  </p:cSld>
  <p:clrMapOvr>
    <a:masterClrMapping/>
  </p:clrMapOvr>
  <p:transition spd="med"/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4340CDF-396E-8FEA-9F33-A868AEB7DE6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3186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04B77E5-DBD6-E6DD-D620-C878361A7B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98651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83D79D-159D-684B-A0A2-E6DD61C3A50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80252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50B9EEB-A8EA-2744-D650-EC7233DAFF4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315717" y="3328416"/>
            <a:ext cx="2481638" cy="266712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8498438"/>
      </p:ext>
    </p:extLst>
  </p:cSld>
  <p:clrMapOvr>
    <a:masterClrMapping/>
  </p:clrMapOvr>
  <p:transition spd="med"/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2286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74FE312-96C3-0801-8AFE-48C53A385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3186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BFE072FD-410A-B1CF-4BD5-EFE459133B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98651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1C0822F6-B969-1E92-CC74-0CBB1126A9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3186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AB4B51-7CBC-4B83-F837-82517C33FEB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98651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AB00072-45AF-510F-C146-BAC3B20406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332555" y="288036"/>
            <a:ext cx="2481638" cy="2572542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4503F3E-D426-7E9E-BDBD-CDA2B731934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2555" y="3333749"/>
            <a:ext cx="2481638" cy="2476499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13487171"/>
      </p:ext>
    </p:extLst>
  </p:cSld>
  <p:clrMapOvr>
    <a:masterClrMapping/>
  </p:clrMapOvr>
  <p:transition spd="med"/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  <a:prstGeom prst="rect">
            <a:avLst/>
          </a:prstGeom>
        </p:spPr>
        <p:txBody>
          <a:bodyPr/>
          <a:lstStyle>
            <a:lvl1pPr>
              <a:defRPr sz="7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288036"/>
            <a:ext cx="201142" cy="201613"/>
          </a:xfrm>
          <a:prstGeom prst="rect">
            <a:avLst/>
          </a:prstGeom>
        </p:spPr>
        <p:txBody>
          <a:bodyPr/>
          <a:lstStyle>
            <a:lvl1pPr>
              <a:defRPr sz="7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  <a:prstGeom prst="rect">
            <a:avLst/>
          </a:prstGeom>
        </p:spPr>
        <p:txBody>
          <a:bodyPr/>
          <a:lstStyle>
            <a:lvl1pPr>
              <a:defRPr sz="7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  <a:prstGeom prst="rect">
            <a:avLst/>
          </a:prstGeom>
        </p:spPr>
        <p:txBody>
          <a:bodyPr/>
          <a:lstStyle>
            <a:lvl1pPr>
              <a:defRPr sz="7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0920" y="3347315"/>
            <a:ext cx="201142" cy="201613"/>
          </a:xfrm>
          <a:prstGeom prst="rect">
            <a:avLst/>
          </a:prstGeom>
        </p:spPr>
        <p:txBody>
          <a:bodyPr/>
          <a:lstStyle>
            <a:lvl1pPr>
              <a:defRPr sz="7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  <a:prstGeom prst="rect">
            <a:avLst/>
          </a:prstGeom>
        </p:spPr>
        <p:txBody>
          <a:bodyPr/>
          <a:lstStyle>
            <a:lvl1pPr>
              <a:defRPr sz="7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784E564-F094-C65E-4C30-6AD26FD6AE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3186" y="713705"/>
            <a:ext cx="2481638" cy="1858041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B384162-F420-216E-B250-BA49ED23AA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98651" y="713705"/>
            <a:ext cx="2481638" cy="1858038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D5D50EC-56AE-CB68-AF0D-967D997C22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63186" y="3759417"/>
            <a:ext cx="2481638" cy="1860328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5DF0382-EAC2-42E6-8F3C-D78D9970116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98651" y="3759418"/>
            <a:ext cx="2481638" cy="1860326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63E7DA-FA91-79CE-F137-C4CFF423781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2555" y="713704"/>
            <a:ext cx="2481638" cy="1858041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3E415E0-33AF-4F69-4718-A13AF38331B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32555" y="3759417"/>
            <a:ext cx="2481638" cy="1860327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23171427"/>
      </p:ext>
    </p:extLst>
  </p:cSld>
  <p:clrMapOvr>
    <a:masterClrMapping/>
  </p:clrMapOvr>
  <p:transition spd="med"/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22EB5F78-B3F7-EBA1-BE53-B96CA397D9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63186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BFFEAD4C-1129-22EA-9ED5-9BE409A0C74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98651" y="288037"/>
            <a:ext cx="2481638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91719EAC-72ED-B4B5-CA48-EB23C5EB8B0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3186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8C9C88E-05A2-25E3-4571-C794E968D7F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98651" y="3333750"/>
            <a:ext cx="2481638" cy="247650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D76302BE-E896-F153-8F88-B63A433B5C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87301" y="3332988"/>
            <a:ext cx="2481638" cy="2477257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FF14BC99-A0C2-45B6-C1F6-84D3EACEDF4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32555" y="3333749"/>
            <a:ext cx="2481638" cy="2476499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66644359"/>
      </p:ext>
    </p:extLst>
  </p:cSld>
  <p:clrMapOvr>
    <a:masterClrMapping/>
  </p:clrMapOvr>
  <p:transition spd="med"/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706563"/>
          </a:xfrm>
        </p:spPr>
        <p:txBody>
          <a:bodyPr rIns="0"/>
          <a:lstStyle>
            <a:lvl1pPr>
              <a:lnSpc>
                <a:spcPct val="100000"/>
              </a:lnSpc>
              <a:defRPr sz="2200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BA90B24-A7AA-EE26-4DF0-B0850F874CC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5969" y="3332987"/>
            <a:ext cx="2512742" cy="2477258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293E5F0-8E0D-8611-485C-03E54EE01C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29263" y="3332988"/>
            <a:ext cx="2512742" cy="2477255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5B5649-C746-EAC6-E506-88A5EE6297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61876" y="3350711"/>
            <a:ext cx="2512742" cy="245953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1C336AE-32DC-6A3D-A0A5-FD3BEEE59F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94676" y="3332988"/>
            <a:ext cx="2489064" cy="2477249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8F4A404-A74C-F889-564A-6677AB4E33D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404886" y="288037"/>
            <a:ext cx="2489064" cy="257254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D20BC60-A254-2972-5466-846B4E395A1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45360" y="288036"/>
            <a:ext cx="2489064" cy="257254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81767626"/>
      </p:ext>
    </p:extLst>
  </p:cSld>
  <p:clrMapOvr>
    <a:masterClrMapping/>
  </p:clrMapOvr>
  <p:transition spd="med"/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4956"/>
            <a:ext cx="5523781" cy="6287294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97050FE-79BA-7876-7C87-1EBC54ABDE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75969" y="1714500"/>
            <a:ext cx="2485921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1D7D74-3344-9F6B-7157-4A7E1AB483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4110" y="1714500"/>
            <a:ext cx="2485921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803340352"/>
      </p:ext>
    </p:extLst>
  </p:cSld>
  <p:clrMapOvr>
    <a:masterClrMapping/>
  </p:clrMapOvr>
  <p:transition spd="med"/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866" y="6452314"/>
            <a:ext cx="133834" cy="12311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581521-9341-A586-10B8-D3CD3EBBADF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5969" y="1714500"/>
            <a:ext cx="2485921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54888090"/>
      </p:ext>
    </p:extLst>
  </p:cSld>
  <p:clrMapOvr>
    <a:masterClrMapping/>
  </p:clrMapOvr>
  <p:transition spd="med"/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866" y="6452314"/>
            <a:ext cx="133834" cy="12311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5"/>
            <a:ext cx="8574559" cy="6289675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D171C2C-D5EE-B66A-FC5F-45245937D1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1498" y="1714500"/>
            <a:ext cx="2481638" cy="4286250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24438615"/>
      </p:ext>
    </p:extLst>
  </p:cSld>
  <p:clrMapOvr>
    <a:masterClrMapping/>
  </p:clrMapOvr>
  <p:transition spd="med"/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392528191"/>
      </p:ext>
    </p:extLst>
  </p:cSld>
  <p:clrMapOvr>
    <a:masterClrMapping/>
  </p:clrMapOvr>
  <p:transition spd="med"/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2428768"/>
      </p:ext>
    </p:extLst>
  </p:cSld>
  <p:clrMapOvr>
    <a:masterClrMapping/>
  </p:clrMapOvr>
  <p:transition spd="med"/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58561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09437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5" y="3060700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5" y="4762500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5" y="1333500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2BD9F85F-FC85-6E91-ADD3-38F0F5BEE2E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381618" y="3058561"/>
            <a:ext cx="1163957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FF7CC5C-A250-D817-B1E6-EBD584F08B1B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381618" y="4762500"/>
            <a:ext cx="1163957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9416EBE0-0E9C-366F-583C-0BE751DA2B3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81618" y="1323037"/>
            <a:ext cx="1163957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2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4C60C05-9B2E-E5AA-E325-3B56BC1B458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74594" y="1309437"/>
            <a:ext cx="2877873" cy="126231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E5379598-B132-493E-3A4A-13641BF453F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74594" y="3058562"/>
            <a:ext cx="2877873" cy="123015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D387A7EC-6D77-1F31-248D-AF22142944D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674593" y="4762500"/>
            <a:ext cx="2921430" cy="123015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Picture Placeholder 7">
            <a:extLst>
              <a:ext uri="{FF2B5EF4-FFF2-40B4-BE49-F238E27FC236}">
                <a16:creationId xmlns:a16="http://schemas.microsoft.com/office/drawing/2014/main" id="{79C6738A-ED82-E7BB-C9BF-8057E77ED4B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377613" y="3072162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24967257-4251-A48B-9DE6-F07EC4EC036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377613" y="4776100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34" name="Picture Placeholder 7">
            <a:extLst>
              <a:ext uri="{FF2B5EF4-FFF2-40B4-BE49-F238E27FC236}">
                <a16:creationId xmlns:a16="http://schemas.microsoft.com/office/drawing/2014/main" id="{4A6B1635-0D2E-93F5-D353-C9B1B58E7780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377613" y="1323037"/>
            <a:ext cx="1236501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0541A3D3-1296-6D28-80F6-210E0C86167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6377613" y="3082625"/>
            <a:ext cx="1145388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45" name="Picture Placeholder 7">
            <a:extLst>
              <a:ext uri="{FF2B5EF4-FFF2-40B4-BE49-F238E27FC236}">
                <a16:creationId xmlns:a16="http://schemas.microsoft.com/office/drawing/2014/main" id="{EE31C9DF-6A33-F9E3-7394-0B59091621E3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377613" y="4786563"/>
            <a:ext cx="1145388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46" name="Picture Placeholder 7">
            <a:extLst>
              <a:ext uri="{FF2B5EF4-FFF2-40B4-BE49-F238E27FC236}">
                <a16:creationId xmlns:a16="http://schemas.microsoft.com/office/drawing/2014/main" id="{2CAAA857-D33B-2769-F70D-96215C29A417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6377613" y="1333500"/>
            <a:ext cx="1145388" cy="1238250"/>
          </a:xfrm>
          <a:prstGeom prst="rect">
            <a:avLst/>
          </a:prstGeom>
          <a:solidFill>
            <a:srgbClr val="E0E0E0"/>
          </a:solidFill>
        </p:spPr>
        <p:txBody>
          <a:bodyPr anchor="ctr"/>
          <a:lstStyle>
            <a:lvl1pPr algn="ctr">
              <a:defRPr b="0" i="0">
                <a:solidFill>
                  <a:schemeClr val="accent5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3412D36A-B5BE-A294-20DF-30B55A06C5A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764207" y="1333500"/>
            <a:ext cx="2921430" cy="126231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ED900610-36FC-D7DA-7651-CC7E3D3200D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764207" y="3082625"/>
            <a:ext cx="2921430" cy="123015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BFEAE0F0-F94C-F405-C850-B3545368F69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764207" y="4786563"/>
            <a:ext cx="2921430" cy="1230153"/>
          </a:xfrm>
          <a:prstGeom prst="rect">
            <a:avLst/>
          </a:prstGeom>
        </p:spPr>
        <p:txBody>
          <a:bodyPr/>
          <a:lstStyle>
            <a:lvl1pPr defTabSz="580528"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63767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29334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493101" indent="-163767" defTabSz="58052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89176589"/>
      </p:ext>
    </p:extLst>
  </p:cSld>
  <p:clrMapOvr>
    <a:masterClrMapping/>
  </p:clrMapOvr>
  <p:transition spd="med"/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228679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  <a:prstGeom prst="rect">
            <a:avLst/>
          </a:prstGeom>
        </p:spPr>
        <p:txBody>
          <a:bodyPr anchor="ctr"/>
          <a:lstStyle>
            <a:lvl1pPr algn="ctr"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86909"/>
      </p:ext>
    </p:extLst>
  </p:cSld>
  <p:clrMapOvr>
    <a:masterClrMapping/>
  </p:clrMapOvr>
  <p:transition spd="med"/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600"/>
            <a:ext cx="2477765" cy="142954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42689"/>
      </p:ext>
    </p:extLst>
  </p:cSld>
  <p:clrMapOvr>
    <a:masterClrMapping/>
  </p:clrMapOvr>
  <p:transition spd="med"/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76352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17743"/>
      </p:ext>
    </p:extLst>
  </p:cSld>
  <p:clrMapOvr>
    <a:masterClrMapping/>
  </p:clrMapOvr>
  <p:transition spd="med"/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600"/>
            <a:ext cx="2477765" cy="142954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474" y="640238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45642"/>
      </p:ext>
    </p:extLst>
  </p:cSld>
  <p:clrMapOvr>
    <a:masterClrMapping/>
  </p:clrMapOvr>
  <p:transition spd="med"/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04538"/>
      </p:ext>
    </p:extLst>
  </p:cSld>
  <p:clrMapOvr>
    <a:masterClrMapping/>
  </p:clrMapOvr>
  <p:transition spd="med"/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73795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68" y="610"/>
            <a:ext cx="12178064" cy="685678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10" name="Picture">
            <a:extLst>
              <a:ext uri="{FF2B5EF4-FFF2-40B4-BE49-F238E27FC236}">
                <a16:creationId xmlns:a16="http://schemas.microsoft.com/office/drawing/2014/main" id="{AF27D010-9F2C-E24B-9425-1712E90099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05057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68" y="609"/>
            <a:ext cx="12178064" cy="6856779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F7EA8AAE-0BDE-7D4C-B52A-496FD9C298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68956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09"/>
            <a:ext cx="12178061" cy="6856779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2F8C8987-724F-6B47-A6B9-8E11DF00B8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06827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10"/>
            <a:ext cx="12178061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7B48B5CA-5BC1-8844-81E1-24543A8F2C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27478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596131-38DE-3A44-BE82-CDD2A17098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462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Data Fabric / March, 2022 / © 2022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64395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6EA217-D975-DE4B-A991-B3A7FEFBAC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916" y="5080"/>
            <a:ext cx="12171208" cy="685292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9FC9FB8B-2D23-D949-963B-B1200DEDE8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27531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10"/>
            <a:ext cx="12178060" cy="6856777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14C6F24E-1E96-144E-A44F-8124FE9D9B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73850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970" y="609"/>
            <a:ext cx="12178060" cy="6856776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pic>
        <p:nvPicPr>
          <p:cNvPr id="9" name="Picture">
            <a:extLst>
              <a:ext uri="{FF2B5EF4-FFF2-40B4-BE49-F238E27FC236}">
                <a16:creationId xmlns:a16="http://schemas.microsoft.com/office/drawing/2014/main" id="{BE20C7ED-E83C-DE49-B49C-6FE6E39CB3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191752" y="6273671"/>
            <a:ext cx="695449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60797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86723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accent2"/>
                </a:solidFill>
              </a:defRPr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36982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35218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71812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2" y="121920"/>
            <a:ext cx="11704229" cy="5872480"/>
          </a:xfrm>
        </p:spPr>
        <p:txBody>
          <a:bodyPr/>
          <a:lstStyle>
            <a:lvl1pPr>
              <a:defRPr sz="12800" b="0" i="0">
                <a:solidFill>
                  <a:schemeClr val="accent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77192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7416713" cy="5726176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54638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8053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04890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613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01781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3677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77524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chemeClr val="tx1"/>
              </a:solidFill>
              <a:latin typeface="IBM Plex Sans Light" panose="020B0503050203000203" pitchFamily="34" charset="0"/>
              <a:cs typeface="IBM Plex Sans Light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68860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17653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36417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34798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39245" y="313269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7" y="3426884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652988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801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389817" y="3422651"/>
            <a:ext cx="54864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1024" y="313269"/>
            <a:ext cx="0" cy="2822545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036962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3048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096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9144000" y="3722189"/>
            <a:ext cx="0" cy="227221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304800" y="3429000"/>
            <a:ext cx="115824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157459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54034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04207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6096000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3045025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9141025" y="313267"/>
            <a:ext cx="0" cy="568113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453313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74540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72381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79501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867">
                <a:solidFill>
                  <a:schemeClr val="tx1"/>
                </a:solidFill>
              </a:defRPr>
            </a:lvl1pPr>
            <a:lvl2pPr>
              <a:spcBef>
                <a:spcPts val="1467"/>
              </a:spcBef>
              <a:defRPr sz="1867">
                <a:solidFill>
                  <a:schemeClr val="tx1"/>
                </a:solidFill>
              </a:defRPr>
            </a:lvl2pPr>
            <a:lvl3pPr>
              <a:spcBef>
                <a:spcPts val="1467"/>
              </a:spcBef>
              <a:defRPr sz="1867">
                <a:solidFill>
                  <a:schemeClr val="tx1"/>
                </a:solidFill>
              </a:defRPr>
            </a:lvl3pPr>
            <a:lvl4pPr>
              <a:spcBef>
                <a:spcPts val="1467"/>
              </a:spcBef>
              <a:defRPr sz="1867">
                <a:solidFill>
                  <a:schemeClr val="tx1"/>
                </a:solidFill>
              </a:defRPr>
            </a:lvl4pPr>
            <a:lvl5pPr>
              <a:spcBef>
                <a:spcPts val="1467"/>
              </a:spcBef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43327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83512"/>
            <a:ext cx="2450592" cy="4336288"/>
          </a:xfrm>
        </p:spPr>
        <p:txBody>
          <a:bodyPr/>
          <a:lstStyle>
            <a:lvl1pPr>
              <a:spcBef>
                <a:spcPts val="400"/>
              </a:spcBef>
              <a:defRPr sz="1333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 sz="1333">
                <a:solidFill>
                  <a:schemeClr val="tx1"/>
                </a:solidFill>
              </a:defRPr>
            </a:lvl2pPr>
            <a:lvl3pPr>
              <a:spcBef>
                <a:spcPts val="400"/>
              </a:spcBef>
              <a:defRPr sz="1333">
                <a:solidFill>
                  <a:schemeClr val="tx1"/>
                </a:solidFill>
              </a:defRPr>
            </a:lvl3pPr>
            <a:lvl4pPr>
              <a:spcBef>
                <a:spcPts val="400"/>
              </a:spcBef>
              <a:defRPr sz="1333">
                <a:solidFill>
                  <a:schemeClr val="tx1"/>
                </a:solidFill>
              </a:defRPr>
            </a:lvl4pPr>
            <a:lvl5pPr>
              <a:spcBef>
                <a:spcPts val="400"/>
              </a:spcBef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5820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tabela</a:t>
            </a:r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62798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2090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248102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1746504"/>
          </a:xfrm>
        </p:spPr>
        <p:txBody>
          <a:bodyPr/>
          <a:lstStyle>
            <a:lvl1pPr>
              <a:spcBef>
                <a:spcPts val="0"/>
              </a:spcBef>
              <a:defRPr sz="1333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608" y="4279392"/>
            <a:ext cx="8546592" cy="1743456"/>
          </a:xfrm>
        </p:spPr>
        <p:txBody>
          <a:bodyPr anchor="b"/>
          <a:lstStyle>
            <a:lvl1pPr>
              <a:spcBef>
                <a:spcPts val="400"/>
              </a:spcBef>
              <a:defRPr sz="800">
                <a:solidFill>
                  <a:schemeClr val="tx1"/>
                </a:solidFill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67572"/>
      </p:ext>
    </p:extLst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0" y="3083847"/>
            <a:ext cx="1730141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86947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1" y="3083847"/>
            <a:ext cx="1730139" cy="6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04195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30930" y="3083846"/>
            <a:ext cx="1730141" cy="69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58168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5" name="Picture 2" descr="IBM Logo Black PNG - First Tee - Metropolitan New York">
            <a:extLst>
              <a:ext uri="{FF2B5EF4-FFF2-40B4-BE49-F238E27FC236}">
                <a16:creationId xmlns:a16="http://schemas.microsoft.com/office/drawing/2014/main" id="{0F2C3855-ACE4-1C66-81FA-10E1F02E71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61" y="6366971"/>
            <a:ext cx="881555" cy="44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511915"/>
      </p:ext>
    </p:extLst>
  </p:cSld>
  <p:clrMapOvr>
    <a:masterClrMapping/>
  </p:clrMapOvr>
  <p:transition spd="med"/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0" y="6257437"/>
            <a:ext cx="695452" cy="275721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1FE40CCE-4D26-C04C-BE6A-001FD71387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416" y="6113586"/>
            <a:ext cx="493803" cy="46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772920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80729"/>
      </p:ext>
    </p:extLst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tabLst/>
              <a:defRPr/>
            </a:lvl3pPr>
            <a:lvl4pPr marL="0" indent="0">
              <a:spcBef>
                <a:spcPts val="0"/>
              </a:spcBef>
              <a:buNone/>
              <a:tabLst/>
              <a:defRPr/>
            </a:lvl4pPr>
            <a:lvl5pPr marL="0" indent="0">
              <a:spcBef>
                <a:spcPts val="0"/>
              </a:spcBef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8681"/>
      </p:ext>
    </p:extLst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1845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IBM Plex Sans" panose="020B050305020300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28602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2" y="121920"/>
            <a:ext cx="11704229" cy="5872480"/>
          </a:xfrm>
        </p:spPr>
        <p:txBody>
          <a:bodyPr/>
          <a:lstStyle>
            <a:lvl1pPr>
              <a:defRPr sz="12800" b="1" i="0"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53825"/>
      </p:ext>
    </p:extLst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7416713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88387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99274"/>
      </p:ext>
    </p:extLst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10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32418"/>
      </p:ext>
    </p:extLst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1B2BCB7B-859C-4F17-9DBE-4073E4F5A6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4889" y="6383868"/>
            <a:ext cx="5486313" cy="222249"/>
          </a:xfrm>
        </p:spPr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75477"/>
      </p:ext>
    </p:extLst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22640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29447"/>
      </p:ext>
    </p:extLst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3844"/>
      </p:ext>
    </p:extLst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8" y="268224"/>
            <a:ext cx="5522885" cy="5726176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ol gray 10 rectangle">
            <a:extLst>
              <a:ext uri="{FF2B5EF4-FFF2-40B4-BE49-F238E27FC236}">
                <a16:creationId xmlns:a16="http://schemas.microsoft.com/office/drawing/2014/main" id="{838ABCAC-D266-7244-9068-DAD3FE4E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b="0" i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98063"/>
      </p:ext>
    </p:extLst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51975"/>
      </p:ext>
    </p:extLst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76933"/>
      </p:ext>
    </p:extLst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61204"/>
      </p:ext>
    </p:extLst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7630"/>
      </p:ext>
    </p:extLst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51221"/>
      </p:ext>
    </p:extLst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6228"/>
      </p:ext>
    </p:extLst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14065"/>
      </p:ext>
    </p:extLst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048004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" hidden="1">
            <a:extLst>
              <a:ext uri="{FF2B5EF4-FFF2-40B4-BE49-F238E27FC236}">
                <a16:creationId xmlns:a16="http://schemas.microsoft.com/office/drawing/2014/main" id="{0C4F1C52-4E00-9B42-8B21-690C46B2CC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89" y="268818"/>
            <a:ext cx="5524500" cy="57255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3819804"/>
      </p:ext>
    </p:extLst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6EA6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23675"/>
      </p:ext>
    </p:extLst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14901"/>
      </p:ext>
    </p:extLst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73343"/>
      </p:ext>
    </p:extLst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526964"/>
      </p:ext>
    </p:extLst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 2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38256"/>
      </p:ext>
    </p:extLst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46080"/>
      </p:ext>
    </p:extLst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5638"/>
      </p:ext>
    </p:extLst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810636"/>
      </p:ext>
    </p:extLst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8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1" y="4274263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97706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bm sign-of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1067"/>
              <a:t>IBM Confidential    </a:t>
            </a:r>
            <a:r>
              <a:rPr lang="de-DE"/>
              <a:t>IBM Select / © 2021 IBM Corporation</a:t>
            </a:r>
            <a:endParaRPr lang="en-US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9B627-0F89-514D-85B9-78E485ABC7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737" y="3074990"/>
            <a:ext cx="1714163" cy="71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16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76.xml"/><Relationship Id="rId29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78.xml"/><Relationship Id="rId31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1.xml"/><Relationship Id="rId34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86.xml"/><Relationship Id="rId39" Type="http://schemas.openxmlformats.org/officeDocument/2006/relationships/slideLayout" Target="../slideLayouts/slideLayout87.xml"/><Relationship Id="rId40" Type="http://schemas.openxmlformats.org/officeDocument/2006/relationships/slideLayout" Target="../slideLayouts/slideLayout88.xml"/><Relationship Id="rId41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0.xml"/><Relationship Id="rId43" Type="http://schemas.openxmlformats.org/officeDocument/2006/relationships/slideLayout" Target="../slideLayouts/slideLayout91.xml"/><Relationship Id="rId44" Type="http://schemas.openxmlformats.org/officeDocument/2006/relationships/slideLayout" Target="../slideLayouts/slideLayout92.xml"/><Relationship Id="rId45" Type="http://schemas.openxmlformats.org/officeDocument/2006/relationships/slideLayout" Target="../slideLayouts/slideLayout93.xml"/><Relationship Id="rId46" Type="http://schemas.openxmlformats.org/officeDocument/2006/relationships/slideLayout" Target="../slideLayouts/slideLayout94.xml"/><Relationship Id="rId4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<Relationship Id="rId15" Type="http://schemas.openxmlformats.org/officeDocument/2006/relationships/slideLayout" Target="../slideLayouts/slideLayout109.xml"/><Relationship Id="rId16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11.xml"/><Relationship Id="rId18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113.xml"/><Relationship Id="rId20" Type="http://schemas.openxmlformats.org/officeDocument/2006/relationships/slideLayout" Target="../slideLayouts/slideLayout114.xml"/><Relationship Id="rId21" Type="http://schemas.openxmlformats.org/officeDocument/2006/relationships/slideLayout" Target="../slideLayouts/slideLayout115.xml"/><Relationship Id="rId22" Type="http://schemas.openxmlformats.org/officeDocument/2006/relationships/slideLayout" Target="../slideLayouts/slideLayout116.xml"/><Relationship Id="rId23" Type="http://schemas.openxmlformats.org/officeDocument/2006/relationships/slideLayout" Target="../slideLayouts/slideLayout117.xml"/><Relationship Id="rId24" Type="http://schemas.openxmlformats.org/officeDocument/2006/relationships/slideLayout" Target="../slideLayouts/slideLayout118.xml"/><Relationship Id="rId25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120.xml"/><Relationship Id="rId27" Type="http://schemas.openxmlformats.org/officeDocument/2006/relationships/slideLayout" Target="../slideLayouts/slideLayout121.xml"/><Relationship Id="rId28" Type="http://schemas.openxmlformats.org/officeDocument/2006/relationships/slideLayout" Target="../slideLayouts/slideLayout122.xml"/><Relationship Id="rId29" Type="http://schemas.openxmlformats.org/officeDocument/2006/relationships/slideLayout" Target="../slideLayouts/slideLayout123.xml"/><Relationship Id="rId30" Type="http://schemas.openxmlformats.org/officeDocument/2006/relationships/slideLayout" Target="../slideLayouts/slideLayout124.xml"/><Relationship Id="rId31" Type="http://schemas.openxmlformats.org/officeDocument/2006/relationships/slideLayout" Target="../slideLayouts/slideLayout125.xml"/><Relationship Id="rId32" Type="http://schemas.openxmlformats.org/officeDocument/2006/relationships/slideLayout" Target="../slideLayouts/slideLayout126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4.xml"/><Relationship Id="rId19" Type="http://schemas.openxmlformats.org/officeDocument/2006/relationships/slideLayout" Target="../slideLayouts/slideLayout145.xml"/><Relationship Id="rId20" Type="http://schemas.openxmlformats.org/officeDocument/2006/relationships/slideLayout" Target="../slideLayouts/slideLayout146.xml"/><Relationship Id="rId21" Type="http://schemas.openxmlformats.org/officeDocument/2006/relationships/slideLayout" Target="../slideLayouts/slideLayout147.xml"/><Relationship Id="rId22" Type="http://schemas.openxmlformats.org/officeDocument/2006/relationships/slideLayout" Target="../slideLayouts/slideLayout148.xml"/><Relationship Id="rId23" Type="http://schemas.openxmlformats.org/officeDocument/2006/relationships/slideLayout" Target="../slideLayouts/slideLayout149.xml"/><Relationship Id="rId24" Type="http://schemas.openxmlformats.org/officeDocument/2006/relationships/slideLayout" Target="../slideLayouts/slideLayout150.xml"/><Relationship Id="rId25" Type="http://schemas.openxmlformats.org/officeDocument/2006/relationships/slideLayout" Target="../slideLayouts/slideLayout151.xml"/><Relationship Id="rId26" Type="http://schemas.openxmlformats.org/officeDocument/2006/relationships/slideLayout" Target="../slideLayouts/slideLayout152.xml"/><Relationship Id="rId27" Type="http://schemas.openxmlformats.org/officeDocument/2006/relationships/slideLayout" Target="../slideLayouts/slideLayout153.xml"/><Relationship Id="rId28" Type="http://schemas.openxmlformats.org/officeDocument/2006/relationships/slideLayout" Target="../slideLayouts/slideLayout154.xml"/><Relationship Id="rId29" Type="http://schemas.openxmlformats.org/officeDocument/2006/relationships/slideLayout" Target="../slideLayouts/slideLayout155.xml"/><Relationship Id="rId30" Type="http://schemas.openxmlformats.org/officeDocument/2006/relationships/slideLayout" Target="../slideLayouts/slideLayout156.xml"/><Relationship Id="rId31" Type="http://schemas.openxmlformats.org/officeDocument/2006/relationships/slideLayout" Target="../slideLayouts/slideLayout157.xml"/><Relationship Id="rId3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59.xml"/><Relationship Id="rId3" Type="http://schemas.openxmlformats.org/officeDocument/2006/relationships/slideLayout" Target="../slideLayouts/slideLayout160.xml"/><Relationship Id="rId4" Type="http://schemas.openxmlformats.org/officeDocument/2006/relationships/slideLayout" Target="../slideLayouts/slideLayout161.xml"/><Relationship Id="rId5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164.xml"/><Relationship Id="rId8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1.xml"/><Relationship Id="rId15" Type="http://schemas.openxmlformats.org/officeDocument/2006/relationships/slideLayout" Target="../slideLayouts/slideLayout172.xml"/><Relationship Id="rId16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5.xml"/><Relationship Id="rId19" Type="http://schemas.openxmlformats.org/officeDocument/2006/relationships/slideLayout" Target="../slideLayouts/slideLayout176.xml"/><Relationship Id="rId20" Type="http://schemas.openxmlformats.org/officeDocument/2006/relationships/slideLayout" Target="../slideLayouts/slideLayout177.xml"/><Relationship Id="rId21" Type="http://schemas.openxmlformats.org/officeDocument/2006/relationships/slideLayout" Target="../slideLayouts/slideLayout178.xml"/><Relationship Id="rId22" Type="http://schemas.openxmlformats.org/officeDocument/2006/relationships/slideLayout" Target="../slideLayouts/slideLayout179.xml"/><Relationship Id="rId23" Type="http://schemas.openxmlformats.org/officeDocument/2006/relationships/slideLayout" Target="../slideLayouts/slideLayout180.xml"/><Relationship Id="rId24" Type="http://schemas.openxmlformats.org/officeDocument/2006/relationships/slideLayout" Target="../slideLayouts/slideLayout181.xml"/><Relationship Id="rId25" Type="http://schemas.openxmlformats.org/officeDocument/2006/relationships/slideLayout" Target="../slideLayouts/slideLayout182.xml"/><Relationship Id="rId26" Type="http://schemas.openxmlformats.org/officeDocument/2006/relationships/slideLayout" Target="../slideLayouts/slideLayout183.xml"/><Relationship Id="rId27" Type="http://schemas.openxmlformats.org/officeDocument/2006/relationships/slideLayout" Target="../slideLayouts/slideLayout184.xml"/><Relationship Id="rId28" Type="http://schemas.openxmlformats.org/officeDocument/2006/relationships/slideLayout" Target="../slideLayouts/slideLayout185.xml"/><Relationship Id="rId29" Type="http://schemas.openxmlformats.org/officeDocument/2006/relationships/slideLayout" Target="../slideLayouts/slideLayout186.xml"/><Relationship Id="rId30" Type="http://schemas.openxmlformats.org/officeDocument/2006/relationships/slideLayout" Target="../slideLayouts/slideLayout187.xml"/><Relationship Id="rId31" Type="http://schemas.openxmlformats.org/officeDocument/2006/relationships/slideLayout" Target="../slideLayouts/slideLayout188.xml"/><Relationship Id="rId32" Type="http://schemas.openxmlformats.org/officeDocument/2006/relationships/slideLayout" Target="../slideLayouts/slideLayout189.xml"/><Relationship Id="rId33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7.xml"/><Relationship Id="rId9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200.xml"/><Relationship Id="rId12" Type="http://schemas.openxmlformats.org/officeDocument/2006/relationships/slideLayout" Target="../slideLayouts/slideLayout201.xml"/><Relationship Id="rId13" Type="http://schemas.openxmlformats.org/officeDocument/2006/relationships/slideLayout" Target="../slideLayouts/slideLayout202.xml"/><Relationship Id="rId14" Type="http://schemas.openxmlformats.org/officeDocument/2006/relationships/slideLayout" Target="../slideLayouts/slideLayout203.xml"/><Relationship Id="rId15" Type="http://schemas.openxmlformats.org/officeDocument/2006/relationships/slideLayout" Target="../slideLayouts/slideLayout204.xml"/><Relationship Id="rId16" Type="http://schemas.openxmlformats.org/officeDocument/2006/relationships/slideLayout" Target="../slideLayouts/slideLayout205.xml"/><Relationship Id="rId17" Type="http://schemas.openxmlformats.org/officeDocument/2006/relationships/slideLayout" Target="../slideLayouts/slideLayout206.xml"/><Relationship Id="rId18" Type="http://schemas.openxmlformats.org/officeDocument/2006/relationships/slideLayout" Target="../slideLayouts/slideLayout207.xml"/><Relationship Id="rId19" Type="http://schemas.openxmlformats.org/officeDocument/2006/relationships/slideLayout" Target="../slideLayouts/slideLayout208.xml"/><Relationship Id="rId20" Type="http://schemas.openxmlformats.org/officeDocument/2006/relationships/slideLayout" Target="../slideLayouts/slideLayout209.xml"/><Relationship Id="rId21" Type="http://schemas.openxmlformats.org/officeDocument/2006/relationships/slideLayout" Target="../slideLayouts/slideLayout210.xml"/><Relationship Id="rId22" Type="http://schemas.openxmlformats.org/officeDocument/2006/relationships/slideLayout" Target="../slideLayouts/slideLayout211.xml"/><Relationship Id="rId23" Type="http://schemas.openxmlformats.org/officeDocument/2006/relationships/slideLayout" Target="../slideLayouts/slideLayout212.xml"/><Relationship Id="rId24" Type="http://schemas.openxmlformats.org/officeDocument/2006/relationships/slideLayout" Target="../slideLayouts/slideLayout213.xml"/><Relationship Id="rId25" Type="http://schemas.openxmlformats.org/officeDocument/2006/relationships/slideLayout" Target="../slideLayouts/slideLayout214.xml"/><Relationship Id="rId26" Type="http://schemas.openxmlformats.org/officeDocument/2006/relationships/slideLayout" Target="../slideLayouts/slideLayout215.xml"/><Relationship Id="rId27" Type="http://schemas.openxmlformats.org/officeDocument/2006/relationships/slideLayout" Target="../slideLayouts/slideLayout216.xml"/><Relationship Id="rId28" Type="http://schemas.openxmlformats.org/officeDocument/2006/relationships/slideLayout" Target="../slideLayouts/slideLayout217.xml"/><Relationship Id="rId29" Type="http://schemas.openxmlformats.org/officeDocument/2006/relationships/slideLayout" Target="../slideLayouts/slideLayout218.xml"/><Relationship Id="rId30" Type="http://schemas.openxmlformats.org/officeDocument/2006/relationships/slideLayout" Target="../slideLayouts/slideLayout219.xml"/><Relationship Id="rId31" Type="http://schemas.openxmlformats.org/officeDocument/2006/relationships/slideLayout" Target="../slideLayouts/slideLayout220.xml"/><Relationship Id="rId32" Type="http://schemas.openxmlformats.org/officeDocument/2006/relationships/slideLayout" Target="../slideLayouts/slideLayout221.xml"/><Relationship Id="rId33" Type="http://schemas.openxmlformats.org/officeDocument/2006/relationships/slideLayout" Target="../slideLayouts/slideLayout222.xml"/><Relationship Id="rId34" Type="http://schemas.openxmlformats.org/officeDocument/2006/relationships/slideLayout" Target="../slideLayouts/slideLayout223.xml"/><Relationship Id="rId35" Type="http://schemas.openxmlformats.org/officeDocument/2006/relationships/slideLayout" Target="../slideLayouts/slideLayout224.xml"/><Relationship Id="rId36" Type="http://schemas.openxmlformats.org/officeDocument/2006/relationships/slideLayout" Target="../slideLayouts/slideLayout225.xml"/><Relationship Id="rId37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6.xml"/><Relationship Id="rId2" Type="http://schemas.openxmlformats.org/officeDocument/2006/relationships/slideLayout" Target="../slideLayouts/slideLayout227.xml"/><Relationship Id="rId3" Type="http://schemas.openxmlformats.org/officeDocument/2006/relationships/slideLayout" Target="../slideLayouts/slideLayout228.xml"/><Relationship Id="rId4" Type="http://schemas.openxmlformats.org/officeDocument/2006/relationships/slideLayout" Target="../slideLayouts/slideLayout229.xml"/><Relationship Id="rId5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1.xml"/><Relationship Id="rId7" Type="http://schemas.openxmlformats.org/officeDocument/2006/relationships/slideLayout" Target="../slideLayouts/slideLayout232.xml"/><Relationship Id="rId8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4.xml"/><Relationship Id="rId10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39.xml"/><Relationship Id="rId15" Type="http://schemas.openxmlformats.org/officeDocument/2006/relationships/slideLayout" Target="../slideLayouts/slideLayout240.xml"/><Relationship Id="rId16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3.xml"/><Relationship Id="rId19" Type="http://schemas.openxmlformats.org/officeDocument/2006/relationships/slideLayout" Target="../slideLayouts/slideLayout244.xml"/><Relationship Id="rId20" Type="http://schemas.openxmlformats.org/officeDocument/2006/relationships/slideLayout" Target="../slideLayouts/slideLayout245.xml"/><Relationship Id="rId21" Type="http://schemas.openxmlformats.org/officeDocument/2006/relationships/slideLayout" Target="../slideLayouts/slideLayout246.xml"/><Relationship Id="rId22" Type="http://schemas.openxmlformats.org/officeDocument/2006/relationships/slideLayout" Target="../slideLayouts/slideLayout247.xml"/><Relationship Id="rId23" Type="http://schemas.openxmlformats.org/officeDocument/2006/relationships/slideLayout" Target="../slideLayouts/slideLayout248.xml"/><Relationship Id="rId24" Type="http://schemas.openxmlformats.org/officeDocument/2006/relationships/slideLayout" Target="../slideLayouts/slideLayout249.xml"/><Relationship Id="rId25" Type="http://schemas.openxmlformats.org/officeDocument/2006/relationships/slideLayout" Target="../slideLayouts/slideLayout250.xml"/><Relationship Id="rId26" Type="http://schemas.openxmlformats.org/officeDocument/2006/relationships/slideLayout" Target="../slideLayouts/slideLayout251.xml"/><Relationship Id="rId27" Type="http://schemas.openxmlformats.org/officeDocument/2006/relationships/slideLayout" Target="../slideLayouts/slideLayout252.xml"/><Relationship Id="rId28" Type="http://schemas.openxmlformats.org/officeDocument/2006/relationships/slideLayout" Target="../slideLayouts/slideLayout253.xml"/><Relationship Id="rId29" Type="http://schemas.openxmlformats.org/officeDocument/2006/relationships/slideLayout" Target="../slideLayouts/slideLayout254.xml"/><Relationship Id="rId30" Type="http://schemas.openxmlformats.org/officeDocument/2006/relationships/slideLayout" Target="../slideLayouts/slideLayout255.xml"/><Relationship Id="rId31" Type="http://schemas.openxmlformats.org/officeDocument/2006/relationships/slideLayout" Target="../slideLayouts/slideLayout256.xml"/><Relationship Id="rId32" Type="http://schemas.openxmlformats.org/officeDocument/2006/relationships/slideLayout" Target="../slideLayouts/slideLayout257.xml"/><Relationship Id="rId3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8.xml"/><Relationship Id="rId2" Type="http://schemas.openxmlformats.org/officeDocument/2006/relationships/slideLayout" Target="../slideLayouts/slideLayout259.xml"/><Relationship Id="rId3" Type="http://schemas.openxmlformats.org/officeDocument/2006/relationships/slideLayout" Target="../slideLayouts/slideLayout260.xml"/><Relationship Id="rId4" Type="http://schemas.openxmlformats.org/officeDocument/2006/relationships/slideLayout" Target="../slideLayouts/slideLayout261.xml"/><Relationship Id="rId5" Type="http://schemas.openxmlformats.org/officeDocument/2006/relationships/slideLayout" Target="../slideLayouts/slideLayout262.xml"/><Relationship Id="rId6" Type="http://schemas.openxmlformats.org/officeDocument/2006/relationships/slideLayout" Target="../slideLayouts/slideLayout263.xml"/><Relationship Id="rId7" Type="http://schemas.openxmlformats.org/officeDocument/2006/relationships/slideLayout" Target="../slideLayouts/slideLayout264.xml"/><Relationship Id="rId8" Type="http://schemas.openxmlformats.org/officeDocument/2006/relationships/slideLayout" Target="../slideLayouts/slideLayout265.xml"/><Relationship Id="rId9" Type="http://schemas.openxmlformats.org/officeDocument/2006/relationships/slideLayout" Target="../slideLayouts/slideLayout266.xml"/><Relationship Id="rId10" Type="http://schemas.openxmlformats.org/officeDocument/2006/relationships/slideLayout" Target="../slideLayouts/slideLayout267.xml"/><Relationship Id="rId11" Type="http://schemas.openxmlformats.org/officeDocument/2006/relationships/slideLayout" Target="../slideLayouts/slideLayout268.xml"/><Relationship Id="rId12" Type="http://schemas.openxmlformats.org/officeDocument/2006/relationships/slideLayout" Target="../slideLayouts/slideLayout269.xml"/><Relationship Id="rId13" Type="http://schemas.openxmlformats.org/officeDocument/2006/relationships/slideLayout" Target="../slideLayouts/slideLayout270.xml"/><Relationship Id="rId14" Type="http://schemas.openxmlformats.org/officeDocument/2006/relationships/slideLayout" Target="../slideLayouts/slideLayout271.xml"/><Relationship Id="rId15" Type="http://schemas.openxmlformats.org/officeDocument/2006/relationships/slideLayout" Target="../slideLayouts/slideLayout272.xml"/><Relationship Id="rId16" Type="http://schemas.openxmlformats.org/officeDocument/2006/relationships/slideLayout" Target="../slideLayouts/slideLayout273.xml"/><Relationship Id="rId17" Type="http://schemas.openxmlformats.org/officeDocument/2006/relationships/slideLayout" Target="../slideLayouts/slideLayout274.xml"/><Relationship Id="rId18" Type="http://schemas.openxmlformats.org/officeDocument/2006/relationships/slideLayout" Target="../slideLayouts/slideLayout275.xml"/><Relationship Id="rId19" Type="http://schemas.openxmlformats.org/officeDocument/2006/relationships/slideLayout" Target="../slideLayouts/slideLayout276.xml"/><Relationship Id="rId20" Type="http://schemas.openxmlformats.org/officeDocument/2006/relationships/slideLayout" Target="../slideLayouts/slideLayout277.xml"/><Relationship Id="rId21" Type="http://schemas.openxmlformats.org/officeDocument/2006/relationships/slideLayout" Target="../slideLayouts/slideLayout278.xml"/><Relationship Id="rId22" Type="http://schemas.openxmlformats.org/officeDocument/2006/relationships/slideLayout" Target="../slideLayouts/slideLayout279.xml"/><Relationship Id="rId23" Type="http://schemas.openxmlformats.org/officeDocument/2006/relationships/slideLayout" Target="../slideLayouts/slideLayout280.xml"/><Relationship Id="rId24" Type="http://schemas.openxmlformats.org/officeDocument/2006/relationships/slideLayout" Target="../slideLayouts/slideLayout281.xml"/><Relationship Id="rId25" Type="http://schemas.openxmlformats.org/officeDocument/2006/relationships/slideLayout" Target="../slideLayouts/slideLayout282.xml"/><Relationship Id="rId26" Type="http://schemas.openxmlformats.org/officeDocument/2006/relationships/slideLayout" Target="../slideLayouts/slideLayout283.xml"/><Relationship Id="rId27" Type="http://schemas.openxmlformats.org/officeDocument/2006/relationships/slideLayout" Target="../slideLayouts/slideLayout284.xml"/><Relationship Id="rId28" Type="http://schemas.openxmlformats.org/officeDocument/2006/relationships/slideLayout" Target="../slideLayouts/slideLayout285.xml"/><Relationship Id="rId29" Type="http://schemas.openxmlformats.org/officeDocument/2006/relationships/slideLayout" Target="../slideLayouts/slideLayout286.xml"/><Relationship Id="rId30" Type="http://schemas.openxmlformats.org/officeDocument/2006/relationships/slideLayout" Target="../slideLayouts/slideLayout287.xml"/><Relationship Id="rId31" Type="http://schemas.openxmlformats.org/officeDocument/2006/relationships/slideLayout" Target="../slideLayouts/slideLayout288.xml"/><Relationship Id="rId32" Type="http://schemas.openxmlformats.org/officeDocument/2006/relationships/slideLayout" Target="../slideLayouts/slideLayout289.xml"/><Relationship Id="rId3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0.xml"/><Relationship Id="rId2" Type="http://schemas.openxmlformats.org/officeDocument/2006/relationships/slideLayout" Target="../slideLayouts/slideLayout291.xml"/><Relationship Id="rId3" Type="http://schemas.openxmlformats.org/officeDocument/2006/relationships/slideLayout" Target="../slideLayouts/slideLayout292.xml"/><Relationship Id="rId4" Type="http://schemas.openxmlformats.org/officeDocument/2006/relationships/slideLayout" Target="../slideLayouts/slideLayout293.xml"/><Relationship Id="rId5" Type="http://schemas.openxmlformats.org/officeDocument/2006/relationships/slideLayout" Target="../slideLayouts/slideLayout294.xml"/><Relationship Id="rId6" Type="http://schemas.openxmlformats.org/officeDocument/2006/relationships/slideLayout" Target="../slideLayouts/slideLayout295.xml"/><Relationship Id="rId7" Type="http://schemas.openxmlformats.org/officeDocument/2006/relationships/slideLayout" Target="../slideLayouts/slideLayout296.xml"/><Relationship Id="rId8" Type="http://schemas.openxmlformats.org/officeDocument/2006/relationships/slideLayout" Target="../slideLayouts/slideLayout297.xml"/><Relationship Id="rId9" Type="http://schemas.openxmlformats.org/officeDocument/2006/relationships/slideLayout" Target="../slideLayouts/slideLayout298.xml"/><Relationship Id="rId10" Type="http://schemas.openxmlformats.org/officeDocument/2006/relationships/slideLayout" Target="../slideLayouts/slideLayout299.xml"/><Relationship Id="rId11" Type="http://schemas.openxmlformats.org/officeDocument/2006/relationships/slideLayout" Target="../slideLayouts/slideLayout300.xml"/><Relationship Id="rId12" Type="http://schemas.openxmlformats.org/officeDocument/2006/relationships/slideLayout" Target="../slideLayouts/slideLayout301.xml"/><Relationship Id="rId13" Type="http://schemas.openxmlformats.org/officeDocument/2006/relationships/slideLayout" Target="../slideLayouts/slideLayout302.xml"/><Relationship Id="rId14" Type="http://schemas.openxmlformats.org/officeDocument/2006/relationships/slideLayout" Target="../slideLayouts/slideLayout303.xml"/><Relationship Id="rId15" Type="http://schemas.openxmlformats.org/officeDocument/2006/relationships/slideLayout" Target="../slideLayouts/slideLayout304.xml"/><Relationship Id="rId16" Type="http://schemas.openxmlformats.org/officeDocument/2006/relationships/slideLayout" Target="../slideLayouts/slideLayout305.xml"/><Relationship Id="rId17" Type="http://schemas.openxmlformats.org/officeDocument/2006/relationships/slideLayout" Target="../slideLayouts/slideLayout306.xml"/><Relationship Id="rId18" Type="http://schemas.openxmlformats.org/officeDocument/2006/relationships/slideLayout" Target="../slideLayouts/slideLayout307.xml"/><Relationship Id="rId19" Type="http://schemas.openxmlformats.org/officeDocument/2006/relationships/slideLayout" Target="../slideLayouts/slideLayout308.xml"/><Relationship Id="rId20" Type="http://schemas.openxmlformats.org/officeDocument/2006/relationships/slideLayout" Target="../slideLayouts/slideLayout309.xml"/><Relationship Id="rId21" Type="http://schemas.openxmlformats.org/officeDocument/2006/relationships/slideLayout" Target="../slideLayouts/slideLayout310.xml"/><Relationship Id="rId22" Type="http://schemas.openxmlformats.org/officeDocument/2006/relationships/slideLayout" Target="../slideLayouts/slideLayout311.xml"/><Relationship Id="rId23" Type="http://schemas.openxmlformats.org/officeDocument/2006/relationships/slideLayout" Target="../slideLayouts/slideLayout312.xml"/><Relationship Id="rId24" Type="http://schemas.openxmlformats.org/officeDocument/2006/relationships/slideLayout" Target="../slideLayouts/slideLayout313.xml"/><Relationship Id="rId25" Type="http://schemas.openxmlformats.org/officeDocument/2006/relationships/slideLayout" Target="../slideLayouts/slideLayout314.xml"/><Relationship Id="rId26" Type="http://schemas.openxmlformats.org/officeDocument/2006/relationships/slideLayout" Target="../slideLayouts/slideLayout315.xml"/><Relationship Id="rId27" Type="http://schemas.openxmlformats.org/officeDocument/2006/relationships/slideLayout" Target="../slideLayouts/slideLayout316.xml"/><Relationship Id="rId28" Type="http://schemas.openxmlformats.org/officeDocument/2006/relationships/slideLayout" Target="../slideLayouts/slideLayout317.xml"/><Relationship Id="rId29" Type="http://schemas.openxmlformats.org/officeDocument/2006/relationships/slideLayout" Target="../slideLayouts/slideLayout318.xml"/><Relationship Id="rId30" Type="http://schemas.openxmlformats.org/officeDocument/2006/relationships/slideLayout" Target="../slideLayouts/slideLayout319.xml"/><Relationship Id="rId31" Type="http://schemas.openxmlformats.org/officeDocument/2006/relationships/slideLayout" Target="../slideLayouts/slideLayout320.xml"/><Relationship Id="rId32" Type="http://schemas.openxmlformats.org/officeDocument/2006/relationships/slideLayout" Target="../slideLayouts/slideLayout321.xml"/><Relationship Id="rId33" Type="http://schemas.openxmlformats.org/officeDocument/2006/relationships/slideLayout" Target="../slideLayouts/slideLayout322.xml"/><Relationship Id="rId34" Type="http://schemas.openxmlformats.org/officeDocument/2006/relationships/slideLayout" Target="../slideLayouts/slideLayout323.xml"/><Relationship Id="rId35" Type="http://schemas.openxmlformats.org/officeDocument/2006/relationships/slideLayout" Target="../slideLayouts/slideLayout324.xml"/><Relationship Id="rId36" Type="http://schemas.openxmlformats.org/officeDocument/2006/relationships/slideLayout" Target="../slideLayouts/slideLayout325.xml"/><Relationship Id="rId37" Type="http://schemas.openxmlformats.org/officeDocument/2006/relationships/slideLayout" Target="../slideLayouts/slideLayout326.xml"/><Relationship Id="rId38" Type="http://schemas.openxmlformats.org/officeDocument/2006/relationships/slideLayout" Target="../slideLayouts/slideLayout327.xml"/><Relationship Id="rId39" Type="http://schemas.openxmlformats.org/officeDocument/2006/relationships/slideLayout" Target="../slideLayouts/slideLayout328.xml"/><Relationship Id="rId40" Type="http://schemas.openxmlformats.org/officeDocument/2006/relationships/slideLayout" Target="../slideLayouts/slideLayout329.xml"/><Relationship Id="rId41" Type="http://schemas.openxmlformats.org/officeDocument/2006/relationships/slideLayout" Target="../slideLayouts/slideLayout330.xml"/><Relationship Id="rId42" Type="http://schemas.openxmlformats.org/officeDocument/2006/relationships/slideLayout" Target="../slideLayouts/slideLayout331.xml"/><Relationship Id="rId43" Type="http://schemas.openxmlformats.org/officeDocument/2006/relationships/slideLayout" Target="../slideLayouts/slideLayout332.xml"/><Relationship Id="rId44" Type="http://schemas.openxmlformats.org/officeDocument/2006/relationships/slideLayout" Target="../slideLayouts/slideLayout333.xml"/><Relationship Id="rId45" Type="http://schemas.openxmlformats.org/officeDocument/2006/relationships/slideLayout" Target="../slideLayouts/slideLayout334.xml"/><Relationship Id="rId46" Type="http://schemas.openxmlformats.org/officeDocument/2006/relationships/slideLayout" Target="../slideLayouts/slideLayout335.xml"/><Relationship Id="rId47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6.xml"/><Relationship Id="rId2" Type="http://schemas.openxmlformats.org/officeDocument/2006/relationships/slideLayout" Target="../slideLayouts/slideLayout337.xml"/><Relationship Id="rId3" Type="http://schemas.openxmlformats.org/officeDocument/2006/relationships/slideLayout" Target="../slideLayouts/slideLayout338.xml"/><Relationship Id="rId4" Type="http://schemas.openxmlformats.org/officeDocument/2006/relationships/slideLayout" Target="../slideLayouts/slideLayout339.xml"/><Relationship Id="rId5" Type="http://schemas.openxmlformats.org/officeDocument/2006/relationships/slideLayout" Target="../slideLayouts/slideLayout340.xml"/><Relationship Id="rId6" Type="http://schemas.openxmlformats.org/officeDocument/2006/relationships/slideLayout" Target="../slideLayouts/slideLayout341.xml"/><Relationship Id="rId7" Type="http://schemas.openxmlformats.org/officeDocument/2006/relationships/slideLayout" Target="../slideLayouts/slideLayout342.xml"/><Relationship Id="rId8" Type="http://schemas.openxmlformats.org/officeDocument/2006/relationships/slideLayout" Target="../slideLayouts/slideLayout343.xml"/><Relationship Id="rId9" Type="http://schemas.openxmlformats.org/officeDocument/2006/relationships/slideLayout" Target="../slideLayouts/slideLayout344.xml"/><Relationship Id="rId10" Type="http://schemas.openxmlformats.org/officeDocument/2006/relationships/slideLayout" Target="../slideLayouts/slideLayout345.xml"/><Relationship Id="rId11" Type="http://schemas.openxmlformats.org/officeDocument/2006/relationships/slideLayout" Target="../slideLayouts/slideLayout346.xml"/><Relationship Id="rId12" Type="http://schemas.openxmlformats.org/officeDocument/2006/relationships/slideLayout" Target="../slideLayouts/slideLayout347.xml"/><Relationship Id="rId13" Type="http://schemas.openxmlformats.org/officeDocument/2006/relationships/slideLayout" Target="../slideLayouts/slideLayout348.xml"/><Relationship Id="rId14" Type="http://schemas.openxmlformats.org/officeDocument/2006/relationships/slideLayout" Target="../slideLayouts/slideLayout349.xml"/><Relationship Id="rId15" Type="http://schemas.openxmlformats.org/officeDocument/2006/relationships/slideLayout" Target="../slideLayouts/slideLayout350.xml"/><Relationship Id="rId16" Type="http://schemas.openxmlformats.org/officeDocument/2006/relationships/slideLayout" Target="../slideLayouts/slideLayout351.xml"/><Relationship Id="rId17" Type="http://schemas.openxmlformats.org/officeDocument/2006/relationships/slideLayout" Target="../slideLayouts/slideLayout352.xml"/><Relationship Id="rId18" Type="http://schemas.openxmlformats.org/officeDocument/2006/relationships/slideLayout" Target="../slideLayouts/slideLayout353.xml"/><Relationship Id="rId19" Type="http://schemas.openxmlformats.org/officeDocument/2006/relationships/slideLayout" Target="../slideLayouts/slideLayout354.xml"/><Relationship Id="rId20" Type="http://schemas.openxmlformats.org/officeDocument/2006/relationships/slideLayout" Target="../slideLayouts/slideLayout355.xml"/><Relationship Id="rId21" Type="http://schemas.openxmlformats.org/officeDocument/2006/relationships/slideLayout" Target="../slideLayouts/slideLayout356.xml"/><Relationship Id="rId22" Type="http://schemas.openxmlformats.org/officeDocument/2006/relationships/slideLayout" Target="../slideLayouts/slideLayout357.xml"/><Relationship Id="rId23" Type="http://schemas.openxmlformats.org/officeDocument/2006/relationships/slideLayout" Target="../slideLayouts/slideLayout358.xml"/><Relationship Id="rId24" Type="http://schemas.openxmlformats.org/officeDocument/2006/relationships/slideLayout" Target="../slideLayouts/slideLayout359.xml"/><Relationship Id="rId25" Type="http://schemas.openxmlformats.org/officeDocument/2006/relationships/slideLayout" Target="../slideLayouts/slideLayout360.xml"/><Relationship Id="rId26" Type="http://schemas.openxmlformats.org/officeDocument/2006/relationships/slideLayout" Target="../slideLayouts/slideLayout361.xml"/><Relationship Id="rId27" Type="http://schemas.openxmlformats.org/officeDocument/2006/relationships/slideLayout" Target="../slideLayouts/slideLayout362.xml"/><Relationship Id="rId28" Type="http://schemas.openxmlformats.org/officeDocument/2006/relationships/slideLayout" Target="../slideLayouts/slideLayout363.xml"/><Relationship Id="rId29" Type="http://schemas.openxmlformats.org/officeDocument/2006/relationships/slideLayout" Target="../slideLayouts/slideLayout364.xml"/><Relationship Id="rId30" Type="http://schemas.openxmlformats.org/officeDocument/2006/relationships/slideLayout" Target="../slideLayouts/slideLayout365.xml"/><Relationship Id="rId31" Type="http://schemas.openxmlformats.org/officeDocument/2006/relationships/slideLayout" Target="../slideLayouts/slideLayout366.xml"/><Relationship Id="rId32" Type="http://schemas.openxmlformats.org/officeDocument/2006/relationships/slideLayout" Target="../slideLayouts/slideLayout367.xml"/><Relationship Id="rId33" Type="http://schemas.openxmlformats.org/officeDocument/2006/relationships/slideLayout" Target="../slideLayouts/slideLayout368.xml"/><Relationship Id="rId34" Type="http://schemas.openxmlformats.org/officeDocument/2006/relationships/slideLayout" Target="../slideLayouts/slideLayout369.xml"/><Relationship Id="rId35" Type="http://schemas.openxmlformats.org/officeDocument/2006/relationships/slideLayout" Target="../slideLayouts/slideLayout370.xml"/><Relationship Id="rId36" Type="http://schemas.openxmlformats.org/officeDocument/2006/relationships/slideLayout" Target="../slideLayouts/slideLayout371.xml"/><Relationship Id="rId37" Type="http://schemas.openxmlformats.org/officeDocument/2006/relationships/slideLayout" Target="../slideLayouts/slideLayout372.xml"/><Relationship Id="rId38" Type="http://schemas.openxmlformats.org/officeDocument/2006/relationships/slideLayout" Target="../slideLayouts/slideLayout373.xml"/><Relationship Id="rId39" Type="http://schemas.openxmlformats.org/officeDocument/2006/relationships/slideLayout" Target="../slideLayouts/slideLayout374.xml"/><Relationship Id="rId40" Type="http://schemas.openxmlformats.org/officeDocument/2006/relationships/slideLayout" Target="../slideLayouts/slideLayout375.xml"/><Relationship Id="rId41" Type="http://schemas.openxmlformats.org/officeDocument/2006/relationships/slideLayout" Target="../slideLayouts/slideLayout376.xml"/><Relationship Id="rId42" Type="http://schemas.openxmlformats.org/officeDocument/2006/relationships/slideLayout" Target="../slideLayouts/slideLayout377.xml"/><Relationship Id="rId43" Type="http://schemas.openxmlformats.org/officeDocument/2006/relationships/slideLayout" Target="../slideLayouts/slideLayout378.xml"/><Relationship Id="rId4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9.xml"/><Relationship Id="rId2" Type="http://schemas.openxmlformats.org/officeDocument/2006/relationships/slideLayout" Target="../slideLayouts/slideLayout380.xml"/><Relationship Id="rId3" Type="http://schemas.openxmlformats.org/officeDocument/2006/relationships/slideLayout" Target="../slideLayouts/slideLayout381.xml"/><Relationship Id="rId4" Type="http://schemas.openxmlformats.org/officeDocument/2006/relationships/slideLayout" Target="../slideLayouts/slideLayout382.xml"/><Relationship Id="rId5" Type="http://schemas.openxmlformats.org/officeDocument/2006/relationships/slideLayout" Target="../slideLayouts/slideLayout383.xml"/><Relationship Id="rId6" Type="http://schemas.openxmlformats.org/officeDocument/2006/relationships/slideLayout" Target="../slideLayouts/slideLayout384.xml"/><Relationship Id="rId7" Type="http://schemas.openxmlformats.org/officeDocument/2006/relationships/slideLayout" Target="../slideLayouts/slideLayout385.xml"/><Relationship Id="rId8" Type="http://schemas.openxmlformats.org/officeDocument/2006/relationships/slideLayout" Target="../slideLayouts/slideLayout386.xml"/><Relationship Id="rId9" Type="http://schemas.openxmlformats.org/officeDocument/2006/relationships/slideLayout" Target="../slideLayouts/slideLayout387.xml"/><Relationship Id="rId10" Type="http://schemas.openxmlformats.org/officeDocument/2006/relationships/slideLayout" Target="../slideLayouts/slideLayout388.xml"/><Relationship Id="rId11" Type="http://schemas.openxmlformats.org/officeDocument/2006/relationships/slideLayout" Target="../slideLayouts/slideLayout389.xml"/><Relationship Id="rId12" Type="http://schemas.openxmlformats.org/officeDocument/2006/relationships/slideLayout" Target="../slideLayouts/slideLayout390.xml"/><Relationship Id="rId13" Type="http://schemas.openxmlformats.org/officeDocument/2006/relationships/slideLayout" Target="../slideLayouts/slideLayout391.xml"/><Relationship Id="rId14" Type="http://schemas.openxmlformats.org/officeDocument/2006/relationships/slideLayout" Target="../slideLayouts/slideLayout392.xml"/><Relationship Id="rId15" Type="http://schemas.openxmlformats.org/officeDocument/2006/relationships/slideLayout" Target="../slideLayouts/slideLayout393.xml"/><Relationship Id="rId16" Type="http://schemas.openxmlformats.org/officeDocument/2006/relationships/slideLayout" Target="../slideLayouts/slideLayout394.xml"/><Relationship Id="rId17" Type="http://schemas.openxmlformats.org/officeDocument/2006/relationships/slideLayout" Target="../slideLayouts/slideLayout395.xml"/><Relationship Id="rId18" Type="http://schemas.openxmlformats.org/officeDocument/2006/relationships/slideLayout" Target="../slideLayouts/slideLayout396.xml"/><Relationship Id="rId19" Type="http://schemas.openxmlformats.org/officeDocument/2006/relationships/slideLayout" Target="../slideLayouts/slideLayout397.xml"/><Relationship Id="rId20" Type="http://schemas.openxmlformats.org/officeDocument/2006/relationships/slideLayout" Target="../slideLayouts/slideLayout398.xml"/><Relationship Id="rId21" Type="http://schemas.openxmlformats.org/officeDocument/2006/relationships/slideLayout" Target="../slideLayouts/slideLayout399.xml"/><Relationship Id="rId22" Type="http://schemas.openxmlformats.org/officeDocument/2006/relationships/slideLayout" Target="../slideLayouts/slideLayout400.xml"/><Relationship Id="rId23" Type="http://schemas.openxmlformats.org/officeDocument/2006/relationships/slideLayout" Target="../slideLayouts/slideLayout401.xml"/><Relationship Id="rId24" Type="http://schemas.openxmlformats.org/officeDocument/2006/relationships/slideLayout" Target="../slideLayouts/slideLayout402.xml"/><Relationship Id="rId25" Type="http://schemas.openxmlformats.org/officeDocument/2006/relationships/slideLayout" Target="../slideLayouts/slideLayout403.xml"/><Relationship Id="rId26" Type="http://schemas.openxmlformats.org/officeDocument/2006/relationships/slideLayout" Target="../slideLayouts/slideLayout404.xml"/><Relationship Id="rId27" Type="http://schemas.openxmlformats.org/officeDocument/2006/relationships/slideLayout" Target="../slideLayouts/slideLayout405.xml"/><Relationship Id="rId28" Type="http://schemas.openxmlformats.org/officeDocument/2006/relationships/slideLayout" Target="../slideLayouts/slideLayout406.xml"/><Relationship Id="rId29" Type="http://schemas.openxmlformats.org/officeDocument/2006/relationships/slideLayout" Target="../slideLayouts/slideLayout407.xml"/><Relationship Id="rId30" Type="http://schemas.openxmlformats.org/officeDocument/2006/relationships/slideLayout" Target="../slideLayouts/slideLayout408.xml"/><Relationship Id="rId31" Type="http://schemas.openxmlformats.org/officeDocument/2006/relationships/slideLayout" Target="../slideLayouts/slideLayout409.xml"/><Relationship Id="rId32" Type="http://schemas.openxmlformats.org/officeDocument/2006/relationships/slideLayout" Target="../slideLayouts/slideLayout410.xml"/><Relationship Id="rId33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1587965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4097" r:id="rId48"/>
  </p:sldLayoutIdLst>
  <p:transition spd="med"/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300" y="288925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38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56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4" r:id="rId34"/>
    <p:sldLayoutId id="2147483755" r:id="rId35"/>
    <p:sldLayoutId id="2147483756" r:id="rId36"/>
    <p:sldLayoutId id="2147483757" r:id="rId37"/>
    <p:sldLayoutId id="2147483758" r:id="rId38"/>
    <p:sldLayoutId id="2147483759" r:id="rId39"/>
    <p:sldLayoutId id="2147483760" r:id="rId40"/>
    <p:sldLayoutId id="2147483761" r:id="rId41"/>
    <p:sldLayoutId id="2147483762" r:id="rId42"/>
    <p:sldLayoutId id="2147483763" r:id="rId43"/>
    <p:sldLayoutId id="2147483764" r:id="rId44"/>
    <p:sldLayoutId id="2147483765" r:id="rId45"/>
    <p:sldLayoutId id="2147483766" r:id="rId46"/>
  </p:sldLayoutIdLst>
  <p:transition spd="med"/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3" y="6383869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Footer Placeholder">
            <a:extLst>
              <a:ext uri="{FF2B5EF4-FFF2-40B4-BE49-F238E27FC236}">
                <a16:creationId xmlns:a16="http://schemas.microsoft.com/office/drawing/2014/main" id="{86DF59F6-D5F2-8343-9676-C1ACB3AD5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90" y="6491902"/>
            <a:ext cx="5486313" cy="222249"/>
          </a:xfrm>
          <a:prstGeom prst="rect">
            <a:avLst/>
          </a:prstGeom>
        </p:spPr>
        <p:txBody>
          <a:bodyPr/>
          <a:lstStyle/>
          <a:p>
            <a:pPr defTabSz="914610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0964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  <p:sldLayoutId id="2147483785" r:id="rId18"/>
    <p:sldLayoutId id="2147483786" r:id="rId19"/>
    <p:sldLayoutId id="2147483787" r:id="rId20"/>
    <p:sldLayoutId id="2147483788" r:id="rId21"/>
    <p:sldLayoutId id="2147483789" r:id="rId22"/>
    <p:sldLayoutId id="2147483790" r:id="rId23"/>
    <p:sldLayoutId id="2147483791" r:id="rId24"/>
    <p:sldLayoutId id="2147483792" r:id="rId25"/>
    <p:sldLayoutId id="2147483793" r:id="rId26"/>
    <p:sldLayoutId id="2147483794" r:id="rId27"/>
    <p:sldLayoutId id="2147483795" r:id="rId28"/>
    <p:sldLayoutId id="2147483796" r:id="rId29"/>
    <p:sldLayoutId id="2147483797" r:id="rId30"/>
    <p:sldLayoutId id="2147483798" r:id="rId31"/>
    <p:sldLayoutId id="2147483799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8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2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60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592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7183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8170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 baseline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70993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11522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926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326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730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0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04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04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05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08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06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09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21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2" y="6383868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Footer Placeholder">
            <a:extLst>
              <a:ext uri="{FF2B5EF4-FFF2-40B4-BE49-F238E27FC236}">
                <a16:creationId xmlns:a16="http://schemas.microsoft.com/office/drawing/2014/main" id="{86DF59F6-D5F2-8343-9676-C1ACB3AD5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89" y="6491901"/>
            <a:ext cx="5486313" cy="222249"/>
          </a:xfrm>
          <a:prstGeom prst="rect">
            <a:avLst/>
          </a:prstGeom>
        </p:spPr>
        <p:txBody>
          <a:bodyPr/>
          <a:lstStyle/>
          <a:p>
            <a:pPr defTabSz="914633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529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  <p:sldLayoutId id="2147483819" r:id="rId19"/>
    <p:sldLayoutId id="2147483820" r:id="rId20"/>
    <p:sldLayoutId id="2147483821" r:id="rId21"/>
    <p:sldLayoutId id="2147483822" r:id="rId22"/>
    <p:sldLayoutId id="2147483823" r:id="rId23"/>
    <p:sldLayoutId id="2147483824" r:id="rId24"/>
    <p:sldLayoutId id="2147483825" r:id="rId25"/>
    <p:sldLayoutId id="2147483826" r:id="rId26"/>
    <p:sldLayoutId id="2147483827" r:id="rId27"/>
    <p:sldLayoutId id="2147483828" r:id="rId28"/>
    <p:sldLayoutId id="2147483829" r:id="rId29"/>
    <p:sldLayoutId id="2147483830" r:id="rId30"/>
    <p:sldLayoutId id="2147483831" r:id="rId31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41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82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597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7195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819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 baseline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7102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11575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990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403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818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12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2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4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5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6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79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9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306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253256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  <p:sldLayoutId id="2147483850" r:id="rId18"/>
    <p:sldLayoutId id="2147483851" r:id="rId19"/>
    <p:sldLayoutId id="2147483852" r:id="rId20"/>
    <p:sldLayoutId id="2147483853" r:id="rId21"/>
    <p:sldLayoutId id="2147483854" r:id="rId22"/>
    <p:sldLayoutId id="2147483855" r:id="rId23"/>
    <p:sldLayoutId id="2147483856" r:id="rId24"/>
    <p:sldLayoutId id="2147483857" r:id="rId25"/>
    <p:sldLayoutId id="2147483858" r:id="rId26"/>
    <p:sldLayoutId id="2147483859" r:id="rId27"/>
    <p:sldLayoutId id="2147483860" r:id="rId28"/>
    <p:sldLayoutId id="2147483861" r:id="rId29"/>
    <p:sldLayoutId id="2147483862" r:id="rId30"/>
    <p:sldLayoutId id="2147483863" r:id="rId31"/>
    <p:sldLayoutId id="2147483864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i="0">
          <a:solidFill>
            <a:schemeClr val="bg1"/>
          </a:solidFill>
          <a:latin typeface="+mj-lt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5pPr>
      <a:lvl6pPr marL="48341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6pPr>
      <a:lvl7pPr marL="96682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7pPr>
      <a:lvl8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8pPr>
      <a:lvl9pPr marL="1933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IBM Plex Sans" pitchFamily="2" charset="2"/>
        <a:buNone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1pPr>
      <a:lvl2pPr marL="228597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2pPr>
      <a:lvl3pPr marL="457195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3pPr>
      <a:lvl4pPr marL="838190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 b="0" i="0" baseline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4pPr>
      <a:lvl5pPr marL="1071020" indent="-231642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bg1"/>
        </a:buClr>
        <a:buFont typeface="Arial" panose="020B0604020202020204" pitchFamily="34" charset="0"/>
        <a:buChar char="•"/>
        <a:tabLst/>
        <a:defRPr sz="1867" b="0" i="0">
          <a:solidFill>
            <a:schemeClr val="bg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5pPr>
      <a:lvl6pPr marL="2111575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6pPr>
      <a:lvl7pPr marL="2594990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7pPr>
      <a:lvl8pPr marL="3078403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8pPr>
      <a:lvl9pPr marL="3561818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" charset="0"/>
        </a:defRPr>
      </a:lvl9pPr>
    </p:bodyStyle>
    <p:otherStyle>
      <a:defPPr>
        <a:defRPr lang="en-US"/>
      </a:defPPr>
      <a:lvl1pPr marL="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12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2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4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5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6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79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9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306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6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4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en-US"/>
              <a:t>IBM Data &amp; AI / Master Data Management / IBM 2020</a:t>
            </a:r>
          </a:p>
        </p:txBody>
      </p:sp>
    </p:spTree>
    <p:extLst>
      <p:ext uri="{BB962C8B-B14F-4D97-AF65-F5344CB8AC3E}">
        <p14:creationId xmlns:p14="http://schemas.microsoft.com/office/powerpoint/2010/main" val="35811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  <p:sldLayoutId id="2147483886" r:id="rId21"/>
    <p:sldLayoutId id="2147483887" r:id="rId22"/>
    <p:sldLayoutId id="2147483888" r:id="rId23"/>
    <p:sldLayoutId id="2147483889" r:id="rId24"/>
    <p:sldLayoutId id="2147483890" r:id="rId25"/>
    <p:sldLayoutId id="2147483891" r:id="rId26"/>
    <p:sldLayoutId id="2147483892" r:id="rId27"/>
    <p:sldLayoutId id="2147483893" r:id="rId28"/>
    <p:sldLayoutId id="2147483894" r:id="rId29"/>
    <p:sldLayoutId id="2147483895" r:id="rId30"/>
    <p:sldLayoutId id="2147483896" r:id="rId31"/>
    <p:sldLayoutId id="2147483897" r:id="rId32"/>
    <p:sldLayoutId id="2147483898" r:id="rId33"/>
    <p:sldLayoutId id="2147483899" r:id="rId34"/>
    <p:sldLayoutId id="2147483900" r:id="rId35"/>
    <p:sldLayoutId id="2147483901" r:id="rId36"/>
  </p:sldLayoutIdLst>
  <p:hf sldNum="0" hdr="0" dt="0"/>
  <p:txStyles>
    <p:titleStyle>
      <a:lvl1pPr algn="l" defTabSz="60957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2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9570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1pPr>
      <a:lvl2pPr marL="230706" indent="-230706" algn="l" defTabSz="609570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2pPr>
      <a:lvl3pPr marL="529140" indent="-230706" algn="l" defTabSz="609570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3pPr>
      <a:lvl4pPr marL="833926" indent="-224356" algn="l" defTabSz="609570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4pPr>
      <a:lvl5pPr marL="1070980" indent="-230706" algn="l" defTabSz="609570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90" y="6383869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de-DE" sz="1333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3" y="6383869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151304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  <p:sldLayoutId id="2147483922" r:id="rId20"/>
    <p:sldLayoutId id="2147483923" r:id="rId21"/>
    <p:sldLayoutId id="2147483924" r:id="rId22"/>
    <p:sldLayoutId id="2147483925" r:id="rId23"/>
    <p:sldLayoutId id="2147483926" r:id="rId24"/>
    <p:sldLayoutId id="2147483927" r:id="rId25"/>
    <p:sldLayoutId id="2147483928" r:id="rId26"/>
    <p:sldLayoutId id="2147483929" r:id="rId27"/>
    <p:sldLayoutId id="2147483930" r:id="rId28"/>
    <p:sldLayoutId id="2147483931" r:id="rId29"/>
    <p:sldLayoutId id="2147483932" r:id="rId30"/>
    <p:sldLayoutId id="2147483933" r:id="rId31"/>
    <p:sldLayoutId id="2147483934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8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20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60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592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7183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8170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 baseline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70993" indent="-23163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11522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926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326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730" indent="-172885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0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04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04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05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08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06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09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210" algn="l" defTabSz="966804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4" y="6383870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Footer Placeholder">
            <a:extLst>
              <a:ext uri="{FF2B5EF4-FFF2-40B4-BE49-F238E27FC236}">
                <a16:creationId xmlns:a16="http://schemas.microsoft.com/office/drawing/2014/main" id="{86DF59F6-D5F2-8343-9676-C1ACB3AD5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91" y="6491904"/>
            <a:ext cx="5486313" cy="222249"/>
          </a:xfrm>
          <a:prstGeom prst="rect">
            <a:avLst/>
          </a:prstGeom>
        </p:spPr>
        <p:txBody>
          <a:bodyPr/>
          <a:lstStyle/>
          <a:p>
            <a:pPr defTabSz="914588">
              <a:defRPr/>
            </a:pPr>
            <a:r>
              <a:rPr lang="de-DE" sz="800">
                <a:solidFill>
                  <a:srgbClr val="FFFFFF"/>
                </a:solidFill>
                <a:latin typeface="IBM Plex Sans" panose="020B0503050203000203" pitchFamily="34" charset="0"/>
              </a:rPr>
              <a:t>© 2022 IBM Corporation</a:t>
            </a:r>
            <a:endParaRPr lang="en-US" sz="800">
              <a:solidFill>
                <a:srgbClr val="FFFFFF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8169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48" r:id="rId13"/>
    <p:sldLayoutId id="2147483949" r:id="rId14"/>
    <p:sldLayoutId id="2147483950" r:id="rId15"/>
    <p:sldLayoutId id="2147483951" r:id="rId16"/>
    <p:sldLayoutId id="2147483952" r:id="rId17"/>
    <p:sldLayoutId id="2147483953" r:id="rId18"/>
    <p:sldLayoutId id="2147483954" r:id="rId19"/>
    <p:sldLayoutId id="2147483955" r:id="rId20"/>
    <p:sldLayoutId id="2147483956" r:id="rId21"/>
    <p:sldLayoutId id="2147483957" r:id="rId22"/>
    <p:sldLayoutId id="2147483958" r:id="rId23"/>
    <p:sldLayoutId id="2147483959" r:id="rId24"/>
    <p:sldLayoutId id="2147483960" r:id="rId25"/>
    <p:sldLayoutId id="2147483961" r:id="rId26"/>
    <p:sldLayoutId id="2147483962" r:id="rId27"/>
    <p:sldLayoutId id="2147483963" r:id="rId28"/>
    <p:sldLayoutId id="2147483964" r:id="rId29"/>
    <p:sldLayoutId id="2147483965" r:id="rId30"/>
    <p:sldLayoutId id="2147483966" r:id="rId31"/>
    <p:sldLayoutId id="2147483967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38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78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1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55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586" indent="-23163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7171" indent="-23163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8150" indent="-23163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 baseline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70967" indent="-23163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11470" indent="-172881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862" indent="-172881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250" indent="-172881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642" indent="-172881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388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780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168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557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6948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334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725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114" algn="l" defTabSz="966780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  <a:endParaRPr lang="en-CA"/>
          </a:p>
          <a:p>
            <a:pPr lvl="2"/>
            <a:r>
              <a:rPr lang="en-CA"/>
              <a:t>Body Level Three</a:t>
            </a:r>
          </a:p>
          <a:p>
            <a:pPr lvl="3"/>
            <a:r>
              <a:rPr lang="en-CA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189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  <p:sldLayoutId id="2147483981" r:id="rId13"/>
    <p:sldLayoutId id="2147483982" r:id="rId14"/>
    <p:sldLayoutId id="2147483983" r:id="rId15"/>
    <p:sldLayoutId id="2147483984" r:id="rId16"/>
    <p:sldLayoutId id="2147483985" r:id="rId17"/>
    <p:sldLayoutId id="2147483986" r:id="rId18"/>
    <p:sldLayoutId id="2147483987" r:id="rId19"/>
    <p:sldLayoutId id="2147483988" r:id="rId20"/>
    <p:sldLayoutId id="2147483989" r:id="rId21"/>
    <p:sldLayoutId id="2147483990" r:id="rId22"/>
    <p:sldLayoutId id="2147483991" r:id="rId23"/>
    <p:sldLayoutId id="2147483992" r:id="rId24"/>
    <p:sldLayoutId id="2147483993" r:id="rId25"/>
    <p:sldLayoutId id="2147483994" r:id="rId26"/>
    <p:sldLayoutId id="2147483995" r:id="rId27"/>
    <p:sldLayoutId id="2147483996" r:id="rId28"/>
    <p:sldLayoutId id="2147483997" r:id="rId29"/>
    <p:sldLayoutId id="2147483998" r:id="rId30"/>
    <p:sldLayoutId id="2147483999" r:id="rId31"/>
    <p:sldLayoutId id="2147484000" r:id="rId32"/>
    <p:sldLayoutId id="2147484001" r:id="rId33"/>
    <p:sldLayoutId id="2147484002" r:id="rId34"/>
    <p:sldLayoutId id="2147484003" r:id="rId35"/>
    <p:sldLayoutId id="2147484004" r:id="rId36"/>
    <p:sldLayoutId id="2147484005" r:id="rId37"/>
    <p:sldLayoutId id="2147484006" r:id="rId38"/>
    <p:sldLayoutId id="2147484007" r:id="rId39"/>
    <p:sldLayoutId id="2147484008" r:id="rId40"/>
    <p:sldLayoutId id="2147484009" r:id="rId41"/>
    <p:sldLayoutId id="2147484010" r:id="rId42"/>
    <p:sldLayoutId id="2147484011" r:id="rId43"/>
    <p:sldLayoutId id="2147484012" r:id="rId44"/>
    <p:sldLayoutId id="2147484013" r:id="rId45"/>
    <p:sldLayoutId id="2147484014" r:id="rId46"/>
  </p:sldLayoutIdLst>
  <p:transition spd="med"/>
  <p:hf sldNum="0" hdr="0" ftr="0" dt="0"/>
  <p:txStyles>
    <p:titleStyle>
      <a:lvl1pPr marL="0" marR="0" indent="0" algn="l" defTabSz="1218956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Tx/>
        <a:buFont typeface="Arial" panose="020B0604020202020204" pitchFamily="34" charset="0"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1pPr>
      <a:lvl2pPr marL="163767" marR="0" indent="-163767" algn="l" defTabSz="1218956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2pPr>
      <a:lvl3pPr marL="329334" marR="0" indent="-163767" algn="l" defTabSz="1218956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3pPr>
      <a:lvl4pPr marL="493101" marR="0" indent="-163767" algn="l" defTabSz="1218956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IBM Plex Sans Light" panose="020B0403050203000203" pitchFamily="34" charset="0"/>
          <a:ea typeface="+mj-ea"/>
          <a:cs typeface="+mj-cs"/>
          <a:sym typeface="IBM Plex Sans Light"/>
        </a:defRPr>
      </a:lvl4pPr>
      <a:lvl5pPr marL="342831" marR="0" indent="0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89" y="6400801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Data Fabric / March, 2022 / © 2022 IBM Corporation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2" y="6400801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71814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  <p:sldLayoutId id="2147484027" r:id="rId12"/>
    <p:sldLayoutId id="2147484028" r:id="rId13"/>
    <p:sldLayoutId id="2147484029" r:id="rId14"/>
    <p:sldLayoutId id="2147484030" r:id="rId15"/>
    <p:sldLayoutId id="2147484031" r:id="rId16"/>
    <p:sldLayoutId id="2147484032" r:id="rId17"/>
    <p:sldLayoutId id="2147484033" r:id="rId18"/>
    <p:sldLayoutId id="2147484034" r:id="rId19"/>
    <p:sldLayoutId id="2147484035" r:id="rId20"/>
    <p:sldLayoutId id="2147484036" r:id="rId21"/>
    <p:sldLayoutId id="2147484037" r:id="rId22"/>
    <p:sldLayoutId id="2147484038" r:id="rId23"/>
    <p:sldLayoutId id="2147484039" r:id="rId24"/>
    <p:sldLayoutId id="2147484040" r:id="rId25"/>
    <p:sldLayoutId id="2147484041" r:id="rId26"/>
    <p:sldLayoutId id="2147484042" r:id="rId27"/>
    <p:sldLayoutId id="2147484043" r:id="rId28"/>
    <p:sldLayoutId id="2147484044" r:id="rId29"/>
    <p:sldLayoutId id="2147484045" r:id="rId30"/>
    <p:sldLayoutId id="2147484046" r:id="rId31"/>
    <p:sldLayoutId id="2147484047" r:id="rId32"/>
    <p:sldLayoutId id="2147484048" r:id="rId33"/>
    <p:sldLayoutId id="2147484049" r:id="rId34"/>
    <p:sldLayoutId id="2147484050" r:id="rId35"/>
    <p:sldLayoutId id="2147484051" r:id="rId36"/>
    <p:sldLayoutId id="2147484052" r:id="rId37"/>
    <p:sldLayoutId id="2147484053" r:id="rId38"/>
    <p:sldLayoutId id="2147484054" r:id="rId39"/>
    <p:sldLayoutId id="2147484055" r:id="rId40"/>
    <p:sldLayoutId id="2147484056" r:id="rId41"/>
    <p:sldLayoutId id="2147484057" r:id="rId42"/>
    <p:sldLayoutId id="2147484096" r:id="rId43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5pPr>
      <a:lvl6pPr marL="48341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6pPr>
      <a:lvl7pPr marL="96682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7pPr>
      <a:lvl8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8pPr>
      <a:lvl9pPr marL="1933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1pPr>
      <a:lvl2pPr marL="228597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2pPr>
      <a:lvl3pPr marL="457195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3pPr>
      <a:lvl4pPr marL="83819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867" b="0" i="0" baseline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4pPr>
      <a:lvl5pPr marL="107102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867" b="0" i="0">
          <a:solidFill>
            <a:schemeClr val="tx1"/>
          </a:solidFill>
          <a:latin typeface="IBM Plex Sans Light" panose="020B0403050203000203" pitchFamily="34" charset="0"/>
          <a:ea typeface="IBM Plex Sans Light" panose="020B0403050203000203" pitchFamily="34" charset="0"/>
          <a:cs typeface="IBM Plex Sans Light" panose="020B0403050203000203" pitchFamily="34" charset="0"/>
        </a:defRPr>
      </a:lvl5pPr>
      <a:lvl6pPr marL="2111575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6pPr>
      <a:lvl7pPr marL="2594990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7pPr>
      <a:lvl8pPr marL="3078403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8pPr>
      <a:lvl9pPr marL="3561818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12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2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4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5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6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79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9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306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94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89" y="6383868"/>
            <a:ext cx="5486313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de-DE" sz="1333"/>
              <a:t>IBM Confidential    </a:t>
            </a:r>
            <a:r>
              <a:rPr lang="de-DE"/>
              <a:t>IBM Select / © 2021 IBM Corporation</a:t>
            </a:r>
            <a:endParaRPr lang="en-US"/>
          </a:p>
          <a:p>
            <a:endParaRPr lang="en-US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2" y="6383868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9" name="Group 1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296102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64" r:id="rId1"/>
    <p:sldLayoutId id="2147484065" r:id="rId2"/>
    <p:sldLayoutId id="2147484066" r:id="rId3"/>
    <p:sldLayoutId id="2147484067" r:id="rId4"/>
    <p:sldLayoutId id="2147484068" r:id="rId5"/>
    <p:sldLayoutId id="2147484069" r:id="rId6"/>
    <p:sldLayoutId id="2147484070" r:id="rId7"/>
    <p:sldLayoutId id="2147484071" r:id="rId8"/>
    <p:sldLayoutId id="2147484072" r:id="rId9"/>
    <p:sldLayoutId id="2147484073" r:id="rId10"/>
    <p:sldLayoutId id="2147484074" r:id="rId11"/>
    <p:sldLayoutId id="2147484075" r:id="rId12"/>
    <p:sldLayoutId id="2147484076" r:id="rId13"/>
    <p:sldLayoutId id="2147484077" r:id="rId14"/>
    <p:sldLayoutId id="2147484078" r:id="rId15"/>
    <p:sldLayoutId id="2147484079" r:id="rId16"/>
    <p:sldLayoutId id="2147484080" r:id="rId17"/>
    <p:sldLayoutId id="2147484081" r:id="rId18"/>
    <p:sldLayoutId id="2147484082" r:id="rId19"/>
    <p:sldLayoutId id="2147484083" r:id="rId20"/>
    <p:sldLayoutId id="2147484084" r:id="rId21"/>
    <p:sldLayoutId id="2147484085" r:id="rId22"/>
    <p:sldLayoutId id="2147484086" r:id="rId23"/>
    <p:sldLayoutId id="2147484087" r:id="rId24"/>
    <p:sldLayoutId id="2147484088" r:id="rId25"/>
    <p:sldLayoutId id="2147484089" r:id="rId26"/>
    <p:sldLayoutId id="2147484090" r:id="rId27"/>
    <p:sldLayoutId id="2147484091" r:id="rId28"/>
    <p:sldLayoutId id="2147484092" r:id="rId29"/>
    <p:sldLayoutId id="2147484093" r:id="rId30"/>
    <p:sldLayoutId id="2147484094" r:id="rId31"/>
    <p:sldLayoutId id="2147484095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41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82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24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653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597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7195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819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 baseline="0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71020" indent="-231642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867">
          <a:solidFill>
            <a:schemeClr val="bg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11575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990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403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818" indent="-172889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12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2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40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5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68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79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93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306" algn="l" defTabSz="966828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Schemachange</a:t>
            </a:r>
          </a:p>
          <a:p>
            <a:r>
              <a:t>Versioning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1.  Key Principle</a:t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2.  Version Format</a:t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3.  Layer Prefix Convention</a:t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4.  Script Granularity</a:t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5.  Domain Registry</a:t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6.  Dependency Flow</a:t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7.  Folder Structure</a:t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8.  Execution Order</a:t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9.  Handling ALTERs</a:t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10. Rules</a:t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11. Anti-Patterns</a:t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12. Onboarding &amp; Quick Reference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800">
                <a:latin typeface="IBM Plex Sans"/>
              </a:rPr>
              <a:t>One script per layer per domain per release</a:t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>All related tables within a medallion layer are</a:t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>grouped into a single versioned script.</a:t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>Subsequent changes (ALTERs, new tables) in later</a:t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>releases get individual scripts per change.</a:t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Release 1:</a:t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>  V1.10.100__create_bronze_tables.sql  (all tables bundled)</a:t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>  V1.10.200__create_silver_tables.sql</a:t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>  V1.10.300__create_gold_tables.sql</a:t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Release 2+:</a:t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>  V2.10.100__add_country_to_customers.sql  (one per change)</a:t>
            </a:r>
          </a:p>
          <a:p>
            <a:pPr>
              <a:spcAft>
                <a:spcPts val="300"/>
              </a:spcAft>
            </a:pPr>
            <a:r>
              <a:rPr sz="1300">
                <a:latin typeface="IBM Plex Sans"/>
              </a:rPr>
              <a:t>  V2.10.101__create_returns_table.sql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500">
                <a:latin typeface="IBM Plex Mono"/>
              </a:rPr>
              <a:t>V&lt;release&gt;.&lt;domain_id&gt;.&lt;layer&gt;&lt;seq&gt;__&lt;description&gt;.sql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Segment          Purpose                       Range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Release          Deployment wave / sprint      1-999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Domain ID        Owning domain                 00-99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Layer + Seq      Medallion layer + order       1xx/2xx/3xx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300">
                <a:latin typeface="IBM Plex Sans"/>
              </a:rPr>
              <a:t>Example breakdown: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V2.30.201__add_warranty_flag_to_dim_parts.sql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|  |   |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|  |   +-- silver (2xx), 1st ALTER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|  +------ aftermarket (domain 30)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+--------- release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Prefix Convention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The hundreds digit encodes the medallion layer: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Range        Layer      Purpose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100-199      Bronze     Raw ingestion, staging tables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200-299      Silver     Cleansed dimensions, SCD tables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300-399      Gold       Facts, aggregates, business views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300">
                <a:latin typeface="IBM Plex Sans"/>
              </a:rPr>
              <a:t>Guarantees: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* Bronze created before silver references them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* Silver created before gold references them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* Enforced within every domain, every release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* Up to 99 scripts per layer per domain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 Granularity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Scenario                   Approach              Example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Initial creation (R1)      One script per layer  create_bronze_tables.sql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ALTERs (R2+)               One per change        add_country_to_customers.sql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New table later (R2+)      Individual script     create_returns_table.sql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300">
                <a:latin typeface="IBM Plex Sans"/>
              </a:rPr>
              <a:t>Why: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* Release 1 is clean setup - tables are related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* ALTERs need individual tracking for rollback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* Fewer files during initial project setup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* Clear audit trail for incremental changes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Ordered by dependency chain: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ID   Domain          Scope                         Tier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00   _platform       Databases, schemas, WH        Infrastructure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10   ecomm           Orders, products, customers   Source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20   bookings        Reservations, availability    Source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30   aftermarket     Service orders, parts         Dependent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40   uds             Unified customer, events      Aggregation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80   orchestration   Tasks, streams, pipes         Late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90   governance      Roles, grants, policies       Last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Gaps of 10 allow sub-domains: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11=ecomm_loyalty  21=bookings_hotels  31=aftermarket_warranty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00 _platform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   |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   v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+----------+    +-----------+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| 10 ecomm |    |20 bookings|   &lt;-- Independent sources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+----+-----+    +-----+-----+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   |                |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   v                |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+--------------+      |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|30 aftermarket| &lt;----+        &lt;-- Depends on ecomm + bookings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+------+-------+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     |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     v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+--------+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| 40 uds |                   &lt;-- Aggregates all domains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+----+---+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     |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     v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80 orchestration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     |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       v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90 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migrations/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+-- _platform/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V1.00.100__create_databases.sql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V1.00.101__create_schemas.sql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V1.00.102__create_warehouses.sql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+-- ecomm/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bronze/  V1.10.100__create_bronze_tables.sql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silver/  V1.10.200__create_silver_tables.sql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gold/    V1.10.300__create_gold_tables.sql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gold/    R__ecomm_views.sql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+-- bookings/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bronze/  V1.20.100__create_bronze_tables.sql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silver/  V1.20.200__create_silver_tables.sql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gold/    V1.20.300__create_gold_tables.sql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+-- aftermarket/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bronze/  V1.30.100__create_bronze_tables.sql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silver/  V1.30.200__create_silver_tables.sql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gold/    V1.30.300__create_gold_tables.sql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+-- uds/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bronze/  V1.40.100__create_bronze_tables.sql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silver/  V1.40.200__create_silver_tables.sql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|   +-- gold/    V1.40.300__create_gold_tables.sql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+-- orchestration/ V1.80.100 + R__ingestion_tasks.sql</a:t>
            </a:r>
          </a:p>
          <a:p>
            <a:pPr>
              <a:spcAft>
                <a:spcPts val="300"/>
              </a:spcAft>
            </a:pPr>
            <a:r>
              <a:rPr sz="1000">
                <a:latin typeface="IBM Plex Mono"/>
              </a:rPr>
              <a:t>+-- governance/    V1.90.100 + V1.90.101 + A__grants.sql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Order (Release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V1.00.100  _platform    create databases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V1.00.101  _platform    create schemas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V1.00.102  _platform    create warehouses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V1.10.100  ecomm        all bronze tables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V1.10.200  ecomm        all silver tables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V1.10.300  ecomm        all gold tables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V1.20.100  bookings     all bronze tables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V1.20.200  bookings     all silver tables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V1.20.300  bookings     all gold tables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V1.30.100  aftermarket  all bronze tables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V1.30.200  aftermarket  all silver tables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V1.30.300  aftermarket  all gold tables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V1.40.100  uds          all bronze tables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V1.40.200  uds          all silver tables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V1.40.300  uds          all gold tables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V1.80.100  orchestration framework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V1.90.100  governance   create roles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V1.90.101  governance   masking policies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Multiple ALTERs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200">
                <a:latin typeface="IBM Plex Mono"/>
              </a:rPr>
              <a:t>Release 1: bundled (one script per layer)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V1.10.100__create_bronze_tables.sql   &lt;- all bronze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V1.10.200__create_silver_tables.sql   &lt;- all silver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V1.10.300__create_gold_tables.sql     &lt;- all gold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200">
                <a:latin typeface="IBM Plex Mono"/>
              </a:rPr>
              <a:t>Release 2: individual (one script per change)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V2.10.100__add_shipping_address_to_orders.sql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V2.10.101__add_discount_code_to_orders.sql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V2.10.102__add_loyalty_tier_to_customers.sql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V2.10.103__create_returns_table.sql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V2.10.200__add_return_flag_to_dim_order_status.sql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V2.10.300__add_returns_to_fact_orders.sql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200">
                <a:latin typeface="IBM Plex Mono"/>
              </a:rPr>
              <a:t>Aftermarket (same release, no collision):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V2.30.100__add_priority_to_service_orders.sql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V2.30.101__add_recall_flag_to_warranty.sql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Version Number Rules: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1. Never reuse a version number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2. Never insert below current max (will be skipped)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3. Always increment sequence within domain + layer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4. Increment release at sprint boundaries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5. Respect layer boundaries: 1xx / 2xx / 3xx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Naming Conventions: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  Initial:  V1.10.100__create_bronze_tables.sql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  ALTER:    V2.10.100__add_&lt;column&gt;_to_&lt;table&gt;.sql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  New tbl:  V2.10.101__create_&lt;table_name&gt;.sql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Script Types: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  V__ = runs once     R__ = runs on change     A__ = every deploy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Cross-Domain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Tier              Domain IDs    Rule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Infrastructure    00-09         Runs first, no deps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Source            10-29         Independent, no cross-refs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Dependent         30-49         May reference source tier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Aggregation       50-79         May reference any lower tier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Orchestration     80-89         References all objects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Governance        90-99         Runs last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b="1" sz="1300">
                <a:latin typeface="IBM Plex Sans"/>
              </a:rPr>
              <a:t>Rules: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* A domain may only reference lower domain IDs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* New dependent domain -&gt; assign higher ID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* Two independent domains -&gt; same tier, any order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AVOID                                    DO INSTEAD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Insert version below max                 Next available sequence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Multiple domains share a range           Strict domain ID ownership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Split initial tables into many files     Bundle per layer in R1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Bundle unrelated ALTERs (R2+)            One change per file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Sequential integers (V1, V2, V3)         3-part versioning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Hardcode database names                  Use {{ database }} vars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Gold scripts in 1xx range                Use 3xx for gold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Dependent domain with lower ID           Assign higher domain ID</a:t>
            </a:r>
          </a:p>
          <a:p>
            <a:pPr>
              <a:spcAft>
                <a:spcPts val="300"/>
              </a:spcAft>
            </a:pPr>
            <a:r>
              <a:rPr sz="1100">
                <a:latin typeface="IBM Plex Mono"/>
              </a:rPr>
              <a:t>Skip layer prefix                        Always use layer prefix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 a New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400">
                <a:latin typeface="IBM Plex Sans"/>
              </a:rPr>
              <a:t>Steps: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1. Determine dependency tier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     Source (10-29) | Dependent (30-49) | Aggregation (50-79)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2. Pick next available domain ID within that tier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3. Update Domain Registry document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4. Create folder structure: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     migrations/&lt;domain&gt;/{bronze,silver,gold}/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5. Create three initial scripts: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     V&lt;release&gt;.&lt;id&gt;.100__create_bronze_tables.sql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     V&lt;release&gt;.&lt;id&gt;.200__create_silver_tables.sql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     V&lt;release&gt;.&lt;id&gt;.300__create_gold_tables.sql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Sans"/>
              </a:rPr>
              <a:t>6. Add R__ scripts for views/procedures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Reference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Format:  V&lt;release&gt;.&lt;domain&gt;.&lt;layer&gt;&lt;seq&gt;__&lt;description&gt;.sql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Domain tiers:           Layer prefixes: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00-09  platform         1xx  bronze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10-29  source           2xx  silver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30-49  dependent        3xx  gold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50-79  aggregation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80-89  orchestration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90-99  governance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Script granularity: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Release 1:   One script per layer  (create_bronze_tables.sql)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Release 2+:  One script per change (add_column_to_table.sql)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Current domains: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00 _platform   10 ecomm        20 bookings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30 aftermarket  40 uds          80 orchestration</a:t>
            </a:r>
          </a:p>
          <a:p>
            <a:pPr>
              <a:spcAft>
                <a:spcPts val="300"/>
              </a:spcAft>
            </a:pPr>
            <a:r>
              <a:rPr sz="1200">
                <a:latin typeface="IBM Plex Mono"/>
              </a:rPr>
              <a:t>  90 governance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1_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7_Plex" id="{95415CFD-B8C5-A64E-9B33-327FB66EA919}" vid="{53F516D8-807B-3648-BBAC-1A335BDA2B4F}"/>
    </a:ext>
  </a:extLst>
</a:theme>
</file>

<file path=ppt/theme/theme2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sample_layouts_v_1_6_Plex.pptx" id="{204C4AD1-4225-FF43-9DF0-33AB212F5F6A}" vid="{AC0AD99D-B0EC-6A47-BE1D-AB1B22763064}"/>
    </a:ext>
  </a:extLst>
</a:theme>
</file>

<file path=ppt/theme/theme3.xml><?xml version="1.0" encoding="utf-8"?>
<a:theme xmlns:a="http://schemas.openxmlformats.org/drawingml/2006/main" name="7_IBM 2019 Master template (black background)">
  <a:themeElements>
    <a:clrScheme name="Custom 3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408BFC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Presentation7" id="{D619B92C-D0DD-1E41-AF7B-B6B40879477C}" vid="{83FEE5BC-27A4-954C-A20E-3F2E0DF30EC5}"/>
    </a:ext>
  </a:extLst>
</a:theme>
</file>

<file path=ppt/theme/theme4.xml><?xml version="1.0" encoding="utf-8"?>
<a:theme xmlns:a="http://schemas.openxmlformats.org/drawingml/2006/main" name="IBM 2019 Master template (black background)">
  <a:themeElements>
    <a:clrScheme name="Custom 3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408BFC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Presentation7" id="{D619B92C-D0DD-1E41-AF7B-B6B40879477C}" vid="{83FEE5BC-27A4-954C-A20E-3F2E0DF30EC5}"/>
    </a:ext>
  </a:extLst>
</a:theme>
</file>

<file path=ppt/theme/theme5.xml><?xml version="1.0" encoding="utf-8"?>
<a:theme xmlns:a="http://schemas.openxmlformats.org/drawingml/2006/main" name="2_IBM 2020 Master template (black background)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12771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Presentation_Enablement_Template_Arial_2021-Mar-01" id="{1A565672-DFC6-C94C-A613-015F0235D994}" vid="{78DE6C47-EB7F-714F-9662-FFA04EBC10D7}"/>
    </a:ext>
  </a:extLst>
</a:theme>
</file>

<file path=ppt/theme/theme6.xml><?xml version="1.0" encoding="utf-8"?>
<a:theme xmlns:a="http://schemas.openxmlformats.org/drawingml/2006/main" name="blk_background_2017">
  <a:themeElements>
    <a:clrScheme name="Custom 49">
      <a:dk1>
        <a:srgbClr val="000000"/>
      </a:dk1>
      <a:lt1>
        <a:srgbClr val="000000"/>
      </a:lt1>
      <a:dk2>
        <a:srgbClr val="EAEAEA"/>
      </a:dk2>
      <a:lt2>
        <a:srgbClr val="FFFFFF"/>
      </a:lt2>
      <a:accent1>
        <a:srgbClr val="8F8B8B"/>
      </a:accent1>
      <a:accent2>
        <a:srgbClr val="0F6FFF"/>
      </a:accent2>
      <a:accent3>
        <a:srgbClr val="20D5D2"/>
      </a:accent3>
      <a:accent4>
        <a:srgbClr val="8F8B8B"/>
      </a:accent4>
      <a:accent5>
        <a:srgbClr val="6E177D"/>
      </a:accent5>
      <a:accent6>
        <a:srgbClr val="DB2663"/>
      </a:accent6>
      <a:hlink>
        <a:srgbClr val="0F6FFF"/>
      </a:hlink>
      <a:folHlink>
        <a:srgbClr val="E0E0E0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0 S&amp;S-SaaS template Perla slides " id="{18B54734-DB81-184D-93C8-16A1D7962D87}" vid="{E910A993-D831-2146-9A6F-D9B8F08B5D74}"/>
    </a:ext>
  </a:extLst>
</a:theme>
</file>

<file path=ppt/theme/theme7.xml><?xml version="1.0" encoding="utf-8"?>
<a:theme xmlns:a="http://schemas.openxmlformats.org/drawingml/2006/main" name="17_IBM 2019 Master template (black background)">
  <a:themeElements>
    <a:clrScheme name="Custom 3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408BFC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Presentation7" id="{D619B92C-D0DD-1E41-AF7B-B6B40879477C}" vid="{83FEE5BC-27A4-954C-A20E-3F2E0DF30EC5}"/>
    </a:ext>
  </a:extLst>
</a:theme>
</file>

<file path=ppt/theme/theme8.xml><?xml version="1.0" encoding="utf-8"?>
<a:theme xmlns:a="http://schemas.openxmlformats.org/drawingml/2006/main" name="19_IBM 2019 Master template (black background)">
  <a:themeElements>
    <a:clrScheme name="Custom 3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408BFC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Presentation7" id="{D619B92C-D0DD-1E41-AF7B-B6B40879477C}" vid="{83FEE5BC-27A4-954C-A20E-3F2E0DF30EC5}"/>
    </a:ext>
  </a:extLst>
</a:theme>
</file>

<file path=ppt/theme/theme9.xml><?xml version="1.0" encoding="utf-8"?>
<a:theme xmlns:a="http://schemas.openxmlformats.org/drawingml/2006/main" name="IBM presentation enablement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327600" marR="0" indent="-3276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Char char="•"/>
          <a:tabLst/>
          <a:defRPr kumimoji="0" sz="20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algn="l" defTabSz="2438400">
          <a:buSzPct val="100000"/>
          <a:defRPr sz="2400" dirty="0" smtClean="0">
            <a:cs typeface="Arial" panose="020B0604020202020204" pitchFamily="34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4_Plex" id="{461DE280-6773-3240-A149-7E3C0A49F9FC}" vid="{119F70B9-3B70-5545-8722-9A4DAAA12CBF}"/>
    </a:ext>
  </a:extLst>
</a:theme>
</file>

<file path=ppt/theme/theme10.xml><?xml version="1.0" encoding="utf-8"?>
<a:theme xmlns:a="http://schemas.openxmlformats.org/drawingml/2006/main" name="3_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Apresentação1" id="{F8F070C5-8E27-0E40-8060-0751D3E3B941}" vid="{3D1E2580-CDCB-B94D-88D9-A25308E26F91}"/>
    </a:ext>
  </a:extLst>
</a:theme>
</file>

<file path=ppt/theme/theme11.xml><?xml version="1.0" encoding="utf-8"?>
<a:theme xmlns:a="http://schemas.openxmlformats.org/drawingml/2006/main" name="9_IBM 2019 Master template (black background)">
  <a:themeElements>
    <a:clrScheme name="Custom 3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408BFC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685983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IBM Plex Sans" charset="0"/>
            <a:ea typeface="IBM Plex Sans" charset="0"/>
            <a:cs typeface="IBM Plex Sans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Presentation7" id="{D619B92C-D0DD-1E41-AF7B-B6B40879477C}" vid="{83FEE5BC-27A4-954C-A20E-3F2E0DF30EC5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4505</TotalTime>
  <Words>1683</Words>
  <Application>Microsoft Macintosh PowerPoint</Application>
  <PresentationFormat>Widescreen</PresentationFormat>
  <Paragraphs>227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21</vt:i4>
      </vt:variant>
    </vt:vector>
  </HeadingPairs>
  <TitlesOfParts>
    <vt:vector size="40" baseType="lpstr">
      <vt:lpstr>.AppleSystemUIFont</vt:lpstr>
      <vt:lpstr>Aptos</vt:lpstr>
      <vt:lpstr>Arial</vt:lpstr>
      <vt:lpstr>HelvNeue Light for IBM</vt:lpstr>
      <vt:lpstr>IBM Plex Sans</vt:lpstr>
      <vt:lpstr>IBM Plex Sans ExtLt</vt:lpstr>
      <vt:lpstr>IBM Plex Sans Light</vt:lpstr>
      <vt:lpstr>Wingdings</vt:lpstr>
      <vt:lpstr>1_IBM presentation template</vt:lpstr>
      <vt:lpstr>IBM presentation template</vt:lpstr>
      <vt:lpstr>7_IBM 2019 Master template (black background)</vt:lpstr>
      <vt:lpstr>IBM 2019 Master template (black background)</vt:lpstr>
      <vt:lpstr>2_IBM 2020 Master template (black background)</vt:lpstr>
      <vt:lpstr>blk_background_2017</vt:lpstr>
      <vt:lpstr>17_IBM 2019 Master template (black background)</vt:lpstr>
      <vt:lpstr>19_IBM 2019 Master template (black background)</vt:lpstr>
      <vt:lpstr>IBM presentation enablement template</vt:lpstr>
      <vt:lpstr>3_IBM Brand Template 2022</vt:lpstr>
      <vt:lpstr>9_IBM 2019 Master template (black background)</vt:lpstr>
      <vt:lpstr>Snowflake Migration Pipeline DevOps &amp; CI/CD Demo</vt:lpstr>
      <vt:lpstr>Agenda</vt:lpstr>
      <vt:lpstr>Architecture Overview</vt:lpstr>
      <vt:lpstr>Project Structure (banking/)</vt:lpstr>
      <vt:lpstr>Schemachange: Migration Types</vt:lpstr>
      <vt:lpstr>Versioned Migration Sequence</vt:lpstr>
      <vt:lpstr>CI/CD Pipeline Stages</vt:lpstr>
      <vt:lpstr>Git Branching Strategy</vt:lpstr>
      <vt:lpstr>Deployment Workflow</vt:lpstr>
      <vt:lpstr>Data Flow: Medallion Architecture</vt:lpstr>
      <vt:lpstr>ETL Orchestration</vt:lpstr>
      <vt:lpstr>Governance &amp; Data Quality</vt:lpstr>
      <vt:lpstr>Secrets &amp; Authentication</vt:lpstr>
      <vt:lpstr>Environment Management</vt:lpstr>
      <vt:lpstr>Rollback &amp; Recovery</vt:lpstr>
      <vt:lpstr>Monitoring &amp; Incident Response</vt:lpstr>
      <vt:lpstr>Testing Strategy</vt:lpstr>
      <vt:lpstr>Tech Stack</vt:lpstr>
      <vt:lpstr>Live Demo Steps</vt:lpstr>
      <vt:lpstr>Key Takeaways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Sujay Som</cp:lastModifiedBy>
  <cp:revision>77</cp:revision>
  <dcterms:created xsi:type="dcterms:W3CDTF">2024-07-22T18:48:20Z</dcterms:created>
  <dcterms:modified xsi:type="dcterms:W3CDTF">2026-07-24T00:31:17Z</dcterms:modified>
</cp:coreProperties>
</file>