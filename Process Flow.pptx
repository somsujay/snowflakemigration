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2.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3.xml" ContentType="application/vnd.openxmlformats-officedocument.theme+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4.xml" ContentType="application/vnd.openxmlformats-officedocument.theme+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theme/theme5.xml" ContentType="application/vnd.openxmlformats-officedocument.theme+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theme/theme6.xml" ContentType="application/vnd.openxmlformats-officedocument.theme+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theme/theme7.xml" ContentType="application/vnd.openxmlformats-officedocument.theme+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theme/theme8.xml" ContentType="application/vnd.openxmlformats-officedocument.theme+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theme/theme9.xml" ContentType="application/vnd.openxmlformats-officedocument.theme+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theme/theme10.xml" ContentType="application/vnd.openxmlformats-officedocument.theme+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20" r:id="rId2"/>
    <p:sldMasterId id="2147483767" r:id="rId3"/>
    <p:sldMasterId id="2147483800" r:id="rId4"/>
    <p:sldMasterId id="2147483832" r:id="rId5"/>
    <p:sldMasterId id="2147483865" r:id="rId6"/>
    <p:sldMasterId id="2147483902" r:id="rId7"/>
    <p:sldMasterId id="2147483935" r:id="rId8"/>
    <p:sldMasterId id="2147483968" r:id="rId9"/>
    <p:sldMasterId id="2147484015" r:id="rId10"/>
    <p:sldMasterId id="2147484063" r:id="rId11"/>
  </p:sldMasterIdLst>
  <p:notesMasterIdLst>
    <p:notesMasterId r:id="rId25"/>
  </p:notesMasterIdLst>
  <p:sldIdLst>
    <p:sldId id="399" r:id="rId12"/>
    <p:sldId id="2142532925" r:id="rId13"/>
    <p:sldId id="2142532926" r:id="rId14"/>
    <p:sldId id="2142532924" r:id="rId15"/>
    <p:sldId id="258" r:id="rId16"/>
    <p:sldId id="262" r:id="rId17"/>
    <p:sldId id="263" r:id="rId18"/>
    <p:sldId id="2142532922" r:id="rId19"/>
    <p:sldId id="261" r:id="rId20"/>
    <p:sldId id="256" r:id="rId21"/>
    <p:sldId id="2142532923" r:id="rId22"/>
    <p:sldId id="260" r:id="rId23"/>
    <p:sldId id="214253292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00" autoAdjust="0"/>
    <p:restoredTop sz="94694"/>
  </p:normalViewPr>
  <p:slideViewPr>
    <p:cSldViewPr snapToGrid="0">
      <p:cViewPr varScale="1">
        <p:scale>
          <a:sx n="121" d="100"/>
          <a:sy n="121" d="100"/>
        </p:scale>
        <p:origin x="9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F589FE-F842-4044-80C7-8FD5CC13C4B3}" type="datetimeFigureOut">
              <a:rPr lang="en-US" smtClean="0"/>
              <a:t>11/19/24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5B0F35-B3D7-5D48-8E9E-55C9482A5FC3}" type="slidenum">
              <a:rPr lang="en-US" smtClean="0"/>
              <a:t>‹#›</a:t>
            </a:fld>
            <a:endParaRPr lang="en-US"/>
          </a:p>
        </p:txBody>
      </p:sp>
    </p:spTree>
    <p:extLst>
      <p:ext uri="{BB962C8B-B14F-4D97-AF65-F5344CB8AC3E}">
        <p14:creationId xmlns:p14="http://schemas.microsoft.com/office/powerpoint/2010/main" val="3631910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2930823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9CD45-CF51-22EF-10B6-5F4746516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7CC3A-8341-641C-2568-4C12051E57B8}"/>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9E69ED23-05E6-88BE-C394-821CE7004B39}"/>
              </a:ext>
            </a:extLst>
          </p:cNvPr>
          <p:cNvSpPr>
            <a:spLocks noGrp="1"/>
          </p:cNvSpPr>
          <p:nvPr>
            <p:ph type="body" idx="1"/>
          </p:nvPr>
        </p:nvSpPr>
        <p:spPr/>
        <p:txBody>
          <a:bodyPr/>
          <a:lstStyle/>
          <a:p>
            <a:endParaRPr lang="en-US" b="1"/>
          </a:p>
        </p:txBody>
      </p:sp>
    </p:spTree>
    <p:extLst>
      <p:ext uri="{BB962C8B-B14F-4D97-AF65-F5344CB8AC3E}">
        <p14:creationId xmlns:p14="http://schemas.microsoft.com/office/powerpoint/2010/main" val="3602749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28E91-1DB9-6651-1515-65D2CE285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9CAF6-A9AB-6B25-5428-05DAE49F8F70}"/>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D4F1C242-880F-6C64-66BD-6C7189459F84}"/>
              </a:ext>
            </a:extLst>
          </p:cNvPr>
          <p:cNvSpPr>
            <a:spLocks noGrp="1"/>
          </p:cNvSpPr>
          <p:nvPr>
            <p:ph type="body" idx="1"/>
          </p:nvPr>
        </p:nvSpPr>
        <p:spPr/>
        <p:txBody>
          <a:bodyPr/>
          <a:lstStyle/>
          <a:p>
            <a:endParaRPr lang="en-US" b="1"/>
          </a:p>
        </p:txBody>
      </p:sp>
    </p:spTree>
    <p:extLst>
      <p:ext uri="{BB962C8B-B14F-4D97-AF65-F5344CB8AC3E}">
        <p14:creationId xmlns:p14="http://schemas.microsoft.com/office/powerpoint/2010/main" val="1760461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AD0AB-433F-FE83-64DD-5B7DF8DE7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D3AC8-3B8F-D4C4-743B-F5D1ED52FE69}"/>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C4AD7030-6A04-B616-F997-9FD975364C82}"/>
              </a:ext>
            </a:extLst>
          </p:cNvPr>
          <p:cNvSpPr>
            <a:spLocks noGrp="1"/>
          </p:cNvSpPr>
          <p:nvPr>
            <p:ph type="body" idx="1"/>
          </p:nvPr>
        </p:nvSpPr>
        <p:spPr/>
        <p:txBody>
          <a:bodyPr/>
          <a:lstStyle/>
          <a:p>
            <a:endParaRPr lang="en-US" b="1"/>
          </a:p>
        </p:txBody>
      </p:sp>
    </p:spTree>
    <p:extLst>
      <p:ext uri="{BB962C8B-B14F-4D97-AF65-F5344CB8AC3E}">
        <p14:creationId xmlns:p14="http://schemas.microsoft.com/office/powerpoint/2010/main" val="1882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9CEA8-AB39-51B8-6C81-9A3696D60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A8EDF-EA79-FF6A-633E-12A4C4F37F21}"/>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0B703F59-BFEA-991F-2E1F-E389F1C040D8}"/>
              </a:ext>
            </a:extLst>
          </p:cNvPr>
          <p:cNvSpPr>
            <a:spLocks noGrp="1"/>
          </p:cNvSpPr>
          <p:nvPr>
            <p:ph type="body" idx="1"/>
          </p:nvPr>
        </p:nvSpPr>
        <p:spPr/>
        <p:txBody>
          <a:bodyPr/>
          <a:lstStyle/>
          <a:p>
            <a:endParaRPr lang="en-US" b="1" dirty="0"/>
          </a:p>
        </p:txBody>
      </p:sp>
    </p:spTree>
    <p:extLst>
      <p:ext uri="{BB962C8B-B14F-4D97-AF65-F5344CB8AC3E}">
        <p14:creationId xmlns:p14="http://schemas.microsoft.com/office/powerpoint/2010/main" val="903300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BFC70-5E28-EBDF-C29D-0CC213953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A98F5-F2D4-9925-CFED-F603B43399B9}"/>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9A863F74-C7AC-4092-AB65-F4AAD6D1AF94}"/>
              </a:ext>
            </a:extLst>
          </p:cNvPr>
          <p:cNvSpPr>
            <a:spLocks noGrp="1"/>
          </p:cNvSpPr>
          <p:nvPr>
            <p:ph type="body" idx="1"/>
          </p:nvPr>
        </p:nvSpPr>
        <p:spPr/>
        <p:txBody>
          <a:bodyPr/>
          <a:lstStyle/>
          <a:p>
            <a:endParaRPr lang="en-US" b="1"/>
          </a:p>
        </p:txBody>
      </p:sp>
    </p:spTree>
    <p:extLst>
      <p:ext uri="{BB962C8B-B14F-4D97-AF65-F5344CB8AC3E}">
        <p14:creationId xmlns:p14="http://schemas.microsoft.com/office/powerpoint/2010/main" val="3043762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A132A-6D8D-1DFC-8EB3-960E381D7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42D5C-1A59-30FC-B65A-D55DD72FEB57}"/>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3F738F6A-DB33-C8D1-D920-6BBD86F9FEA8}"/>
              </a:ext>
            </a:extLst>
          </p:cNvPr>
          <p:cNvSpPr>
            <a:spLocks noGrp="1"/>
          </p:cNvSpPr>
          <p:nvPr>
            <p:ph type="body" idx="1"/>
          </p:nvPr>
        </p:nvSpPr>
        <p:spPr/>
        <p:txBody>
          <a:bodyPr/>
          <a:lstStyle/>
          <a:p>
            <a:endParaRPr lang="en-US" b="1"/>
          </a:p>
        </p:txBody>
      </p:sp>
    </p:spTree>
    <p:extLst>
      <p:ext uri="{BB962C8B-B14F-4D97-AF65-F5344CB8AC3E}">
        <p14:creationId xmlns:p14="http://schemas.microsoft.com/office/powerpoint/2010/main" val="3809675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EB825-A62A-B293-414E-8248934CC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14289-3D41-6350-A8A3-1E8EEB6C3661}"/>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1D24DDF5-D27D-BF84-EA09-55CA65A7CF06}"/>
              </a:ext>
            </a:extLst>
          </p:cNvPr>
          <p:cNvSpPr>
            <a:spLocks noGrp="1"/>
          </p:cNvSpPr>
          <p:nvPr>
            <p:ph type="body" idx="1"/>
          </p:nvPr>
        </p:nvSpPr>
        <p:spPr/>
        <p:txBody>
          <a:bodyPr/>
          <a:lstStyle/>
          <a:p>
            <a:endParaRPr lang="en-US" b="1"/>
          </a:p>
        </p:txBody>
      </p:sp>
    </p:spTree>
    <p:extLst>
      <p:ext uri="{BB962C8B-B14F-4D97-AF65-F5344CB8AC3E}">
        <p14:creationId xmlns:p14="http://schemas.microsoft.com/office/powerpoint/2010/main" val="3491418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7C12F-AB24-859B-B453-6927F10F4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6955D-9B42-C0B8-5862-A2429F60C15A}"/>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77E4878D-8DBE-B8F3-B0C3-EC9F0B5B14D5}"/>
              </a:ext>
            </a:extLst>
          </p:cNvPr>
          <p:cNvSpPr>
            <a:spLocks noGrp="1"/>
          </p:cNvSpPr>
          <p:nvPr>
            <p:ph type="body" idx="1"/>
          </p:nvPr>
        </p:nvSpPr>
        <p:spPr/>
        <p:txBody>
          <a:bodyPr/>
          <a:lstStyle/>
          <a:p>
            <a:endParaRPr lang="en-US" b="1"/>
          </a:p>
        </p:txBody>
      </p:sp>
    </p:spTree>
    <p:extLst>
      <p:ext uri="{BB962C8B-B14F-4D97-AF65-F5344CB8AC3E}">
        <p14:creationId xmlns:p14="http://schemas.microsoft.com/office/powerpoint/2010/main" val="8047536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7.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8.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0.xml"/></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0.xml"/></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10.xml"/></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eg"/><Relationship Id="rId1" Type="http://schemas.openxmlformats.org/officeDocument/2006/relationships/slideMaster" Target="../slideMasters/slideMaster10.xml"/></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10.xml"/></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jpeg"/><Relationship Id="rId1" Type="http://schemas.openxmlformats.org/officeDocument/2006/relationships/slideMaster" Target="../slideMasters/slideMaster10.xml"/></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jpeg"/><Relationship Id="rId1" Type="http://schemas.openxmlformats.org/officeDocument/2006/relationships/slideMaster" Target="../slideMasters/slideMaster10.xml"/></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8.jpeg"/><Relationship Id="rId1" Type="http://schemas.openxmlformats.org/officeDocument/2006/relationships/slideMaster" Target="../slideMasters/slideMaster10.xml"/></Relationships>
</file>

<file path=ppt/slideLayouts/_rels/slideLayout3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jpeg"/><Relationship Id="rId1" Type="http://schemas.openxmlformats.org/officeDocument/2006/relationships/slideMaster" Target="../slideMasters/slideMaster10.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0.xml"/></Relationships>
</file>

<file path=ppt/slideLayouts/_rels/slideLayout37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0.xml"/></Relationships>
</file>

<file path=ppt/slideLayouts/_rels/slideLayout3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0.xml"/></Relationships>
</file>

<file path=ppt/slideLayouts/_rels/slideLayout3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0.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407359361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a:solidFill>
                  <a:schemeClr val="tx2"/>
                </a:solidFill>
              </a:defRPr>
            </a:lvl1pPr>
          </a:lstStyle>
          <a:p>
            <a:r>
              <a:rPr lang="en-US"/>
              <a:t>Click to edit Master title style</a:t>
            </a:r>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178116236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a:lvl1pPr>
          </a:lstStyle>
          <a:p>
            <a:r>
              <a:rPr lang="en-US"/>
              <a:t>Click to edit Master title style</a:t>
            </a:r>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281771837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2286794"/>
          </a:xfrm>
        </p:spPr>
        <p:txBody>
          <a:bodyPr/>
          <a:lstStyle>
            <a:lvl1pPr>
              <a:lnSpc>
                <a:spcPct val="100000"/>
              </a:lnSpc>
              <a:defRPr sz="4299">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8" y="6231636"/>
            <a:ext cx="5524575"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39198285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9">
                <a:solidFill>
                  <a:schemeClr val="tx2"/>
                </a:solidFill>
              </a:defRPr>
            </a:lvl1pPr>
          </a:lstStyle>
          <a:p>
            <a:r>
              <a:rPr lang="en-US"/>
              <a:t>Click to edit Master title style</a:t>
            </a:r>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4579711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9">
                <a:solidFill>
                  <a:schemeClr val="tx2"/>
                </a:solidFill>
              </a:defRPr>
            </a:lvl1pPr>
          </a:lstStyle>
          <a:p>
            <a:r>
              <a:rPr lang="en-US"/>
              <a:t>Click to edit Master title style</a:t>
            </a:r>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288888" y="6263482"/>
            <a:ext cx="819043" cy="304800"/>
          </a:xfrm>
          <a:prstGeom prst="rect">
            <a:avLst/>
          </a:prstGeom>
        </p:spPr>
      </p:pic>
    </p:spTree>
    <p:extLst>
      <p:ext uri="{BB962C8B-B14F-4D97-AF65-F5344CB8AC3E}">
        <p14:creationId xmlns:p14="http://schemas.microsoft.com/office/powerpoint/2010/main" val="129927844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2477765" cy="2286794"/>
          </a:xfrm>
        </p:spPr>
        <p:txBody>
          <a:bodyPr/>
          <a:lstStyle>
            <a:lvl1pPr>
              <a:lnSpc>
                <a:spcPct val="100000"/>
              </a:lnSpc>
              <a:defRPr sz="31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4957"/>
            <a:ext cx="2474590" cy="5715794"/>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3779422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3199">
                <a:solidFill>
                  <a:schemeClr val="tx2"/>
                </a:solidFill>
              </a:defRPr>
            </a:lvl1pPr>
          </a:lstStyle>
          <a:p>
            <a:r>
              <a:rPr lang="en-US"/>
              <a:t>Click to edit Master title style</a:t>
            </a:r>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7945758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0" y="210312"/>
            <a:ext cx="8569797" cy="4095750"/>
          </a:xfrm>
        </p:spPr>
        <p:txBody>
          <a:bodyPr/>
          <a:lstStyle>
            <a:lvl1pPr>
              <a:defRPr sz="8598" b="0" i="0">
                <a:solidFill>
                  <a:schemeClr val="tx2"/>
                </a:solidFill>
                <a:latin typeface="IBM Plex Sans ExtLt" panose="020B0303050203000203" pitchFamily="34" charset="0"/>
              </a:defRPr>
            </a:lvl1pPr>
          </a:lstStyle>
          <a:p>
            <a:r>
              <a:rPr lang="en-US"/>
              <a:t>Click to edit Master title style</a:t>
            </a:r>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7289473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0115018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210312"/>
            <a:ext cx="7330121" cy="4858544"/>
          </a:xfrm>
        </p:spPr>
        <p:txBody>
          <a:bodyPr/>
          <a:lstStyle>
            <a:lvl1pPr>
              <a:lnSpc>
                <a:spcPct val="100000"/>
              </a:lnSpc>
              <a:defRPr sz="4299">
                <a:solidFill>
                  <a:schemeClr val="tx2"/>
                </a:solidFill>
              </a:defRPr>
            </a:lvl1pPr>
          </a:lstStyle>
          <a:p>
            <a:r>
              <a:rPr lang="en-US"/>
              <a:t>Click to edit Master title style</a:t>
            </a:r>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30013700"/>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99" y="288036"/>
            <a:ext cx="3811091" cy="3144044"/>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98" y="4649724"/>
            <a:ext cx="5524575" cy="1771650"/>
          </a:xfrm>
        </p:spPr>
        <p:txBody>
          <a:bodyPr anchor="b"/>
          <a:lstStyle>
            <a:lvl1pPr>
              <a:lnSpc>
                <a:spcPct val="90000"/>
              </a:lnSpc>
              <a:spcBef>
                <a:spcPts val="0"/>
              </a:spcBef>
              <a:defRPr sz="12897"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609600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0919" y="288036"/>
            <a:ext cx="3809504" cy="3144044"/>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0919" y="4648200"/>
            <a:ext cx="5523781" cy="1771650"/>
          </a:xfrm>
        </p:spPr>
        <p:txBody>
          <a:bodyPr anchor="b"/>
          <a:lstStyle>
            <a:lvl1pPr>
              <a:lnSpc>
                <a:spcPct val="90000"/>
              </a:lnSpc>
              <a:spcBef>
                <a:spcPts val="0"/>
              </a:spcBef>
              <a:defRPr sz="12897" b="0" i="0">
                <a:solidFill>
                  <a:schemeClr val="accent1"/>
                </a:solidFill>
                <a:latin typeface="IBM Plex Sans ExtLt" panose="020B0303050203000203" pitchFamily="34" charset="0"/>
              </a:defRPr>
            </a:lvl1pPr>
          </a:lstStyle>
          <a:p>
            <a:r>
              <a:rPr lang="en-US"/>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6907767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p:spPr>
        <p:txBody>
          <a:bodyPr/>
          <a:lstStyle>
            <a:lvl1pPr>
              <a:lnSpc>
                <a:spcPct val="90000"/>
              </a:lnSpc>
              <a:defRPr sz="6499">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p:spPr>
        <p:txBody>
          <a:bodyPr/>
          <a:lstStyle>
            <a:lvl1pPr>
              <a:lnSpc>
                <a:spcPct val="90000"/>
              </a:lnSpc>
              <a:defRPr sz="6499">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7"/>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7"/>
            <a:ext cx="2474590" cy="951707"/>
          </a:xfrm>
        </p:spPr>
        <p:txBody>
          <a:bodyPr/>
          <a:lstStyle>
            <a:lvl1pPr>
              <a:lnSpc>
                <a:spcPct val="90000"/>
              </a:lnSpc>
              <a:defRPr sz="6499">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84216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201168"/>
            <a:ext cx="2474590" cy="2667794"/>
          </a:xfrm>
        </p:spPr>
        <p:txBody>
          <a:bodyPr/>
          <a:lstStyle>
            <a:lvl1pPr>
              <a:lnSpc>
                <a:spcPct val="100000"/>
              </a:lnSpc>
              <a:defRPr sz="4299">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201168"/>
            <a:ext cx="5523781" cy="2667794"/>
          </a:xfr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p:spPr>
        <p:txBody>
          <a:bodyPr/>
          <a:lstStyle>
            <a:lvl1pPr>
              <a:lnSpc>
                <a:spcPct val="100000"/>
              </a:lnSpc>
              <a:defRPr sz="42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46411497"/>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05740"/>
            <a:ext cx="2475384" cy="1429544"/>
          </a:xfrm>
        </p:spPr>
        <p:txBody>
          <a:bodyPr/>
          <a:lstStyle>
            <a:lvl1pPr>
              <a:lnSpc>
                <a:spcPct val="90000"/>
              </a:lnSpc>
              <a:defRPr sz="6499">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8036"/>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0002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6"/>
            <a:ext cx="2475384" cy="1428753"/>
          </a:xfrm>
        </p:spPr>
        <p:txBody>
          <a:bodyPr/>
          <a:lstStyle>
            <a:lvl1pPr>
              <a:lnSpc>
                <a:spcPct val="90000"/>
              </a:lnSpc>
              <a:defRPr sz="6499">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1907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0957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201668"/>
            <a:ext cx="2475383" cy="1428753"/>
          </a:xfrm>
        </p:spPr>
        <p:txBody>
          <a:bodyPr/>
          <a:lstStyle>
            <a:lvl1pPr>
              <a:lnSpc>
                <a:spcPct val="90000"/>
              </a:lnSpc>
              <a:defRPr sz="6499">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862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5309963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99"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15732810"/>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1"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5" y="6402118"/>
            <a:ext cx="2477765" cy="1905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1237305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5" y="6402118"/>
            <a:ext cx="2477765" cy="1905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28663207"/>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99" y="1714500"/>
            <a:ext cx="2477765" cy="2000250"/>
          </a:xfr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3" y="1714500"/>
            <a:ext cx="2476177"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55183715"/>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4" y="192024"/>
            <a:ext cx="2477765" cy="570706"/>
          </a:xfrm>
        </p:spPr>
        <p:txBody>
          <a:bodyPr/>
          <a:lstStyle>
            <a:lvl1pPr>
              <a:lnSpc>
                <a:spcPct val="100000"/>
              </a:lnSpc>
              <a:spcBef>
                <a:spcPts val="0"/>
              </a:spcBef>
              <a:defRPr sz="31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5047593"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49906767"/>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288036"/>
            <a:ext cx="3711980" cy="95329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99" y="1714500"/>
            <a:ext cx="5049180"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19" y="1714500"/>
            <a:ext cx="5047593"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1701310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8036"/>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8036"/>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6713367"/>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288036"/>
            <a:ext cx="2476178" cy="2286794"/>
          </a:xfrm>
        </p:spPr>
        <p:txBody>
          <a:bodyPr/>
          <a:lstStyle>
            <a:lvl1pPr>
              <a:lnSpc>
                <a:spcPct val="10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4957"/>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4957"/>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5958467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9" y="192024"/>
            <a:ext cx="5519019" cy="2286794"/>
          </a:xfrm>
        </p:spPr>
        <p:txBody>
          <a:bodyPr rIns="457200"/>
          <a:lstStyle>
            <a:lvl1pPr>
              <a:lnSpc>
                <a:spcPct val="100000"/>
              </a:lnSpc>
              <a:defRPr>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51988802"/>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288036"/>
            <a:ext cx="2474591" cy="2286794"/>
          </a:xfrm>
        </p:spPr>
        <p:txBody>
          <a:bodyPr rIns="0"/>
          <a:lstStyle>
            <a:lvl1pPr>
              <a:lnSpc>
                <a:spcPct val="100000"/>
              </a:lnSpc>
              <a:defRPr sz="14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7320339"/>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7"/>
          </a:xfrm>
        </p:spPr>
        <p:txBody>
          <a:bodyPr/>
          <a:lstStyle>
            <a:lvl1pPr>
              <a:lnSpc>
                <a:spcPct val="100000"/>
              </a:lnSpc>
              <a:defRPr sz="31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570706"/>
          </a:xfrm>
        </p:spPr>
        <p:txBody>
          <a:bodyPr/>
          <a:lstStyle>
            <a:lvl1pPr>
              <a:lnSpc>
                <a:spcPct val="100000"/>
              </a:lnSpc>
              <a:spcBef>
                <a:spcPts val="0"/>
              </a:spcBef>
              <a:defRPr sz="31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19" y="288036"/>
            <a:ext cx="607997" cy="607231"/>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2988"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591"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21185276"/>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19"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19"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87375183"/>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570706"/>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10000"/>
              </a:lnSpc>
              <a:defRPr sz="1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1681"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6804253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224028"/>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763524"/>
            <a:ext cx="5521401" cy="1138428"/>
          </a:xfrm>
        </p:spPr>
        <p:txBody>
          <a:bodyPr rIns="457200"/>
          <a:lstStyle>
            <a:lvl1pPr>
              <a:lnSpc>
                <a:spcPct val="110000"/>
              </a:lnSpc>
              <a:defRPr sz="3199">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21708062"/>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288036"/>
            <a:ext cx="2477765" cy="2286794"/>
          </a:xfrm>
        </p:spPr>
        <p:txBody>
          <a:bodyPr/>
          <a:lstStyle>
            <a:lvl1pPr>
              <a:lnSpc>
                <a:spcPct val="100000"/>
              </a:lnSpc>
              <a:defRPr sz="1400">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52393610"/>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024"/>
            <a:ext cx="5524575" cy="2286794"/>
          </a:xfrm>
        </p:spPr>
        <p:txBody>
          <a:bodyPr rIns="457200"/>
          <a:lstStyle>
            <a:lvl1pPr>
              <a:lnSpc>
                <a:spcPct val="100000"/>
              </a:lnSpc>
              <a:defRPr>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4362"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223021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554"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3334141"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87161604"/>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288036"/>
            <a:ext cx="2474590" cy="1429544"/>
          </a:xfrm>
        </p:spPr>
        <p:txBody>
          <a:bodyPr/>
          <a:lstStyle>
            <a:lvl1pPr>
              <a:lnSpc>
                <a:spcPct val="110000"/>
              </a:lnSpc>
              <a:defRPr sz="1400">
                <a:solidFill>
                  <a:schemeClr val="tx2"/>
                </a:solidFill>
              </a:defRPr>
            </a:lvl1pPr>
          </a:lstStyle>
          <a:p>
            <a:r>
              <a:rPr lang="en-US"/>
              <a:t>Click to edit Master title style</a:t>
            </a:r>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666750"/>
            <a:ext cx="2475384"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6"/>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0919" y="666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666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714750"/>
            <a:ext cx="2475384"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0920" y="3714750"/>
            <a:ext cx="2475384" cy="189634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714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00789897"/>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024"/>
            <a:ext cx="5519019" cy="1706563"/>
          </a:xfrm>
        </p:spPr>
        <p:txBody>
          <a:bodyPr rIns="457200"/>
          <a:lstStyle>
            <a:lvl1pPr>
              <a:lnSpc>
                <a:spcPct val="100000"/>
              </a:lnSpc>
              <a:defRPr sz="3199">
                <a:solidFill>
                  <a:schemeClr val="tx2"/>
                </a:solidFill>
              </a:defRPr>
            </a:lvl1pPr>
          </a:lstStyle>
          <a:p>
            <a:r>
              <a:rPr lang="en-US"/>
              <a:t>Click to edit Master title style</a:t>
            </a:r>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16895861"/>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288036"/>
            <a:ext cx="2474590" cy="1706563"/>
          </a:xfrm>
        </p:spPr>
        <p:txBody>
          <a:bodyPr rIns="0"/>
          <a:lstStyle>
            <a:lvl1pPr>
              <a:lnSpc>
                <a:spcPct val="110000"/>
              </a:lnSpc>
              <a:defRPr sz="1800">
                <a:solidFill>
                  <a:schemeClr val="tx2"/>
                </a:solidFill>
              </a:defRPr>
            </a:lvl1pPr>
          </a:lstStyle>
          <a:p>
            <a:r>
              <a:rPr lang="en-US"/>
              <a:t>Click to edit Master title style</a:t>
            </a:r>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90042"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16145405"/>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3316" y="1714500"/>
            <a:ext cx="2475384"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131122980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440794057"/>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5"/>
            <a:ext cx="8574559" cy="6289675"/>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3783868870"/>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26214545"/>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189258637"/>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33500"/>
            <a:ext cx="123650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3335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607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607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762501"/>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5" y="1333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3335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5" y="30607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607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5" y="4762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762501"/>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47866402"/>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4952682"/>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23336644"/>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3524"/>
          </a:xfrm>
        </p:spPr>
        <p:txBody>
          <a:bodyPr/>
          <a:lstStyle>
            <a:lvl1pPr>
              <a:lnSpc>
                <a:spcPct val="110000"/>
              </a:lnSpc>
              <a:defRPr sz="1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72914560"/>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4" y="6402388"/>
            <a:ext cx="2477765" cy="1905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21742609"/>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327926883"/>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lvl1pPr>
              <a:defRPr>
                <a:solidFill>
                  <a:srgbClr val="002D9C"/>
                </a:solidFill>
              </a:defRPr>
            </a:lvl1p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68813" indent="0">
              <a:buNone/>
              <a:defRPr/>
            </a:lvl3pPr>
            <a:lvl4pPr marL="579960" indent="0">
              <a:buNone/>
              <a:defRPr/>
            </a:lvl4pPr>
            <a:lvl5pPr marL="84242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68813" indent="0">
              <a:buNone/>
              <a:defRPr/>
            </a:lvl3pPr>
            <a:lvl4pPr marL="579960" indent="0">
              <a:buNone/>
              <a:defRPr/>
            </a:lvl4pPr>
            <a:lvl5pPr marL="84242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
        <p:nvSpPr>
          <p:cNvPr id="3" name="Footer Placeholder">
            <a:extLst>
              <a:ext uri="{FF2B5EF4-FFF2-40B4-BE49-F238E27FC236}">
                <a16:creationId xmlns:a16="http://schemas.microsoft.com/office/drawing/2014/main" id="{E97467A5-3908-6D24-ECC6-0CE433FD7317}"/>
              </a:ext>
            </a:extLst>
          </p:cNvPr>
          <p:cNvSpPr>
            <a:spLocks noGrp="1"/>
          </p:cNvSpPr>
          <p:nvPr>
            <p:ph type="ftr" sz="quarter" idx="3"/>
          </p:nvPr>
        </p:nvSpPr>
        <p:spPr>
          <a:xfrm>
            <a:off x="304889" y="6400801"/>
            <a:ext cx="5486313" cy="222249"/>
          </a:xfrm>
          <a:prstGeom prst="rect">
            <a:avLst/>
          </a:prstGeom>
        </p:spPr>
        <p:txBody>
          <a:bodyPr vert="horz" lIns="0" tIns="0" rIns="0" bIns="0" rtlCol="0" anchor="ctr"/>
          <a:lstStyle>
            <a:lvl1pPr marL="0" marR="0" indent="0" algn="l" defTabSz="914633" rtl="0" eaLnBrk="1" fontAlgn="auto" latinLnBrk="0" hangingPunct="1">
              <a:lnSpc>
                <a:spcPct val="100000"/>
              </a:lnSpc>
              <a:spcBef>
                <a:spcPts val="0"/>
              </a:spcBef>
              <a:spcAft>
                <a:spcPts val="0"/>
              </a:spcAft>
              <a:buClrTx/>
              <a:buSzTx/>
              <a:buFontTx/>
              <a:buNone/>
              <a:tabLst/>
              <a:defRPr sz="800" b="0" i="0">
                <a:solidFill>
                  <a:schemeClr val="tx1"/>
                </a:solidFill>
                <a:latin typeface="IBM Plex Sans" panose="020B0503050203000203" pitchFamily="34" charset="0"/>
              </a:defRPr>
            </a:lvl1pPr>
          </a:lstStyle>
          <a:p>
            <a:r>
              <a:rPr lang="en-US"/>
              <a:t>IBM Consulting / Employment and Social Development Canada / © 2024 IBM Corporation</a:t>
            </a:r>
          </a:p>
        </p:txBody>
      </p:sp>
    </p:spTree>
    <p:extLst>
      <p:ext uri="{BB962C8B-B14F-4D97-AF65-F5344CB8AC3E}">
        <p14:creationId xmlns:p14="http://schemas.microsoft.com/office/powerpoint/2010/main" val="2189555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5" name="Footer Placeholder 8">
            <a:extLst>
              <a:ext uri="{FF2B5EF4-FFF2-40B4-BE49-F238E27FC236}">
                <a16:creationId xmlns:a16="http://schemas.microsoft.com/office/drawing/2014/main" id="{3C4967A2-79C0-FB49-9F67-72530429A9E6}"/>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24923486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514540512"/>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sp>
        <p:nvSpPr>
          <p:cNvPr id="7" name="Title 1">
            <a:extLst>
              <a:ext uri="{FF2B5EF4-FFF2-40B4-BE49-F238E27FC236}">
                <a16:creationId xmlns:a16="http://schemas.microsoft.com/office/drawing/2014/main" id="{184617A5-E44D-86DD-8C8E-5D85DFCA435B}"/>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1040145786"/>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CC25B71-827F-9C78-56BA-F30A6070AC9F}"/>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2163762702"/>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6AD06EA-1AAE-9258-F68E-D0D307454A33}"/>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8" y="6231636"/>
            <a:ext cx="5524575"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1859397688"/>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9">
                <a:solidFill>
                  <a:schemeClr val="tx2"/>
                </a:solidFill>
              </a:defRPr>
            </a:lvl1pPr>
          </a:lstStyle>
          <a:p>
            <a:r>
              <a:rPr lang="en-US"/>
              <a:t>Click to edit Master title style</a:t>
            </a:r>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7"/>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288888" y="6263482"/>
            <a:ext cx="819043" cy="304800"/>
          </a:xfrm>
          <a:prstGeom prst="rect">
            <a:avLst/>
          </a:prstGeom>
        </p:spPr>
      </p:pic>
    </p:spTree>
    <p:extLst>
      <p:ext uri="{BB962C8B-B14F-4D97-AF65-F5344CB8AC3E}">
        <p14:creationId xmlns:p14="http://schemas.microsoft.com/office/powerpoint/2010/main" val="1210931078"/>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9">
                <a:solidFill>
                  <a:schemeClr val="tx2"/>
                </a:solidFill>
              </a:defRPr>
            </a:lvl1pPr>
          </a:lstStyle>
          <a:p>
            <a:r>
              <a:rPr lang="en-US"/>
              <a:t>Click to edit Master title style</a:t>
            </a:r>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7"/>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288888" y="6263482"/>
            <a:ext cx="819043" cy="304800"/>
          </a:xfrm>
          <a:prstGeom prst="rect">
            <a:avLst/>
          </a:prstGeom>
        </p:spPr>
      </p:pic>
    </p:spTree>
    <p:extLst>
      <p:ext uri="{BB962C8B-B14F-4D97-AF65-F5344CB8AC3E}">
        <p14:creationId xmlns:p14="http://schemas.microsoft.com/office/powerpoint/2010/main" val="419130412"/>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2477765" cy="2286794"/>
          </a:xfrm>
        </p:spPr>
        <p:txBody>
          <a:bodyPr/>
          <a:lstStyle>
            <a:lvl1pPr>
              <a:lnSpc>
                <a:spcPct val="100000"/>
              </a:lnSpc>
              <a:defRPr sz="31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4957"/>
            <a:ext cx="2474590" cy="5715794"/>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42186942"/>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3199">
                <a:solidFill>
                  <a:schemeClr val="tx2"/>
                </a:solidFill>
              </a:defRPr>
            </a:lvl1pPr>
          </a:lstStyle>
          <a:p>
            <a:r>
              <a:rPr lang="en-US"/>
              <a:t>Click to edit Master title style</a:t>
            </a:r>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74271457"/>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0" y="210312"/>
            <a:ext cx="8569797" cy="4095750"/>
          </a:xfrm>
        </p:spPr>
        <p:txBody>
          <a:bodyPr/>
          <a:lstStyle>
            <a:lvl1pPr>
              <a:defRPr sz="8598" b="0" i="0">
                <a:solidFill>
                  <a:schemeClr val="tx2"/>
                </a:solidFill>
                <a:latin typeface="IBM Plex Sans ExtLt" panose="020B0303050203000203" pitchFamily="34" charset="0"/>
              </a:defRPr>
            </a:lvl1pPr>
          </a:lstStyle>
          <a:p>
            <a:r>
              <a:rPr lang="en-US"/>
              <a:t>Click to edit Master title style</a:t>
            </a:r>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93544816"/>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60229514"/>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210312"/>
            <a:ext cx="7330121" cy="4858544"/>
          </a:xfrm>
        </p:spPr>
        <p:txBody>
          <a:bodyPr/>
          <a:lstStyle>
            <a:lvl1pPr>
              <a:lnSpc>
                <a:spcPct val="100000"/>
              </a:lnSpc>
              <a:defRPr sz="4299">
                <a:solidFill>
                  <a:schemeClr val="tx2"/>
                </a:solidFill>
              </a:defRPr>
            </a:lvl1pPr>
          </a:lstStyle>
          <a:p>
            <a:r>
              <a:rPr lang="en-US"/>
              <a:t>Click to edit Master title style</a:t>
            </a:r>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40361321"/>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99" y="288036"/>
            <a:ext cx="3811091" cy="3144044"/>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98" y="4649724"/>
            <a:ext cx="5524575" cy="1771650"/>
          </a:xfrm>
        </p:spPr>
        <p:txBody>
          <a:bodyPr anchor="b"/>
          <a:lstStyle>
            <a:lvl1pPr>
              <a:lnSpc>
                <a:spcPct val="90000"/>
              </a:lnSpc>
              <a:spcBef>
                <a:spcPts val="0"/>
              </a:spcBef>
              <a:defRPr sz="12897" b="0" i="0">
                <a:solidFill>
                  <a:schemeClr val="accent1"/>
                </a:solidFill>
                <a:latin typeface="IBM Plex Sans ExtLt" panose="020B0303050203000203" pitchFamily="34" charset="0"/>
              </a:defRPr>
            </a:lvl1pPr>
          </a:lstStyle>
          <a:p>
            <a:r>
              <a:rPr lang="en-US"/>
              <a:t>↗︎00M</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0919" y="288036"/>
            <a:ext cx="3809504" cy="3144044"/>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0919" y="4648200"/>
            <a:ext cx="5523781" cy="1771650"/>
          </a:xfrm>
        </p:spPr>
        <p:txBody>
          <a:bodyPr anchor="b"/>
          <a:lstStyle>
            <a:lvl1pPr>
              <a:lnSpc>
                <a:spcPct val="90000"/>
              </a:lnSpc>
              <a:spcBef>
                <a:spcPts val="0"/>
              </a:spcBef>
              <a:defRPr sz="12897" b="0" i="0">
                <a:solidFill>
                  <a:schemeClr val="accent1"/>
                </a:solidFill>
                <a:latin typeface="IBM Plex Sans ExtLt" panose="020B0303050203000203" pitchFamily="34" charset="0"/>
              </a:defRPr>
            </a:lvl1pPr>
          </a:lstStyle>
          <a:p>
            <a:r>
              <a:rPr lang="en-US"/>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5" y="6402118"/>
            <a:ext cx="2477765" cy="1905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12998417"/>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p:spPr>
        <p:txBody>
          <a:bodyPr/>
          <a:lstStyle>
            <a:lvl1pPr>
              <a:lnSpc>
                <a:spcPct val="90000"/>
              </a:lnSpc>
              <a:defRPr sz="6499">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p:spPr>
        <p:txBody>
          <a:bodyPr/>
          <a:lstStyle>
            <a:lvl1pPr>
              <a:lnSpc>
                <a:spcPct val="90000"/>
              </a:lnSpc>
              <a:defRPr sz="6499">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7"/>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7"/>
            <a:ext cx="2474590" cy="951707"/>
          </a:xfrm>
        </p:spPr>
        <p:txBody>
          <a:bodyPr/>
          <a:lstStyle>
            <a:lvl1pPr>
              <a:lnSpc>
                <a:spcPct val="90000"/>
              </a:lnSpc>
              <a:defRPr sz="6499">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4"/>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60713073"/>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201168"/>
            <a:ext cx="2474590" cy="2667794"/>
          </a:xfrm>
        </p:spPr>
        <p:txBody>
          <a:bodyPr/>
          <a:lstStyle>
            <a:lvl1pPr>
              <a:lnSpc>
                <a:spcPct val="100000"/>
              </a:lnSpc>
              <a:defRPr sz="4299">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201168"/>
            <a:ext cx="5523781" cy="2667794"/>
          </a:xfr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p:spPr>
        <p:txBody>
          <a:bodyPr/>
          <a:lstStyle>
            <a:lvl1pPr>
              <a:lnSpc>
                <a:spcPct val="100000"/>
              </a:lnSpc>
              <a:defRPr sz="42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p:spPr>
        <p:txBody>
          <a:bodyPr/>
          <a:lstStyle>
            <a:lvl1pPr>
              <a:lnSpc>
                <a:spcPct val="100000"/>
              </a:lnSpc>
              <a:spcBef>
                <a:spcPts val="0"/>
              </a:spcBef>
              <a:defRPr sz="4299">
                <a:solidFill>
                  <a:schemeClr val="tx1"/>
                </a:solidFill>
              </a:defRPr>
            </a:lvl1pPr>
            <a:lvl2pPr marL="393113" indent="-393113">
              <a:lnSpc>
                <a:spcPct val="100000"/>
              </a:lnSpc>
              <a:spcBef>
                <a:spcPts val="0"/>
              </a:spcBef>
              <a:defRPr sz="4299">
                <a:solidFill>
                  <a:schemeClr val="tx1"/>
                </a:solidFill>
              </a:defRPr>
            </a:lvl2pPr>
            <a:lvl3pPr marL="749658" indent="-393113">
              <a:lnSpc>
                <a:spcPct val="100000"/>
              </a:lnSpc>
              <a:spcBef>
                <a:spcPts val="0"/>
              </a:spcBef>
              <a:defRPr sz="4299">
                <a:solidFill>
                  <a:schemeClr val="tx1"/>
                </a:solidFill>
              </a:defRPr>
            </a:lvl3pPr>
            <a:lvl4pPr marL="1142771" indent="-393113">
              <a:lnSpc>
                <a:spcPct val="100000"/>
              </a:lnSpc>
              <a:spcBef>
                <a:spcPts val="0"/>
              </a:spcBef>
              <a:defRPr sz="42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98635798"/>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05740"/>
            <a:ext cx="2475384" cy="1429544"/>
          </a:xfrm>
        </p:spPr>
        <p:txBody>
          <a:bodyPr/>
          <a:lstStyle>
            <a:lvl1pPr>
              <a:lnSpc>
                <a:spcPct val="90000"/>
              </a:lnSpc>
              <a:defRPr sz="6499">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8036"/>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0002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6"/>
            <a:ext cx="2475384" cy="1428753"/>
          </a:xfrm>
        </p:spPr>
        <p:txBody>
          <a:bodyPr/>
          <a:lstStyle>
            <a:lvl1pPr>
              <a:lnSpc>
                <a:spcPct val="90000"/>
              </a:lnSpc>
              <a:defRPr sz="6499">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1907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0957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201668"/>
            <a:ext cx="2475383" cy="1428753"/>
          </a:xfrm>
        </p:spPr>
        <p:txBody>
          <a:bodyPr/>
          <a:lstStyle>
            <a:lvl1pPr>
              <a:lnSpc>
                <a:spcPct val="90000"/>
              </a:lnSpc>
              <a:defRPr sz="6499">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862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28684126"/>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99"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5" y="6402118"/>
            <a:ext cx="2477765" cy="1905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17144002"/>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1"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5" y="6402118"/>
            <a:ext cx="2477765" cy="1905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8225714"/>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5" y="6402118"/>
            <a:ext cx="2477765" cy="1905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89567316"/>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99" y="1714500"/>
            <a:ext cx="2477765" cy="2000250"/>
          </a:xfr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3" y="1714500"/>
            <a:ext cx="2476177"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3190879"/>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4" y="192024"/>
            <a:ext cx="2477765" cy="570706"/>
          </a:xfrm>
        </p:spPr>
        <p:txBody>
          <a:bodyPr/>
          <a:lstStyle>
            <a:lvl1pPr>
              <a:lnSpc>
                <a:spcPct val="100000"/>
              </a:lnSpc>
              <a:spcBef>
                <a:spcPts val="0"/>
              </a:spcBef>
              <a:defRPr sz="31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5047593"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77684103"/>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288036"/>
            <a:ext cx="3711980" cy="95329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99" y="1714500"/>
            <a:ext cx="5049180"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19" y="1714500"/>
            <a:ext cx="5047593"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11932759"/>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8036"/>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8036"/>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72287923"/>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288036"/>
            <a:ext cx="2476178" cy="2286794"/>
          </a:xfrm>
        </p:spPr>
        <p:txBody>
          <a:bodyPr/>
          <a:lstStyle>
            <a:lvl1pPr>
              <a:lnSpc>
                <a:spcPct val="10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4957"/>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4957"/>
            <a:ext cx="2476178" cy="57157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86290021"/>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9" y="192024"/>
            <a:ext cx="5519019" cy="2286794"/>
          </a:xfrm>
        </p:spPr>
        <p:txBody>
          <a:bodyPr rIns="457200"/>
          <a:lstStyle>
            <a:lvl1pPr>
              <a:lnSpc>
                <a:spcPct val="100000"/>
              </a:lnSpc>
              <a:defRPr>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0932248"/>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288036"/>
            <a:ext cx="2474591" cy="2286000"/>
          </a:xfrm>
        </p:spPr>
        <p:txBody>
          <a:bodyPr rIns="0"/>
          <a:lstStyle>
            <a:lvl1pPr>
              <a:lnSpc>
                <a:spcPct val="100000"/>
              </a:lnSpc>
              <a:defRPr sz="14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11107806"/>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7"/>
          </a:xfrm>
        </p:spPr>
        <p:txBody>
          <a:bodyPr/>
          <a:lstStyle>
            <a:lvl1pPr>
              <a:lnSpc>
                <a:spcPct val="100000"/>
              </a:lnSpc>
              <a:defRPr sz="31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570706"/>
          </a:xfrm>
        </p:spPr>
        <p:txBody>
          <a:bodyPr/>
          <a:lstStyle>
            <a:lvl1pPr>
              <a:lnSpc>
                <a:spcPct val="100000"/>
              </a:lnSpc>
              <a:spcBef>
                <a:spcPts val="0"/>
              </a:spcBef>
              <a:defRPr sz="31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19" y="288036"/>
            <a:ext cx="457776" cy="457200"/>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2988"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3" y="288036"/>
            <a:ext cx="457776" cy="457200"/>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591"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15370464"/>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
            <a:extLst>
              <a:ext uri="{FF2B5EF4-FFF2-40B4-BE49-F238E27FC236}">
                <a16:creationId xmlns:a16="http://schemas.microsoft.com/office/drawing/2014/main" id="{00A530A6-2F26-DA70-D0D9-6DD90453CEC1}"/>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19"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19"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p:spPr>
        <p:txBody>
          <a:bodyPr/>
          <a:lstStyle>
            <a:lvl1pPr>
              <a:lnSpc>
                <a:spcPct val="100000"/>
              </a:lnSpc>
              <a:spcBef>
                <a:spcPts val="0"/>
              </a:spcBef>
              <a:defRPr sz="2200">
                <a:solidFill>
                  <a:schemeClr val="tx1"/>
                </a:solidFill>
              </a:defRPr>
            </a:lvl1pPr>
            <a:lvl2pPr marL="201128" indent="-201128">
              <a:lnSpc>
                <a:spcPct val="100000"/>
              </a:lnSpc>
              <a:spcBef>
                <a:spcPts val="0"/>
              </a:spcBef>
              <a:defRPr sz="2200">
                <a:solidFill>
                  <a:schemeClr val="tx1"/>
                </a:solidFill>
              </a:defRPr>
            </a:lvl2pPr>
            <a:lvl3pPr marL="402256" indent="-201128">
              <a:lnSpc>
                <a:spcPct val="100000"/>
              </a:lnSpc>
              <a:spcBef>
                <a:spcPts val="0"/>
              </a:spcBef>
              <a:defRPr sz="2200">
                <a:solidFill>
                  <a:schemeClr val="tx1"/>
                </a:solidFill>
              </a:defRPr>
            </a:lvl3pPr>
            <a:lvl4pPr marL="557672" indent="-20112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33323806"/>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570706"/>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10000"/>
              </a:lnSpc>
              <a:defRPr sz="1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1681"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29791713"/>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224028"/>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763524"/>
            <a:ext cx="5521401" cy="1138428"/>
          </a:xfrm>
        </p:spPr>
        <p:txBody>
          <a:bodyPr rIns="457200"/>
          <a:lstStyle>
            <a:lvl1pPr>
              <a:lnSpc>
                <a:spcPct val="110000"/>
              </a:lnSpc>
              <a:defRPr sz="3199">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40699357"/>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288036"/>
            <a:ext cx="2477765" cy="2286794"/>
          </a:xfrm>
        </p:spPr>
        <p:txBody>
          <a:bodyPr/>
          <a:lstStyle>
            <a:lvl1pPr>
              <a:lnSpc>
                <a:spcPct val="100000"/>
              </a:lnSpc>
              <a:defRPr sz="1400">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09988155"/>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024"/>
            <a:ext cx="5524575" cy="2286794"/>
          </a:xfrm>
        </p:spPr>
        <p:txBody>
          <a:bodyPr rIns="457200"/>
          <a:lstStyle>
            <a:lvl1pPr>
              <a:lnSpc>
                <a:spcPct val="100000"/>
              </a:lnSpc>
              <a:defRPr>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6"/>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4362"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78662747"/>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554"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7" name="Straight Connector 6" descr="Vertical column divider ">
            <a:extLst>
              <a:ext uri="{FF2B5EF4-FFF2-40B4-BE49-F238E27FC236}">
                <a16:creationId xmlns:a16="http://schemas.microsoft.com/office/drawing/2014/main" id="{1F6D0C9D-C937-48E3-BE84-3DA0D1BC274C}"/>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8" name="Straight Connector 7" descr="Vertical column divider ">
            <a:extLst>
              <a:ext uri="{FF2B5EF4-FFF2-40B4-BE49-F238E27FC236}">
                <a16:creationId xmlns:a16="http://schemas.microsoft.com/office/drawing/2014/main" id="{0B31714F-DB23-BEBB-75A7-6BFF47AECDDF}"/>
              </a:ext>
            </a:extLst>
          </p:cNvPr>
          <p:cNvCxnSpPr/>
          <p:nvPr userDrawn="1"/>
        </p:nvCxnSpPr>
        <p:spPr bwMode="auto">
          <a:xfrm>
            <a:off x="9146201"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3" name="Straight Connector 2" descr="Horizontal row divider">
            <a:extLst>
              <a:ext uri="{FF2B5EF4-FFF2-40B4-BE49-F238E27FC236}">
                <a16:creationId xmlns:a16="http://schemas.microsoft.com/office/drawing/2014/main" id="{3D492FDB-9D55-98D5-E9DE-229473DD5942}"/>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3334141"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3358173"/>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288036"/>
            <a:ext cx="2474590" cy="1429544"/>
          </a:xfrm>
        </p:spPr>
        <p:txBody>
          <a:bodyPr/>
          <a:lstStyle>
            <a:lvl1pPr>
              <a:lnSpc>
                <a:spcPct val="110000"/>
              </a:lnSpc>
              <a:defRPr sz="1400">
                <a:solidFill>
                  <a:schemeClr val="tx2"/>
                </a:solidFill>
              </a:defRPr>
            </a:lvl1pPr>
          </a:lstStyle>
          <a:p>
            <a:r>
              <a:rPr lang="en-US"/>
              <a:t>Click to edit Master title style</a:t>
            </a:r>
          </a:p>
        </p:txBody>
      </p:sp>
      <p:cxnSp>
        <p:nvCxnSpPr>
          <p:cNvPr id="24" name="Straight Connector 23" descr="Vertical column divider">
            <a:extLst>
              <a:ext uri="{FF2B5EF4-FFF2-40B4-BE49-F238E27FC236}">
                <a16:creationId xmlns:a16="http://schemas.microsoft.com/office/drawing/2014/main" id="{B5CBE6E3-0E18-8A57-578D-D314948AF14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666750"/>
            <a:ext cx="2475384"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6"/>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0919" y="666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666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a:t>Icon</a:t>
            </a:r>
          </a:p>
        </p:txBody>
      </p:sp>
      <p:cxnSp>
        <p:nvCxnSpPr>
          <p:cNvPr id="23" name="Straight Connector 22" descr="Horizontal row divider">
            <a:extLst>
              <a:ext uri="{FF2B5EF4-FFF2-40B4-BE49-F238E27FC236}">
                <a16:creationId xmlns:a16="http://schemas.microsoft.com/office/drawing/2014/main" id="{252CDB94-BA57-B58F-95F0-D406FE34BB4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714750"/>
            <a:ext cx="2475384"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0920" y="3714750"/>
            <a:ext cx="2475384" cy="189634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714750"/>
            <a:ext cx="2476178" cy="190500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62047132"/>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024"/>
            <a:ext cx="5519019" cy="1706563"/>
          </a:xfrm>
        </p:spPr>
        <p:txBody>
          <a:bodyPr rIns="457200"/>
          <a:lstStyle>
            <a:lvl1pPr>
              <a:lnSpc>
                <a:spcPct val="100000"/>
              </a:lnSpc>
              <a:defRPr sz="3199">
                <a:solidFill>
                  <a:schemeClr val="tx2"/>
                </a:solidFill>
              </a:defRPr>
            </a:lvl1pPr>
          </a:lstStyle>
          <a:p>
            <a:r>
              <a:rPr lang="en-US"/>
              <a:t>Click to edit Master title style</a:t>
            </a:r>
          </a:p>
        </p:txBody>
      </p:sp>
      <p:cxnSp>
        <p:nvCxnSpPr>
          <p:cNvPr id="20" name="Straight Connector 19" descr="Vertical column divider">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33049956"/>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288036"/>
            <a:ext cx="2474590" cy="1706563"/>
          </a:xfrm>
        </p:spPr>
        <p:txBody>
          <a:bodyPr rIns="0"/>
          <a:lstStyle>
            <a:lvl1pPr>
              <a:lnSpc>
                <a:spcPct val="110000"/>
              </a:lnSpc>
              <a:defRPr sz="1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90042"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cxnSp>
        <p:nvCxnSpPr>
          <p:cNvPr id="16" name="Straight Connector 15" descr="Horizontal row divider">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descr="Vertical column divider">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46044794"/>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3316" y="1714500"/>
            <a:ext cx="2475384"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4957"/>
            <a:ext cx="5523781" cy="6287294"/>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4147898435"/>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662033069"/>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6"/>
            <a:ext cx="8574559" cy="6289675"/>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2464949559"/>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909708168"/>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748865634"/>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33500"/>
            <a:ext cx="123650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3335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607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607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762501"/>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5" y="1333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3335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5" y="30607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607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5" y="4762500"/>
            <a:ext cx="123650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762501"/>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02550454"/>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97185583"/>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3768425"/>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97032307"/>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024"/>
            <a:ext cx="2477765" cy="1429544"/>
          </a:xfrm>
        </p:spPr>
        <p:txBody>
          <a:bodyPr/>
          <a:lstStyle>
            <a:lvl1pPr>
              <a:lnSpc>
                <a:spcPct val="90000"/>
              </a:lnSpc>
              <a:spcBef>
                <a:spcPts val="0"/>
              </a:spcBef>
              <a:defRPr sz="31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4" y="6402388"/>
            <a:ext cx="2477765" cy="1905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94823148"/>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3845494388"/>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bg1"/>
                </a:solidFill>
              </a:defRPr>
            </a:lvl1pPr>
          </a:lstStyle>
          <a:p>
            <a:r>
              <a:rPr lang="en-US"/>
              <a:t>Click to edit Master title style</a:t>
            </a:r>
          </a:p>
        </p:txBody>
      </p:sp>
      <p:pic>
        <p:nvPicPr>
          <p:cNvPr id="7" name="Picture" descr="IBM 8-bar logo"/>
          <p:cNvPicPr>
            <a:picLocks noChangeAspect="1"/>
          </p:cNvPicPr>
          <p:nvPr userDrawn="1"/>
        </p:nvPicPr>
        <p:blipFill>
          <a:blip r:embed="rId2"/>
          <a:stretch>
            <a:fillRect/>
          </a:stretch>
        </p:blipFill>
        <p:spPr>
          <a:xfrm>
            <a:off x="11191751" y="6257438"/>
            <a:ext cx="695452" cy="275721"/>
          </a:xfrm>
          <a:prstGeom prst="rect">
            <a:avLst/>
          </a:prstGeom>
        </p:spPr>
      </p:pic>
      <p:pic>
        <p:nvPicPr>
          <p:cNvPr id="5" name="Picture 4" descr="A close up of a sign&#10;&#10;Description automatically generated">
            <a:extLst>
              <a:ext uri="{FF2B5EF4-FFF2-40B4-BE49-F238E27FC236}">
                <a16:creationId xmlns:a16="http://schemas.microsoft.com/office/drawing/2014/main" id="{1FE40CCE-4D26-C04C-BE6A-001FD7138703}"/>
              </a:ext>
            </a:extLst>
          </p:cNvPr>
          <p:cNvPicPr>
            <a:picLocks noChangeAspect="1"/>
          </p:cNvPicPr>
          <p:nvPr userDrawn="1"/>
        </p:nvPicPr>
        <p:blipFill>
          <a:blip r:embed="rId3"/>
          <a:stretch>
            <a:fillRect/>
          </a:stretch>
        </p:blipFill>
        <p:spPr>
          <a:xfrm>
            <a:off x="280417" y="6113587"/>
            <a:ext cx="493803" cy="461244"/>
          </a:xfrm>
          <a:prstGeom prst="rect">
            <a:avLst/>
          </a:prstGeom>
        </p:spPr>
      </p:pic>
    </p:spTree>
    <p:extLst>
      <p:ext uri="{BB962C8B-B14F-4D97-AF65-F5344CB8AC3E}">
        <p14:creationId xmlns:p14="http://schemas.microsoft.com/office/powerpoint/2010/main" val="310558709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8C0265CA-2B6C-9B44-BAF5-9809F2643602}"/>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62765571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4273C849-25B9-BD49-A83F-6A07B7367060}"/>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65184811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B1FD8C44-24CC-F846-B4A0-1EAACE946728}"/>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25034160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7" name="Picture Placeholder">
            <a:extLst>
              <a:ext uri="{C183D7F6-B498-43B3-948B-1728B52AA6E4}">
                <adec:decorative xmlns:adec="http://schemas.microsoft.com/office/drawing/2017/decorative" val="1"/>
              </a:ext>
            </a:extLst>
          </p:cNvPr>
          <p:cNvSpPr>
            <a:spLocks noGrp="1"/>
          </p:cNvSpPr>
          <p:nvPr>
            <p:ph type="pic" sz="quarter" idx="13"/>
          </p:nvPr>
        </p:nvSpPr>
        <p:spPr>
          <a:xfrm>
            <a:off x="6096000" y="0"/>
            <a:ext cx="6096000" cy="6858000"/>
          </a:xfrm>
        </p:spPr>
        <p:txBody>
          <a:bodyPr lIns="91440" tIns="91440" rIns="91440" bIns="91440"/>
          <a:lstStyle>
            <a:lvl1pPr>
              <a:defRPr baseline="0"/>
            </a:lvl1pPr>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832520BA-42D0-C846-A6C8-3124B140A34E}"/>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83671387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3" y="121920"/>
            <a:ext cx="11704229" cy="5872480"/>
          </a:xfrm>
        </p:spPr>
        <p:txBody>
          <a:bodyPr/>
          <a:lstStyle>
            <a:lvl1pPr>
              <a:defRPr sz="12800" b="1" i="0">
                <a:latin typeface="IBM Plex Sans" panose="020B0503050203000203" pitchFamily="34" charset="0"/>
              </a:defRPr>
            </a:lvl1pPr>
          </a:lstStyle>
          <a:p>
            <a:r>
              <a:rPr lang="en-US"/>
              <a:t>Click to edit Master title style</a:t>
            </a:r>
          </a:p>
        </p:txBody>
      </p:sp>
      <p:sp>
        <p:nvSpPr>
          <p:cNvPr id="4" name="Slide Number Placeholder"/>
          <p:cNvSpPr>
            <a:spLocks noGrp="1"/>
          </p:cNvSpPr>
          <p:nvPr>
            <p:ph type="sldNum" sz="quarter" idx="11"/>
          </p:nvPr>
        </p:nvSpPr>
        <p:spPr/>
        <p:txBody>
          <a:bodyPr/>
          <a:lstStyle>
            <a:lvl1pPr>
              <a:defRPr>
                <a:latin typeface="IBM Plex Sans" panose="020B0503050203000203" pitchFamily="34" charset="0"/>
              </a:defRPr>
            </a:lvl1p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311D9468-6AC3-854F-8C23-C4892D430F88}"/>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421838788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20" y="268224"/>
            <a:ext cx="7416713" cy="572617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50148EF9-D101-3F48-BFF4-AACFDC6B1219}"/>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7541185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p:cNvSpPr>
            <a:spLocks noGrp="1"/>
          </p:cNvSpPr>
          <p:nvPr>
            <p:ph type="body" sz="quarter" idx="12"/>
          </p:nvPr>
        </p:nvSpPr>
        <p:spPr>
          <a:xfrm>
            <a:off x="6388608" y="268224"/>
            <a:ext cx="5498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3725FDB8-26B5-5943-AACE-8B4FE95C94B5}"/>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4477363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p:cNvSpPr>
            <a:spLocks noGrp="1"/>
          </p:cNvSpPr>
          <p:nvPr>
            <p:ph type="body" sz="quarter" idx="12"/>
          </p:nvPr>
        </p:nvSpPr>
        <p:spPr>
          <a:xfrm>
            <a:off x="6388611" y="1658112"/>
            <a:ext cx="5498501"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A2C13D29-FCC2-3C4A-9B7D-6180A5FC7883}"/>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08451123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7" name="Content Placeholder"/>
          <p:cNvSpPr>
            <a:spLocks noGrp="1"/>
          </p:cNvSpPr>
          <p:nvPr>
            <p:ph sz="quarter" idx="13"/>
          </p:nvPr>
        </p:nvSpPr>
        <p:spPr>
          <a:xfrm>
            <a:off x="280416" y="1621536"/>
            <a:ext cx="5522976" cy="4372864"/>
          </a:xfrm>
        </p:spPr>
        <p:txBody>
          <a:bodyPr/>
          <a:lstStyle>
            <a:lvl1pPr>
              <a:defRPr sz="3200"/>
            </a:lvl1pPr>
          </a:lstStyle>
          <a:p>
            <a:pPr lvl="0"/>
            <a:r>
              <a:rPr lang="en-US"/>
              <a:t>Click to edit Master text styles</a:t>
            </a:r>
          </a:p>
        </p:txBody>
      </p:sp>
      <p:sp>
        <p:nvSpPr>
          <p:cNvPr id="6" name="Text Placeholder"/>
          <p:cNvSpPr>
            <a:spLocks noGrp="1"/>
          </p:cNvSpPr>
          <p:nvPr>
            <p:ph type="body" sz="quarter" idx="12"/>
          </p:nvPr>
        </p:nvSpPr>
        <p:spPr>
          <a:xfrm>
            <a:off x="6388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F0209EEF-17EF-5141-B2C0-A3A8D1FE08C4}"/>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18350330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88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p:cNvSpPr>
            <a:spLocks noGrp="1"/>
          </p:cNvSpPr>
          <p:nvPr>
            <p:ph type="body" sz="quarter" idx="15"/>
          </p:nvPr>
        </p:nvSpPr>
        <p:spPr>
          <a:xfrm>
            <a:off x="9436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31791BE9-A44B-E840-BC96-E3953F3B31E2}"/>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60508681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B52886E7-EC56-A343-9830-0E3BC6BD9384}"/>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37019463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1"/>
          <p:cNvSpPr>
            <a:spLocks noGrp="1"/>
          </p:cNvSpPr>
          <p:nvPr>
            <p:ph type="body" sz="quarter" idx="12"/>
          </p:nvPr>
        </p:nvSpPr>
        <p:spPr>
          <a:xfrm>
            <a:off x="6388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3"/>
          </p:nvPr>
        </p:nvSpPr>
        <p:spPr>
          <a:xfrm>
            <a:off x="9436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9F852A5A-9A0C-644C-98B8-0748F7A2A142}"/>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45484481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19" y="268224"/>
            <a:ext cx="5522885" cy="5726176"/>
          </a:xfrm>
        </p:spPr>
        <p:txBody>
          <a:bodyPr/>
          <a:lstStyle>
            <a:lvl1pPr>
              <a:defRPr>
                <a:latin typeface="IBM Plex Sans" panose="020B0503050203000203" pitchFamily="34" charset="0"/>
              </a:defRPr>
            </a:lvl1pPr>
          </a:lstStyle>
          <a:p>
            <a:r>
              <a:rPr lang="en-US"/>
              <a:t>Click to edit Master title style</a:t>
            </a:r>
          </a:p>
        </p:txBody>
      </p:sp>
      <p:sp>
        <p:nvSpPr>
          <p:cNvPr id="7" name="Cool gray 10 rectangle">
            <a:extLst>
              <a:ext uri="{FF2B5EF4-FFF2-40B4-BE49-F238E27FC236}">
                <a16:creationId xmlns:a16="http://schemas.microsoft.com/office/drawing/2014/main" id="{838ABCAC-D266-7244-9068-DAD3FE4E7C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F3F3F3"/>
          </a:solidFill>
        </p:spPr>
        <p:txBody>
          <a:bodyPr wrap="square" lIns="0" tIns="0" rIns="0" bIns="0" rtlCol="0" anchor="ctr">
            <a:noAutofit/>
          </a:bodyPr>
          <a:lstStyle/>
          <a:p>
            <a:pPr algn="ctr"/>
            <a:endParaRPr lang="en-US" sz="1600" b="0" i="0">
              <a:solidFill>
                <a:srgbClr val="FFFFFF"/>
              </a:solidFill>
              <a:latin typeface="IBM Plex Sans" panose="020B0503050203000203" pitchFamily="34" charset="0"/>
              <a:cs typeface="Arial"/>
            </a:endParaRPr>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latin typeface="IBM Plex Sans" panose="020B0503050203000203" pitchFamily="34" charset="0"/>
              </a:defRPr>
            </a:lvl1pPr>
            <a:lvl2pPr>
              <a:buClr>
                <a:schemeClr val="tx1"/>
              </a:buClr>
              <a:defRPr>
                <a:solidFill>
                  <a:schemeClr val="tx1"/>
                </a:solidFill>
                <a:latin typeface="IBM Plex Sans" panose="020B0503050203000203" pitchFamily="34" charset="0"/>
              </a:defRPr>
            </a:lvl2pPr>
            <a:lvl3pPr>
              <a:buClr>
                <a:schemeClr val="tx1"/>
              </a:buClr>
              <a:defRPr>
                <a:solidFill>
                  <a:schemeClr val="tx1"/>
                </a:solidFill>
                <a:latin typeface="IBM Plex Sans" panose="020B0503050203000203" pitchFamily="34" charset="0"/>
              </a:defRPr>
            </a:lvl3pPr>
            <a:lvl4pPr>
              <a:buClr>
                <a:schemeClr val="tx1"/>
              </a:buClr>
              <a:defRPr>
                <a:solidFill>
                  <a:schemeClr val="tx1"/>
                </a:solidFill>
                <a:latin typeface="IBM Plex Sans" panose="020B0503050203000203" pitchFamily="34" charset="0"/>
              </a:defRPr>
            </a:lvl4pPr>
            <a:lvl5pPr>
              <a:buClr>
                <a:schemeClr val="tx1"/>
              </a:buClr>
              <a:defRPr>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lvl1pPr>
              <a:defRPr>
                <a:solidFill>
                  <a:schemeClr val="tx1"/>
                </a:solidFill>
                <a:latin typeface="IBM Plex Sans" panose="020B0503050203000203" pitchFamily="34" charset="0"/>
              </a:defRPr>
            </a:lvl1p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591FFBDB-B767-844A-9567-47D732E1FB9C}"/>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06484055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6" name="Footer Placeholder">
            <a:extLst>
              <a:ext uri="{FF2B5EF4-FFF2-40B4-BE49-F238E27FC236}">
                <a16:creationId xmlns:a16="http://schemas.microsoft.com/office/drawing/2014/main" id="{C63F0017-7F4F-FB42-9B95-2145C877CFB0}"/>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48894329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41C63CF7-9571-734F-87DE-FAD372B0F7F5}"/>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98423133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D7F431D1-F7F7-5E42-B7A6-2A9A60EA4C9D}"/>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65652314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2" name="Content Placeholder 3"/>
          <p:cNvSpPr>
            <a:spLocks noGrp="1"/>
          </p:cNvSpPr>
          <p:nvPr>
            <p:ph sz="quarter" idx="19"/>
          </p:nvPr>
        </p:nvSpPr>
        <p:spPr>
          <a:xfrm>
            <a:off x="6096000" y="3426886"/>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
        <p:nvSpPr>
          <p:cNvPr id="11" name="Footer Placeholder">
            <a:extLst>
              <a:ext uri="{FF2B5EF4-FFF2-40B4-BE49-F238E27FC236}">
                <a16:creationId xmlns:a16="http://schemas.microsoft.com/office/drawing/2014/main" id="{99DFB483-DC7E-0448-A33F-F662205EA440}"/>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23094075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solidFill>
            <a:srgbClr val="0530AD"/>
          </a:solidFill>
        </p:spPr>
        <p:txBody>
          <a:bodyPr lIns="210312" tIns="201168" rIns="228600" bIns="228600"/>
          <a:lstStyle>
            <a:lvl1pPr>
              <a:defRPr>
                <a:solidFill>
                  <a:schemeClr val="bg1"/>
                </a:solidFill>
              </a:defRPr>
            </a:lvl1pPr>
          </a:lstStyle>
          <a:p>
            <a:r>
              <a:rPr lang="en-US"/>
              <a:t>Click to edit Master title style</a:t>
            </a:r>
          </a:p>
        </p:txBody>
      </p:sp>
      <p:sp>
        <p:nvSpPr>
          <p:cNvPr id="6"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7" name="Content Placeholder 3"/>
          <p:cNvSpPr>
            <a:spLocks noGrp="1"/>
          </p:cNvSpPr>
          <p:nvPr>
            <p:ph sz="quarter" idx="20"/>
          </p:nvPr>
        </p:nvSpPr>
        <p:spPr>
          <a:xfrm>
            <a:off x="0" y="3426886"/>
            <a:ext cx="6096000" cy="3431116"/>
          </a:xfrm>
          <a:solidFill>
            <a:schemeClr val="tx1"/>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6"/>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9E405C96-E41A-8C48-ABA7-8C4A89140EA4}"/>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88505889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12192000" cy="3425951"/>
          </a:xfrm>
          <a:noFill/>
        </p:spPr>
        <p:txBody>
          <a:bodyPr lIns="182880" tIns="164592" rIns="228600" bIns="228600"/>
          <a:lstStyle>
            <a:lvl1pPr>
              <a:defRPr sz="6400"/>
            </a:lvl1pPr>
          </a:lstStyle>
          <a:p>
            <a:r>
              <a:rPr lang="en-US"/>
              <a:t>Click to edit Master title style</a:t>
            </a:r>
          </a:p>
        </p:txBody>
      </p:sp>
      <p:sp>
        <p:nvSpPr>
          <p:cNvPr id="7" name="Content Placeholder 1"/>
          <p:cNvSpPr>
            <a:spLocks noGrp="1"/>
          </p:cNvSpPr>
          <p:nvPr>
            <p:ph sz="quarter" idx="20"/>
          </p:nvPr>
        </p:nvSpPr>
        <p:spPr>
          <a:xfrm>
            <a:off x="0" y="3426886"/>
            <a:ext cx="3048000" cy="3431116"/>
          </a:xfrm>
          <a:solidFill>
            <a:srgbClr val="061F80"/>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2"/>
          <p:cNvSpPr>
            <a:spLocks noGrp="1"/>
          </p:cNvSpPr>
          <p:nvPr>
            <p:ph sz="quarter" idx="19"/>
          </p:nvPr>
        </p:nvSpPr>
        <p:spPr>
          <a:xfrm>
            <a:off x="3048001" y="3426886"/>
            <a:ext cx="3048000" cy="3431116"/>
          </a:xfrm>
          <a:solidFill>
            <a:srgbClr val="054ADA"/>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6" name="Content Placeholder 3"/>
          <p:cNvSpPr>
            <a:spLocks noGrp="1"/>
          </p:cNvSpPr>
          <p:nvPr>
            <p:ph sz="quarter" idx="17"/>
          </p:nvPr>
        </p:nvSpPr>
        <p:spPr>
          <a:xfrm>
            <a:off x="6096000" y="3426883"/>
            <a:ext cx="3048000" cy="3431117"/>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4"/>
          <p:cNvSpPr>
            <a:spLocks noGrp="1"/>
          </p:cNvSpPr>
          <p:nvPr>
            <p:ph sz="quarter" idx="18"/>
          </p:nvPr>
        </p:nvSpPr>
        <p:spPr>
          <a:xfrm>
            <a:off x="9144000" y="3426883"/>
            <a:ext cx="3048000" cy="3431117"/>
          </a:xfrm>
          <a:solidFill>
            <a:srgbClr val="6EA6FF"/>
          </a:solid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731DA5C1-55BD-574D-A4EC-03BD16373FEC}"/>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95740566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black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1"/>
          </a:solidFill>
        </p:spPr>
        <p:txBody>
          <a:bodyPr lIns="210312" tIns="201168" rIns="228600" bIns="228600"/>
          <a:lstStyle>
            <a:lvl1pPr>
              <a:defRPr>
                <a:solidFill>
                  <a:schemeClr val="bg1"/>
                </a:solidFill>
              </a:defRPr>
            </a:lvl1pPr>
          </a:lstStyle>
          <a:p>
            <a:r>
              <a:rPr lang="en-US"/>
              <a:t>Click to edit Master title style</a:t>
            </a:r>
          </a:p>
        </p:txBody>
      </p:sp>
      <p:sp>
        <p:nvSpPr>
          <p:cNvPr id="6" name="Picture Placeholder"/>
          <p:cNvSpPr>
            <a:spLocks noGrp="1"/>
          </p:cNvSpPr>
          <p:nvPr>
            <p:ph type="pic" sz="quarter" idx="12"/>
          </p:nvPr>
        </p:nvSpPr>
        <p:spPr>
          <a:xfrm>
            <a:off x="0" y="1701800"/>
            <a:ext cx="12192000" cy="51562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B46E79E8-87D3-3D44-AC8F-D56622581ED5}"/>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9405767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ext (black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p>
            <a:r>
              <a:rPr lang="en-US"/>
              <a:t>Click icon to add picture</a:t>
            </a:r>
          </a:p>
        </p:txBody>
      </p:sp>
      <p:sp>
        <p:nvSpPr>
          <p:cNvPr id="6" name="Text Placeholder"/>
          <p:cNvSpPr>
            <a:spLocks noGrp="1"/>
          </p:cNvSpPr>
          <p:nvPr>
            <p:ph type="body" sz="quarter" idx="12"/>
          </p:nvPr>
        </p:nvSpPr>
        <p:spPr>
          <a:xfrm>
            <a:off x="-2" y="3429000"/>
            <a:ext cx="3048004" cy="3429000"/>
          </a:xfrm>
          <a:solidFill>
            <a:schemeClr val="tx1"/>
          </a:solidFill>
        </p:spPr>
        <p:txBody>
          <a:bodyPr lIns="219456" tIns="201168" rIns="228600" bIns="228600"/>
          <a:lstStyle>
            <a:lvl1pPr>
              <a:buClr>
                <a:schemeClr val="bg1"/>
              </a:buClr>
              <a:defRPr>
                <a:solidFill>
                  <a:schemeClr val="bg1"/>
                </a:solidFill>
              </a:defRPr>
            </a:lvl1pPr>
            <a:lvl2pPr>
              <a:buClr>
                <a:schemeClr val="bg1"/>
              </a:buClr>
              <a:defRPr sz="1333">
                <a:solidFill>
                  <a:schemeClr val="bg1"/>
                </a:solidFill>
              </a:defRPr>
            </a:lvl2pPr>
            <a:lvl3pPr>
              <a:buClr>
                <a:schemeClr val="bg1"/>
              </a:buClr>
              <a:defRPr sz="1333">
                <a:solidFill>
                  <a:schemeClr val="bg1"/>
                </a:solidFill>
              </a:defRPr>
            </a:lvl3pPr>
            <a:lvl4pPr>
              <a:buClr>
                <a:schemeClr val="bg1"/>
              </a:buClr>
              <a:defRPr sz="1333">
                <a:solidFill>
                  <a:schemeClr val="bg1"/>
                </a:solidFill>
              </a:defRPr>
            </a:lvl4pPr>
            <a:lvl5pPr>
              <a:buClr>
                <a:schemeClr val="bg1"/>
              </a:buClr>
              <a:defRPr sz="133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Title" hidden="1">
            <a:extLst>
              <a:ext uri="{FF2B5EF4-FFF2-40B4-BE49-F238E27FC236}">
                <a16:creationId xmlns:a16="http://schemas.microsoft.com/office/drawing/2014/main" id="{0C4F1C52-4E00-9B42-8B21-690C46B2CCFA}"/>
              </a:ext>
            </a:extLst>
          </p:cNvPr>
          <p:cNvSpPr>
            <a:spLocks noGrp="1"/>
          </p:cNvSpPr>
          <p:nvPr>
            <p:ph type="title" idx="4294967295"/>
          </p:nvPr>
        </p:nvSpPr>
        <p:spPr>
          <a:xfrm>
            <a:off x="304890" y="268819"/>
            <a:ext cx="5524500" cy="5725583"/>
          </a:xfrm>
        </p:spPr>
        <p:txBody>
          <a:bodyPr/>
          <a:lstStyle/>
          <a:p>
            <a:r>
              <a:rPr lang="en-US"/>
              <a:t>Click to edit Master title style</a:t>
            </a:r>
          </a:p>
        </p:txBody>
      </p:sp>
      <p:sp>
        <p:nvSpPr>
          <p:cNvPr id="8" name="Footer Placeholder">
            <a:extLst>
              <a:ext uri="{FF2B5EF4-FFF2-40B4-BE49-F238E27FC236}">
                <a16:creationId xmlns:a16="http://schemas.microsoft.com/office/drawing/2014/main" id="{C36BF158-5723-B444-9B56-3AC98DC1BCF1}"/>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38522176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solidFill>
            <a:srgbClr val="061F80"/>
          </a:solidFill>
        </p:spPr>
        <p:txBody>
          <a:bodyPr lIns="219456" tIns="201168" rIns="228600" bIns="2286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sz="quarter" idx="13"/>
          </p:nvPr>
        </p:nvSpPr>
        <p:spPr>
          <a:xfrm>
            <a:off x="3048000" y="0"/>
            <a:ext cx="3048000" cy="6864096"/>
          </a:xfrm>
          <a:solidFill>
            <a:srgbClr val="054ADA"/>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14"/>
          </p:nvPr>
        </p:nvSpPr>
        <p:spPr>
          <a:xfrm>
            <a:off x="6096000" y="0"/>
            <a:ext cx="3048000" cy="6864096"/>
          </a:xfrm>
          <a:solidFill>
            <a:schemeClr val="accent2"/>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p:cNvSpPr>
            <a:spLocks noGrp="1"/>
          </p:cNvSpPr>
          <p:nvPr>
            <p:ph sz="quarter" idx="15"/>
          </p:nvPr>
        </p:nvSpPr>
        <p:spPr>
          <a:xfrm>
            <a:off x="9144000" y="0"/>
            <a:ext cx="3048000" cy="6864096"/>
          </a:xfrm>
          <a:solidFill>
            <a:srgbClr val="6EA6FF"/>
          </a:solidFill>
        </p:spPr>
        <p:txBody>
          <a:bodyPr lIns="219456" tIns="201168" rIns="228600" bIns="228600"/>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D87C0403-9D8E-5449-8031-F2D2DAE06DE4}"/>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78887959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p:cNvSpPr>
            <a:spLocks noGrp="1"/>
          </p:cNvSpPr>
          <p:nvPr>
            <p:ph sz="quarter" idx="13"/>
          </p:nvPr>
        </p:nvSpPr>
        <p:spPr>
          <a:xfrm>
            <a:off x="3352800" y="1658112"/>
            <a:ext cx="8534400"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E0885F70-D20D-EE47-BE19-D978270E5CBB}"/>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157469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15B4DB0A-5BB5-C944-8BAB-84EE26EACD67}"/>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63906672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5"/>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6D668D97-76E9-524A-A1F7-6F89294AF9A2}"/>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41976085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64224" y="1621536"/>
            <a:ext cx="5522976" cy="4372864"/>
          </a:xfrm>
        </p:spPr>
        <p:txBody>
          <a:bodyPr/>
          <a:lstStyle>
            <a:lvl1pPr>
              <a:defRPr sz="3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029B3C5C-8365-7243-A810-376A30D47E0A}"/>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2495441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ble Placeholder"/>
          <p:cNvSpPr>
            <a:spLocks noGrp="1"/>
          </p:cNvSpPr>
          <p:nvPr>
            <p:ph type="tbl" sz="quarter" idx="13"/>
          </p:nvPr>
        </p:nvSpPr>
        <p:spPr>
          <a:xfrm>
            <a:off x="3340609" y="268224"/>
            <a:ext cx="8546501" cy="5726176"/>
          </a:xfrm>
        </p:spPr>
        <p:txBody>
          <a:bodyPr lIns="0" tIns="0" rIns="91440" bIns="91440"/>
          <a:lstStyle/>
          <a:p>
            <a:r>
              <a:rPr lang="en-US"/>
              <a:t>Click icon to add table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C76CC3A6-F9AC-994B-86AA-FEF628C0B734}"/>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83771783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67A4DA9C-8513-8A43-8407-228130D6B865}"/>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57750233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689890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10784"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82499"/>
            <a:ext cx="5498592" cy="1746503"/>
          </a:xfrm>
        </p:spPr>
        <p:txBody>
          <a:bodyPr/>
          <a:lstStyle>
            <a:lvl1pPr>
              <a:spcBef>
                <a:spcPts val="0"/>
              </a:spcBef>
              <a:defRPr sz="1333"/>
            </a:lvl1pPr>
            <a:lvl2pPr marL="0" indent="0">
              <a:spcBef>
                <a:spcPts val="0"/>
              </a:spcBef>
              <a:buNone/>
              <a:defRPr/>
            </a:lvl2pPr>
            <a:lvl3pPr marL="268807" indent="0">
              <a:buNone/>
              <a:defRPr/>
            </a:lvl3pPr>
            <a:lvl4pPr marL="579946" indent="0">
              <a:buNone/>
              <a:defRPr/>
            </a:lvl4pPr>
            <a:lvl5pPr marL="842402"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B66D531-042B-494C-8702-5C43B76E6584}"/>
              </a:ext>
            </a:extLst>
          </p:cNvPr>
          <p:cNvSpPr>
            <a:spLocks noGrp="1"/>
          </p:cNvSpPr>
          <p:nvPr>
            <p:ph type="body" sz="quarter" idx="14"/>
          </p:nvPr>
        </p:nvSpPr>
        <p:spPr>
          <a:xfrm>
            <a:off x="298213" y="4274264"/>
            <a:ext cx="8540991" cy="1746501"/>
          </a:xfrm>
        </p:spPr>
        <p:txBody>
          <a:bodyPr anchor="b"/>
          <a:lstStyle>
            <a:lvl1pPr>
              <a:spcBef>
                <a:spcPts val="400"/>
              </a:spcBef>
              <a:defRPr sz="800"/>
            </a:lvl1pPr>
            <a:lvl2pPr>
              <a:defRPr sz="800"/>
            </a:lvl2pPr>
            <a:lvl3pPr>
              <a:defRPr sz="800"/>
            </a:lvl3pPr>
            <a:lvl4pPr>
              <a:defRPr sz="800"/>
            </a:lvl4pPr>
            <a:lvl5pPr>
              <a:defRPr sz="800"/>
            </a:lvl5pPr>
          </a:lstStyle>
          <a:p>
            <a:pPr lvl="0"/>
            <a:r>
              <a:rPr lang="en-US"/>
              <a:t>Click to edit Master text styles</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0066ADB4-F03B-8041-8DF9-C3EB6D15C699}"/>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70462287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4_ibm sign-off">
    <p:bg>
      <p:bgPr>
        <a:solidFill>
          <a:schemeClr val="tx1"/>
        </a:solidFill>
        <a:effectLst/>
      </p:bgPr>
    </p:bg>
    <p:spTree>
      <p:nvGrpSpPr>
        <p:cNvPr id="1" name=""/>
        <p:cNvGrpSpPr/>
        <p:nvPr/>
      </p:nvGrpSpPr>
      <p:grpSpPr>
        <a:xfrm>
          <a:off x="0" y="0"/>
          <a:ext cx="0" cy="0"/>
          <a:chOff x="0" y="0"/>
          <a:chExt cx="0" cy="0"/>
        </a:xfrm>
      </p:grpSpPr>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pic>
        <p:nvPicPr>
          <p:cNvPr id="6" name="Picture 5">
            <a:extLst>
              <a:ext uri="{FF2B5EF4-FFF2-40B4-BE49-F238E27FC236}">
                <a16:creationId xmlns:a16="http://schemas.microsoft.com/office/drawing/2014/main" id="{E9F9B627-0F89-514D-85B9-78E485ABC781}"/>
              </a:ext>
            </a:extLst>
          </p:cNvPr>
          <p:cNvPicPr>
            <a:picLocks noChangeAspect="1"/>
          </p:cNvPicPr>
          <p:nvPr userDrawn="1"/>
        </p:nvPicPr>
        <p:blipFill>
          <a:blip r:embed="rId2"/>
          <a:stretch>
            <a:fillRect/>
          </a:stretch>
        </p:blipFill>
        <p:spPr>
          <a:xfrm>
            <a:off x="5232737" y="3074991"/>
            <a:ext cx="1714163" cy="712380"/>
          </a:xfrm>
          <a:prstGeom prst="rect">
            <a:avLst/>
          </a:prstGeom>
        </p:spPr>
      </p:pic>
      <p:sp>
        <p:nvSpPr>
          <p:cNvPr id="5" name="Footer Placeholder">
            <a:extLst>
              <a:ext uri="{FF2B5EF4-FFF2-40B4-BE49-F238E27FC236}">
                <a16:creationId xmlns:a16="http://schemas.microsoft.com/office/drawing/2014/main" id="{104A8DD9-5ECA-3147-A05B-0AFB2A1864D3}"/>
              </a:ext>
            </a:extLst>
          </p:cNvPr>
          <p:cNvSpPr>
            <a:spLocks noGrp="1"/>
          </p:cNvSpPr>
          <p:nvPr>
            <p:ph type="ftr" sz="quarter" idx="10"/>
          </p:nvPr>
        </p:nvSpPr>
        <p:spPr>
          <a:xfrm>
            <a:off x="304890" y="6491902"/>
            <a:ext cx="5486313" cy="222249"/>
          </a:xfr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89212514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bg1"/>
                </a:solidFill>
              </a:defRPr>
            </a:lvl1pPr>
          </a:lstStyle>
          <a:p>
            <a:r>
              <a:rPr lang="en-US"/>
              <a:t>Click to edit Master title style</a:t>
            </a:r>
          </a:p>
        </p:txBody>
      </p:sp>
      <p:pic>
        <p:nvPicPr>
          <p:cNvPr id="7" name="Picture" descr="IBM 8-bar logo"/>
          <p:cNvPicPr>
            <a:picLocks noChangeAspect="1"/>
          </p:cNvPicPr>
          <p:nvPr userDrawn="1"/>
        </p:nvPicPr>
        <p:blipFill>
          <a:blip r:embed="rId2"/>
          <a:stretch>
            <a:fillRect/>
          </a:stretch>
        </p:blipFill>
        <p:spPr>
          <a:xfrm>
            <a:off x="11191750" y="6257437"/>
            <a:ext cx="695452" cy="275721"/>
          </a:xfrm>
          <a:prstGeom prst="rect">
            <a:avLst/>
          </a:prstGeom>
        </p:spPr>
      </p:pic>
      <p:pic>
        <p:nvPicPr>
          <p:cNvPr id="5" name="Picture 4" descr="A close up of a sign&#10;&#10;Description automatically generated">
            <a:extLst>
              <a:ext uri="{FF2B5EF4-FFF2-40B4-BE49-F238E27FC236}">
                <a16:creationId xmlns:a16="http://schemas.microsoft.com/office/drawing/2014/main" id="{1FE40CCE-4D26-C04C-BE6A-001FD7138703}"/>
              </a:ext>
            </a:extLst>
          </p:cNvPr>
          <p:cNvPicPr>
            <a:picLocks noChangeAspect="1"/>
          </p:cNvPicPr>
          <p:nvPr userDrawn="1"/>
        </p:nvPicPr>
        <p:blipFill>
          <a:blip r:embed="rId3"/>
          <a:stretch>
            <a:fillRect/>
          </a:stretch>
        </p:blipFill>
        <p:spPr>
          <a:xfrm>
            <a:off x="280416" y="6113586"/>
            <a:ext cx="493803" cy="461244"/>
          </a:xfrm>
          <a:prstGeom prst="rect">
            <a:avLst/>
          </a:prstGeom>
        </p:spPr>
      </p:pic>
    </p:spTree>
    <p:extLst>
      <p:ext uri="{BB962C8B-B14F-4D97-AF65-F5344CB8AC3E}">
        <p14:creationId xmlns:p14="http://schemas.microsoft.com/office/powerpoint/2010/main" val="311957079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8C0265CA-2B6C-9B44-BAF5-9809F2643602}"/>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4923803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4273C849-25B9-BD49-A83F-6A07B7367060}"/>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36780941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B1FD8C44-24CC-F846-B4A0-1EAACE946728}"/>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20477572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7" name="Picture Placeholder">
            <a:extLst>
              <a:ext uri="{C183D7F6-B498-43B3-948B-1728B52AA6E4}">
                <adec:decorative xmlns:adec="http://schemas.microsoft.com/office/drawing/2017/decorative" val="1"/>
              </a:ext>
            </a:extLst>
          </p:cNvPr>
          <p:cNvSpPr>
            <a:spLocks noGrp="1"/>
          </p:cNvSpPr>
          <p:nvPr>
            <p:ph type="pic" sz="quarter" idx="13"/>
          </p:nvPr>
        </p:nvSpPr>
        <p:spPr>
          <a:xfrm>
            <a:off x="6096000" y="0"/>
            <a:ext cx="6096000" cy="6858000"/>
          </a:xfrm>
        </p:spPr>
        <p:txBody>
          <a:bodyPr lIns="91440" tIns="91440" rIns="91440" bIns="91440"/>
          <a:lstStyle>
            <a:lvl1pPr>
              <a:defRPr baseline="0"/>
            </a:lvl1pPr>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832520BA-42D0-C846-A6C8-3124B140A34E}"/>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50171629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2" y="121920"/>
            <a:ext cx="11704229" cy="5872480"/>
          </a:xfrm>
        </p:spPr>
        <p:txBody>
          <a:bodyPr/>
          <a:lstStyle>
            <a:lvl1pPr>
              <a:defRPr sz="12800" b="1" i="0">
                <a:latin typeface="IBM Plex Sans" panose="020B0503050203000203" pitchFamily="34" charset="0"/>
              </a:defRPr>
            </a:lvl1pPr>
          </a:lstStyle>
          <a:p>
            <a:r>
              <a:rPr lang="en-US"/>
              <a:t>Click to edit Master title style</a:t>
            </a:r>
          </a:p>
        </p:txBody>
      </p:sp>
      <p:sp>
        <p:nvSpPr>
          <p:cNvPr id="4" name="Slide Number Placeholder"/>
          <p:cNvSpPr>
            <a:spLocks noGrp="1"/>
          </p:cNvSpPr>
          <p:nvPr>
            <p:ph type="sldNum" sz="quarter" idx="11"/>
          </p:nvPr>
        </p:nvSpPr>
        <p:spPr/>
        <p:txBody>
          <a:bodyPr/>
          <a:lstStyle>
            <a:lvl1pPr>
              <a:defRPr>
                <a:latin typeface="IBM Plex Sans" panose="020B0503050203000203" pitchFamily="34" charset="0"/>
              </a:defRPr>
            </a:lvl1p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311D9468-6AC3-854F-8C23-C4892D430F88}"/>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58045791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7416713" cy="572617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50148EF9-D101-3F48-BFF4-AACFDC6B1219}"/>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63777764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p:cNvSpPr>
            <a:spLocks noGrp="1"/>
          </p:cNvSpPr>
          <p:nvPr>
            <p:ph type="body" sz="quarter" idx="12"/>
          </p:nvPr>
        </p:nvSpPr>
        <p:spPr>
          <a:xfrm>
            <a:off x="6388608" y="268224"/>
            <a:ext cx="5498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3725FDB8-26B5-5943-AACE-8B4FE95C94B5}"/>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47239811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p:cNvSpPr>
            <a:spLocks noGrp="1"/>
          </p:cNvSpPr>
          <p:nvPr>
            <p:ph type="body" sz="quarter" idx="12"/>
          </p:nvPr>
        </p:nvSpPr>
        <p:spPr>
          <a:xfrm>
            <a:off x="6388610" y="1658112"/>
            <a:ext cx="5498501"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A2C13D29-FCC2-3C4A-9B7D-6180A5FC7883}"/>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63184909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7" name="Content Placeholder"/>
          <p:cNvSpPr>
            <a:spLocks noGrp="1"/>
          </p:cNvSpPr>
          <p:nvPr>
            <p:ph sz="quarter" idx="13"/>
          </p:nvPr>
        </p:nvSpPr>
        <p:spPr>
          <a:xfrm>
            <a:off x="280416" y="1621536"/>
            <a:ext cx="5522976" cy="4372864"/>
          </a:xfrm>
        </p:spPr>
        <p:txBody>
          <a:bodyPr/>
          <a:lstStyle>
            <a:lvl1pPr>
              <a:defRPr sz="3200"/>
            </a:lvl1pPr>
          </a:lstStyle>
          <a:p>
            <a:pPr lvl="0"/>
            <a:r>
              <a:rPr lang="en-US"/>
              <a:t>Click to edit Master text styles</a:t>
            </a:r>
          </a:p>
        </p:txBody>
      </p:sp>
      <p:sp>
        <p:nvSpPr>
          <p:cNvPr id="6" name="Text Placeholder"/>
          <p:cNvSpPr>
            <a:spLocks noGrp="1"/>
          </p:cNvSpPr>
          <p:nvPr>
            <p:ph type="body" sz="quarter" idx="12"/>
          </p:nvPr>
        </p:nvSpPr>
        <p:spPr>
          <a:xfrm>
            <a:off x="6388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F0209EEF-17EF-5141-B2C0-A3A8D1FE08C4}"/>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70112355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88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p:cNvSpPr>
            <a:spLocks noGrp="1"/>
          </p:cNvSpPr>
          <p:nvPr>
            <p:ph type="body" sz="quarter" idx="15"/>
          </p:nvPr>
        </p:nvSpPr>
        <p:spPr>
          <a:xfrm>
            <a:off x="9436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31791BE9-A44B-E840-BC96-E3953F3B31E2}"/>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423521395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B52886E7-EC56-A343-9830-0E3BC6BD9384}"/>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58855051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1"/>
          <p:cNvSpPr>
            <a:spLocks noGrp="1"/>
          </p:cNvSpPr>
          <p:nvPr>
            <p:ph type="body" sz="quarter" idx="12"/>
          </p:nvPr>
        </p:nvSpPr>
        <p:spPr>
          <a:xfrm>
            <a:off x="6388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3"/>
          </p:nvPr>
        </p:nvSpPr>
        <p:spPr>
          <a:xfrm>
            <a:off x="9436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9F852A5A-9A0C-644C-98B8-0748F7A2A142}"/>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39663032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5522885" cy="5726176"/>
          </a:xfrm>
        </p:spPr>
        <p:txBody>
          <a:bodyPr/>
          <a:lstStyle>
            <a:lvl1pPr>
              <a:defRPr>
                <a:latin typeface="IBM Plex Sans" panose="020B0503050203000203" pitchFamily="34" charset="0"/>
              </a:defRPr>
            </a:lvl1pPr>
          </a:lstStyle>
          <a:p>
            <a:r>
              <a:rPr lang="en-US"/>
              <a:t>Click to edit Master title style</a:t>
            </a:r>
          </a:p>
        </p:txBody>
      </p:sp>
      <p:sp>
        <p:nvSpPr>
          <p:cNvPr id="7" name="Cool gray 10 rectangle">
            <a:extLst>
              <a:ext uri="{FF2B5EF4-FFF2-40B4-BE49-F238E27FC236}">
                <a16:creationId xmlns:a16="http://schemas.microsoft.com/office/drawing/2014/main" id="{838ABCAC-D266-7244-9068-DAD3FE4E7C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F3F3F3"/>
          </a:solidFill>
        </p:spPr>
        <p:txBody>
          <a:bodyPr wrap="square" lIns="0" tIns="0" rIns="0" bIns="0" rtlCol="0" anchor="ctr">
            <a:noAutofit/>
          </a:bodyPr>
          <a:lstStyle/>
          <a:p>
            <a:pPr algn="ctr"/>
            <a:endParaRPr lang="en-US" sz="1600" b="0" i="0">
              <a:solidFill>
                <a:srgbClr val="FFFFFF"/>
              </a:solidFill>
              <a:latin typeface="IBM Plex Sans" panose="020B0503050203000203" pitchFamily="34" charset="0"/>
              <a:cs typeface="Arial"/>
            </a:endParaRPr>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latin typeface="IBM Plex Sans" panose="020B0503050203000203" pitchFamily="34" charset="0"/>
              </a:defRPr>
            </a:lvl1pPr>
            <a:lvl2pPr>
              <a:buClr>
                <a:schemeClr val="tx1"/>
              </a:buClr>
              <a:defRPr>
                <a:solidFill>
                  <a:schemeClr val="tx1"/>
                </a:solidFill>
                <a:latin typeface="IBM Plex Sans" panose="020B0503050203000203" pitchFamily="34" charset="0"/>
              </a:defRPr>
            </a:lvl2pPr>
            <a:lvl3pPr>
              <a:buClr>
                <a:schemeClr val="tx1"/>
              </a:buClr>
              <a:defRPr>
                <a:solidFill>
                  <a:schemeClr val="tx1"/>
                </a:solidFill>
                <a:latin typeface="IBM Plex Sans" panose="020B0503050203000203" pitchFamily="34" charset="0"/>
              </a:defRPr>
            </a:lvl3pPr>
            <a:lvl4pPr>
              <a:buClr>
                <a:schemeClr val="tx1"/>
              </a:buClr>
              <a:defRPr>
                <a:solidFill>
                  <a:schemeClr val="tx1"/>
                </a:solidFill>
                <a:latin typeface="IBM Plex Sans" panose="020B0503050203000203" pitchFamily="34" charset="0"/>
              </a:defRPr>
            </a:lvl4pPr>
            <a:lvl5pPr>
              <a:buClr>
                <a:schemeClr val="tx1"/>
              </a:buClr>
              <a:defRPr>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lvl1pPr>
              <a:defRPr>
                <a:solidFill>
                  <a:schemeClr val="tx1"/>
                </a:solidFill>
                <a:latin typeface="IBM Plex Sans" panose="020B0503050203000203" pitchFamily="34" charset="0"/>
              </a:defRPr>
            </a:lvl1p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591FFBDB-B767-844A-9567-47D732E1FB9C}"/>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18826854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6" name="Footer Placeholder">
            <a:extLst>
              <a:ext uri="{FF2B5EF4-FFF2-40B4-BE49-F238E27FC236}">
                <a16:creationId xmlns:a16="http://schemas.microsoft.com/office/drawing/2014/main" id="{C63F0017-7F4F-FB42-9B95-2145C877CFB0}"/>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38233356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41C63CF7-9571-734F-87DE-FAD372B0F7F5}"/>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87413326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D7F431D1-F7F7-5E42-B7A6-2A9A60EA4C9D}"/>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24720381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2" name="Content Placeholder 3"/>
          <p:cNvSpPr>
            <a:spLocks noGrp="1"/>
          </p:cNvSpPr>
          <p:nvPr>
            <p:ph sz="quarter" idx="19"/>
          </p:nvPr>
        </p:nvSpPr>
        <p:spPr>
          <a:xfrm>
            <a:off x="6096000" y="3426885"/>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
        <p:nvSpPr>
          <p:cNvPr id="11" name="Footer Placeholder">
            <a:extLst>
              <a:ext uri="{FF2B5EF4-FFF2-40B4-BE49-F238E27FC236}">
                <a16:creationId xmlns:a16="http://schemas.microsoft.com/office/drawing/2014/main" id="{99DFB483-DC7E-0448-A33F-F662205EA440}"/>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02073672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solidFill>
            <a:srgbClr val="0530AD"/>
          </a:solidFill>
        </p:spPr>
        <p:txBody>
          <a:bodyPr lIns="210312" tIns="201168" rIns="228600" bIns="228600"/>
          <a:lstStyle>
            <a:lvl1pPr>
              <a:defRPr>
                <a:solidFill>
                  <a:schemeClr val="bg1"/>
                </a:solidFill>
              </a:defRPr>
            </a:lvl1pPr>
          </a:lstStyle>
          <a:p>
            <a:r>
              <a:rPr lang="en-US"/>
              <a:t>Click to edit Master title style</a:t>
            </a:r>
          </a:p>
        </p:txBody>
      </p:sp>
      <p:sp>
        <p:nvSpPr>
          <p:cNvPr id="6"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7" name="Content Placeholder 3"/>
          <p:cNvSpPr>
            <a:spLocks noGrp="1"/>
          </p:cNvSpPr>
          <p:nvPr>
            <p:ph sz="quarter" idx="20"/>
          </p:nvPr>
        </p:nvSpPr>
        <p:spPr>
          <a:xfrm>
            <a:off x="0" y="3426885"/>
            <a:ext cx="6096000" cy="3431116"/>
          </a:xfrm>
          <a:solidFill>
            <a:schemeClr val="tx1"/>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5"/>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9E405C96-E41A-8C48-ABA7-8C4A89140EA4}"/>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63066676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12192000" cy="3425951"/>
          </a:xfrm>
          <a:noFill/>
        </p:spPr>
        <p:txBody>
          <a:bodyPr lIns="182880" tIns="164592" rIns="228600" bIns="228600"/>
          <a:lstStyle>
            <a:lvl1pPr>
              <a:defRPr sz="6400"/>
            </a:lvl1pPr>
          </a:lstStyle>
          <a:p>
            <a:r>
              <a:rPr lang="en-US"/>
              <a:t>Click to edit Master title style</a:t>
            </a:r>
          </a:p>
        </p:txBody>
      </p:sp>
      <p:sp>
        <p:nvSpPr>
          <p:cNvPr id="7" name="Content Placeholder 1"/>
          <p:cNvSpPr>
            <a:spLocks noGrp="1"/>
          </p:cNvSpPr>
          <p:nvPr>
            <p:ph sz="quarter" idx="20"/>
          </p:nvPr>
        </p:nvSpPr>
        <p:spPr>
          <a:xfrm>
            <a:off x="0" y="3426885"/>
            <a:ext cx="3048000" cy="3431116"/>
          </a:xfrm>
          <a:solidFill>
            <a:srgbClr val="061F80"/>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2"/>
          <p:cNvSpPr>
            <a:spLocks noGrp="1"/>
          </p:cNvSpPr>
          <p:nvPr>
            <p:ph sz="quarter" idx="19"/>
          </p:nvPr>
        </p:nvSpPr>
        <p:spPr>
          <a:xfrm>
            <a:off x="3048001" y="3426885"/>
            <a:ext cx="3048000" cy="3431116"/>
          </a:xfrm>
          <a:solidFill>
            <a:srgbClr val="054ADA"/>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6" name="Content Placeholder 3"/>
          <p:cNvSpPr>
            <a:spLocks noGrp="1"/>
          </p:cNvSpPr>
          <p:nvPr>
            <p:ph sz="quarter" idx="17"/>
          </p:nvPr>
        </p:nvSpPr>
        <p:spPr>
          <a:xfrm>
            <a:off x="6096000" y="3426883"/>
            <a:ext cx="3048000" cy="3431117"/>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4"/>
          <p:cNvSpPr>
            <a:spLocks noGrp="1"/>
          </p:cNvSpPr>
          <p:nvPr>
            <p:ph sz="quarter" idx="18"/>
          </p:nvPr>
        </p:nvSpPr>
        <p:spPr>
          <a:xfrm>
            <a:off x="9144000" y="3426883"/>
            <a:ext cx="3048000" cy="3431117"/>
          </a:xfrm>
          <a:solidFill>
            <a:srgbClr val="6EA6FF"/>
          </a:solid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731DA5C1-55BD-574D-A4EC-03BD16373FEC}"/>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43810031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black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1"/>
          </a:solidFill>
        </p:spPr>
        <p:txBody>
          <a:bodyPr lIns="210312" tIns="201168" rIns="228600" bIns="228600"/>
          <a:lstStyle>
            <a:lvl1pPr>
              <a:defRPr>
                <a:solidFill>
                  <a:schemeClr val="bg1"/>
                </a:solidFill>
              </a:defRPr>
            </a:lvl1pPr>
          </a:lstStyle>
          <a:p>
            <a:r>
              <a:rPr lang="en-US"/>
              <a:t>Click to edit Master title style</a:t>
            </a:r>
          </a:p>
        </p:txBody>
      </p:sp>
      <p:sp>
        <p:nvSpPr>
          <p:cNvPr id="6" name="Picture Placeholder"/>
          <p:cNvSpPr>
            <a:spLocks noGrp="1"/>
          </p:cNvSpPr>
          <p:nvPr>
            <p:ph type="pic" sz="quarter" idx="12"/>
          </p:nvPr>
        </p:nvSpPr>
        <p:spPr>
          <a:xfrm>
            <a:off x="0" y="1701800"/>
            <a:ext cx="12192000" cy="51562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B46E79E8-87D3-3D44-AC8F-D56622581ED5}"/>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27221734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ext (black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p>
            <a:r>
              <a:rPr lang="en-US"/>
              <a:t>Click icon to add picture</a:t>
            </a:r>
          </a:p>
        </p:txBody>
      </p:sp>
      <p:sp>
        <p:nvSpPr>
          <p:cNvPr id="6" name="Text Placeholder"/>
          <p:cNvSpPr>
            <a:spLocks noGrp="1"/>
          </p:cNvSpPr>
          <p:nvPr>
            <p:ph type="body" sz="quarter" idx="12"/>
          </p:nvPr>
        </p:nvSpPr>
        <p:spPr>
          <a:xfrm>
            <a:off x="-3" y="3429000"/>
            <a:ext cx="3048004" cy="3429000"/>
          </a:xfrm>
          <a:solidFill>
            <a:schemeClr val="tx1"/>
          </a:solidFill>
        </p:spPr>
        <p:txBody>
          <a:bodyPr lIns="219456" tIns="201168" rIns="228600" bIns="228600"/>
          <a:lstStyle>
            <a:lvl1pPr>
              <a:buClr>
                <a:schemeClr val="bg1"/>
              </a:buClr>
              <a:defRPr>
                <a:solidFill>
                  <a:schemeClr val="bg1"/>
                </a:solidFill>
              </a:defRPr>
            </a:lvl1pPr>
            <a:lvl2pPr>
              <a:buClr>
                <a:schemeClr val="bg1"/>
              </a:buClr>
              <a:defRPr sz="1333">
                <a:solidFill>
                  <a:schemeClr val="bg1"/>
                </a:solidFill>
              </a:defRPr>
            </a:lvl2pPr>
            <a:lvl3pPr>
              <a:buClr>
                <a:schemeClr val="bg1"/>
              </a:buClr>
              <a:defRPr sz="1333">
                <a:solidFill>
                  <a:schemeClr val="bg1"/>
                </a:solidFill>
              </a:defRPr>
            </a:lvl3pPr>
            <a:lvl4pPr>
              <a:buClr>
                <a:schemeClr val="bg1"/>
              </a:buClr>
              <a:defRPr sz="1333">
                <a:solidFill>
                  <a:schemeClr val="bg1"/>
                </a:solidFill>
              </a:defRPr>
            </a:lvl4pPr>
            <a:lvl5pPr>
              <a:buClr>
                <a:schemeClr val="bg1"/>
              </a:buClr>
              <a:defRPr sz="133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Title" hidden="1">
            <a:extLst>
              <a:ext uri="{FF2B5EF4-FFF2-40B4-BE49-F238E27FC236}">
                <a16:creationId xmlns:a16="http://schemas.microsoft.com/office/drawing/2014/main" id="{0C4F1C52-4E00-9B42-8B21-690C46B2CCFA}"/>
              </a:ext>
            </a:extLst>
          </p:cNvPr>
          <p:cNvSpPr>
            <a:spLocks noGrp="1"/>
          </p:cNvSpPr>
          <p:nvPr>
            <p:ph type="title" idx="4294967295"/>
          </p:nvPr>
        </p:nvSpPr>
        <p:spPr>
          <a:xfrm>
            <a:off x="304889" y="268818"/>
            <a:ext cx="5524500" cy="5725583"/>
          </a:xfrm>
        </p:spPr>
        <p:txBody>
          <a:bodyPr/>
          <a:lstStyle/>
          <a:p>
            <a:r>
              <a:rPr lang="en-US"/>
              <a:t>Click to edit Master title style</a:t>
            </a:r>
          </a:p>
        </p:txBody>
      </p:sp>
      <p:sp>
        <p:nvSpPr>
          <p:cNvPr id="8" name="Footer Placeholder">
            <a:extLst>
              <a:ext uri="{FF2B5EF4-FFF2-40B4-BE49-F238E27FC236}">
                <a16:creationId xmlns:a16="http://schemas.microsoft.com/office/drawing/2014/main" id="{C36BF158-5723-B444-9B56-3AC98DC1BCF1}"/>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773437900"/>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solidFill>
            <a:srgbClr val="061F80"/>
          </a:solidFill>
        </p:spPr>
        <p:txBody>
          <a:bodyPr lIns="219456" tIns="201168" rIns="228600" bIns="2286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sz="quarter" idx="13"/>
          </p:nvPr>
        </p:nvSpPr>
        <p:spPr>
          <a:xfrm>
            <a:off x="3048000" y="0"/>
            <a:ext cx="3048000" cy="6864096"/>
          </a:xfrm>
          <a:solidFill>
            <a:srgbClr val="054ADA"/>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14"/>
          </p:nvPr>
        </p:nvSpPr>
        <p:spPr>
          <a:xfrm>
            <a:off x="6096000" y="0"/>
            <a:ext cx="3048000" cy="6864096"/>
          </a:xfrm>
          <a:solidFill>
            <a:schemeClr val="accent2"/>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p:cNvSpPr>
            <a:spLocks noGrp="1"/>
          </p:cNvSpPr>
          <p:nvPr>
            <p:ph sz="quarter" idx="15"/>
          </p:nvPr>
        </p:nvSpPr>
        <p:spPr>
          <a:xfrm>
            <a:off x="9144000" y="0"/>
            <a:ext cx="3048000" cy="6864096"/>
          </a:xfrm>
          <a:solidFill>
            <a:srgbClr val="6EA6FF"/>
          </a:solidFill>
        </p:spPr>
        <p:txBody>
          <a:bodyPr lIns="219456" tIns="201168" rIns="228600" bIns="228600"/>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D87C0403-9D8E-5449-8031-F2D2DAE06DE4}"/>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7070957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p:cNvSpPr>
            <a:spLocks noGrp="1"/>
          </p:cNvSpPr>
          <p:nvPr>
            <p:ph sz="quarter" idx="13"/>
          </p:nvPr>
        </p:nvSpPr>
        <p:spPr>
          <a:xfrm>
            <a:off x="3352800" y="1658112"/>
            <a:ext cx="8534400"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E0885F70-D20D-EE47-BE19-D978270E5CBB}"/>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25198316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15B4DB0A-5BB5-C944-8BAB-84EE26EACD67}"/>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17343620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5"/>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6D668D97-76E9-524A-A1F7-6F89294AF9A2}"/>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882398672"/>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64224" y="1621536"/>
            <a:ext cx="5522976" cy="4372864"/>
          </a:xfrm>
        </p:spPr>
        <p:txBody>
          <a:bodyPr/>
          <a:lstStyle>
            <a:lvl1pPr>
              <a:defRPr sz="3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029B3C5C-8365-7243-A810-376A30D47E0A}"/>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41284194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ble Placeholder"/>
          <p:cNvSpPr>
            <a:spLocks noGrp="1"/>
          </p:cNvSpPr>
          <p:nvPr>
            <p:ph type="tbl" sz="quarter" idx="13"/>
          </p:nvPr>
        </p:nvSpPr>
        <p:spPr>
          <a:xfrm>
            <a:off x="3340609" y="268224"/>
            <a:ext cx="8546501" cy="5726176"/>
          </a:xfrm>
        </p:spPr>
        <p:txBody>
          <a:bodyPr lIns="0" tIns="0" rIns="91440" bIns="91440"/>
          <a:lstStyle/>
          <a:p>
            <a:r>
              <a:rPr lang="en-US"/>
              <a:t>Click icon to add table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C76CC3A6-F9AC-994B-86AA-FEF628C0B734}"/>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27459320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67A4DA9C-8513-8A43-8407-228130D6B865}"/>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24216283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25038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10784"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82498"/>
            <a:ext cx="5498592" cy="1746503"/>
          </a:xfrm>
        </p:spPr>
        <p:txBody>
          <a:bodyPr/>
          <a:lstStyle>
            <a:lvl1pPr>
              <a:spcBef>
                <a:spcPts val="0"/>
              </a:spcBef>
              <a:defRPr sz="1333"/>
            </a:lvl1pPr>
            <a:lvl2pPr marL="0" indent="0">
              <a:spcBef>
                <a:spcPts val="0"/>
              </a:spcBef>
              <a:buNone/>
              <a:defRPr/>
            </a:lvl2pPr>
            <a:lvl3pPr marL="268813" indent="0">
              <a:buNone/>
              <a:defRPr/>
            </a:lvl3pPr>
            <a:lvl4pPr marL="579960" indent="0">
              <a:buNone/>
              <a:defRPr/>
            </a:lvl4pPr>
            <a:lvl5pPr marL="84242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B66D531-042B-494C-8702-5C43B76E6584}"/>
              </a:ext>
            </a:extLst>
          </p:cNvPr>
          <p:cNvSpPr>
            <a:spLocks noGrp="1"/>
          </p:cNvSpPr>
          <p:nvPr>
            <p:ph type="body" sz="quarter" idx="14"/>
          </p:nvPr>
        </p:nvSpPr>
        <p:spPr>
          <a:xfrm>
            <a:off x="298211" y="4274263"/>
            <a:ext cx="8540991" cy="1746501"/>
          </a:xfrm>
        </p:spPr>
        <p:txBody>
          <a:bodyPr anchor="b"/>
          <a:lstStyle>
            <a:lvl1pPr>
              <a:spcBef>
                <a:spcPts val="400"/>
              </a:spcBef>
              <a:defRPr sz="800"/>
            </a:lvl1pPr>
            <a:lvl2pPr>
              <a:defRPr sz="800"/>
            </a:lvl2pPr>
            <a:lvl3pPr>
              <a:defRPr sz="800"/>
            </a:lvl3pPr>
            <a:lvl4pPr>
              <a:defRPr sz="800"/>
            </a:lvl4pPr>
            <a:lvl5pPr>
              <a:defRPr sz="800"/>
            </a:lvl5pPr>
          </a:lstStyle>
          <a:p>
            <a:pPr lvl="0"/>
            <a:r>
              <a:rPr lang="en-US"/>
              <a:t>Click to edit Master text styles</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0066ADB4-F03B-8041-8DF9-C3EB6D15C699}"/>
              </a:ext>
            </a:extLst>
          </p:cNvPr>
          <p:cNvSpPr>
            <a:spLocks noGrp="1"/>
          </p:cNvSpPr>
          <p:nvPr>
            <p:ph type="ftr" sz="quarter" idx="10"/>
          </p:nvPr>
        </p:nvSpPr>
        <p:spPr>
          <a:xfrm>
            <a:off x="304889" y="6491901"/>
            <a:ext cx="5486313" cy="222249"/>
          </a:xfr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14927170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53247309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2282386"/>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35843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mn-lt"/>
              </a:defRPr>
            </a:lvl1pPr>
          </a:lstStyle>
          <a:p>
            <a:pPr lvl="0"/>
            <a:r>
              <a:rPr lang="en-US"/>
              <a:t>Click to edit Master text styles</a:t>
            </a:r>
          </a:p>
        </p:txBody>
      </p:sp>
    </p:spTree>
    <p:extLst>
      <p:ext uri="{BB962C8B-B14F-4D97-AF65-F5344CB8AC3E}">
        <p14:creationId xmlns:p14="http://schemas.microsoft.com/office/powerpoint/2010/main" val="8665021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mn-lt"/>
              </a:defRPr>
            </a:lvl1pPr>
          </a:lstStyle>
          <a:p>
            <a:pPr lvl="0"/>
            <a:r>
              <a:rPr lang="en-US"/>
              <a:t>Click to edit Master text styles</a:t>
            </a:r>
          </a:p>
        </p:txBody>
      </p:sp>
      <p:sp>
        <p:nvSpPr>
          <p:cNvPr id="7" name="Picture Placeholder">
            <a:extLst>
              <a:ext uri="{C183D7F6-B498-43B3-948B-1728B52AA6E4}">
                <adec:decorative xmlns:adec="http://schemas.microsoft.com/office/drawing/2017/decorative" val="1"/>
              </a:ext>
            </a:extLst>
          </p:cNvPr>
          <p:cNvSpPr>
            <a:spLocks noGrp="1"/>
          </p:cNvSpPr>
          <p:nvPr>
            <p:ph type="pic" sz="quarter" idx="13"/>
          </p:nvPr>
        </p:nvSpPr>
        <p:spPr>
          <a:xfrm>
            <a:off x="6096000" y="0"/>
            <a:ext cx="6096000" cy="6858000"/>
          </a:xfrm>
        </p:spPr>
        <p:txBody>
          <a:bodyPr lIns="91440" tIns="91440" rIns="91440" bIns="91440"/>
          <a:lstStyle>
            <a:lvl1pPr>
              <a:defRPr baseline="0"/>
            </a:lvl1pPr>
          </a:lstStyle>
          <a:p>
            <a:r>
              <a:rPr lang="en-US"/>
              <a:t>Click icon to add picture</a:t>
            </a:r>
          </a:p>
        </p:txBody>
      </p:sp>
    </p:spTree>
    <p:extLst>
      <p:ext uri="{BB962C8B-B14F-4D97-AF65-F5344CB8AC3E}">
        <p14:creationId xmlns:p14="http://schemas.microsoft.com/office/powerpoint/2010/main" val="387510128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2" y="121920"/>
            <a:ext cx="11704229" cy="5872480"/>
          </a:xfrm>
        </p:spPr>
        <p:txBody>
          <a:bodyPr/>
          <a:lstStyle>
            <a:lvl1pPr>
              <a:defRPr sz="12800" b="1" i="0">
                <a:latin typeface="+mn-lt"/>
              </a:defRPr>
            </a:lvl1pPr>
          </a:lstStyle>
          <a:p>
            <a:r>
              <a:rPr lang="en-US"/>
              <a:t>Click to edit Master title style</a:t>
            </a:r>
          </a:p>
        </p:txBody>
      </p:sp>
    </p:spTree>
    <p:extLst>
      <p:ext uri="{BB962C8B-B14F-4D97-AF65-F5344CB8AC3E}">
        <p14:creationId xmlns:p14="http://schemas.microsoft.com/office/powerpoint/2010/main" val="160911138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7416713" cy="5726176"/>
          </a:xfrm>
        </p:spPr>
        <p:txBody>
          <a:bodyPr/>
          <a:lstStyle/>
          <a:p>
            <a:r>
              <a:rPr lang="en-US"/>
              <a:t>Click to edit Master title style</a:t>
            </a:r>
          </a:p>
        </p:txBody>
      </p:sp>
    </p:spTree>
    <p:extLst>
      <p:ext uri="{BB962C8B-B14F-4D97-AF65-F5344CB8AC3E}">
        <p14:creationId xmlns:p14="http://schemas.microsoft.com/office/powerpoint/2010/main" val="44170854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p:cNvSpPr>
            <a:spLocks noGrp="1"/>
          </p:cNvSpPr>
          <p:nvPr>
            <p:ph type="body" sz="quarter" idx="12"/>
          </p:nvPr>
        </p:nvSpPr>
        <p:spPr>
          <a:xfrm>
            <a:off x="6388608" y="268224"/>
            <a:ext cx="5498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170734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p:cNvSpPr>
            <a:spLocks noGrp="1"/>
          </p:cNvSpPr>
          <p:nvPr>
            <p:ph type="body" sz="quarter" idx="12"/>
          </p:nvPr>
        </p:nvSpPr>
        <p:spPr>
          <a:xfrm>
            <a:off x="6388610" y="1658112"/>
            <a:ext cx="5498501"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990756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7" name="Content Placeholder"/>
          <p:cNvSpPr>
            <a:spLocks noGrp="1"/>
          </p:cNvSpPr>
          <p:nvPr>
            <p:ph sz="quarter" idx="13"/>
          </p:nvPr>
        </p:nvSpPr>
        <p:spPr>
          <a:xfrm>
            <a:off x="280416" y="1621536"/>
            <a:ext cx="5522976" cy="4372864"/>
          </a:xfrm>
        </p:spPr>
        <p:txBody>
          <a:bodyPr/>
          <a:lstStyle>
            <a:lvl1pPr>
              <a:defRPr sz="3200"/>
            </a:lvl1pPr>
          </a:lstStyle>
          <a:p>
            <a:pPr lvl="0"/>
            <a:r>
              <a:rPr lang="en-US"/>
              <a:t>Click to edit Master text styles</a:t>
            </a:r>
          </a:p>
        </p:txBody>
      </p:sp>
      <p:sp>
        <p:nvSpPr>
          <p:cNvPr id="6" name="Text Placeholder"/>
          <p:cNvSpPr>
            <a:spLocks noGrp="1"/>
          </p:cNvSpPr>
          <p:nvPr>
            <p:ph type="body" sz="quarter" idx="12"/>
          </p:nvPr>
        </p:nvSpPr>
        <p:spPr>
          <a:xfrm>
            <a:off x="6388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6775902"/>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88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p:cNvSpPr>
            <a:spLocks noGrp="1"/>
          </p:cNvSpPr>
          <p:nvPr>
            <p:ph type="body" sz="quarter" idx="15"/>
          </p:nvPr>
        </p:nvSpPr>
        <p:spPr>
          <a:xfrm>
            <a:off x="9436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636263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Tree>
    <p:extLst>
      <p:ext uri="{BB962C8B-B14F-4D97-AF65-F5344CB8AC3E}">
        <p14:creationId xmlns:p14="http://schemas.microsoft.com/office/powerpoint/2010/main" val="238681893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1"/>
          <p:cNvSpPr>
            <a:spLocks noGrp="1"/>
          </p:cNvSpPr>
          <p:nvPr>
            <p:ph type="body" sz="quarter" idx="12"/>
          </p:nvPr>
        </p:nvSpPr>
        <p:spPr>
          <a:xfrm>
            <a:off x="6388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3"/>
          </p:nvPr>
        </p:nvSpPr>
        <p:spPr>
          <a:xfrm>
            <a:off x="9436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008200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5522885" cy="5726176"/>
          </a:xfrm>
        </p:spPr>
        <p:txBody>
          <a:bodyPr/>
          <a:lstStyle>
            <a:lvl1pPr>
              <a:defRPr>
                <a:latin typeface="+mj-lt"/>
              </a:defRPr>
            </a:lvl1pPr>
          </a:lstStyle>
          <a:p>
            <a:r>
              <a:rPr lang="en-US"/>
              <a:t>Click to edit Master title style</a:t>
            </a:r>
          </a:p>
        </p:txBody>
      </p:sp>
      <p:sp>
        <p:nvSpPr>
          <p:cNvPr id="7" name="Cool gray 10 rectangle">
            <a:extLst>
              <a:ext uri="{FF2B5EF4-FFF2-40B4-BE49-F238E27FC236}">
                <a16:creationId xmlns:a16="http://schemas.microsoft.com/office/drawing/2014/main" id="{838ABCAC-D266-7244-9068-DAD3FE4E7C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FFFFFF"/>
          </a:solidFill>
        </p:spPr>
        <p:txBody>
          <a:bodyPr wrap="square" lIns="0" tIns="0" rIns="0" bIns="0" rtlCol="0" anchor="ctr">
            <a:noAutofit/>
          </a:bodyPr>
          <a:lstStyle/>
          <a:p>
            <a:pPr algn="ctr"/>
            <a:endParaRPr lang="en-US" sz="1600" b="0" i="0">
              <a:solidFill>
                <a:srgbClr val="FFFFFF"/>
              </a:solidFill>
              <a:latin typeface="+mn-lt"/>
              <a:cs typeface="Arial"/>
            </a:endParaRPr>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latin typeface="+mn-lt"/>
              </a:defRPr>
            </a:lvl1pPr>
            <a:lvl2pPr>
              <a:buClr>
                <a:schemeClr val="tx1"/>
              </a:buClr>
              <a:defRPr>
                <a:solidFill>
                  <a:schemeClr val="tx1"/>
                </a:solidFill>
                <a:latin typeface="+mn-lt"/>
              </a:defRPr>
            </a:lvl2pPr>
            <a:lvl3pPr>
              <a:buClr>
                <a:schemeClr val="tx1"/>
              </a:buClr>
              <a:defRPr>
                <a:solidFill>
                  <a:schemeClr val="tx1"/>
                </a:solidFill>
                <a:latin typeface="+mn-lt"/>
              </a:defRPr>
            </a:lvl3pPr>
            <a:lvl4pPr>
              <a:buClr>
                <a:schemeClr val="tx1"/>
              </a:buClr>
              <a:defRPr>
                <a:solidFill>
                  <a:schemeClr val="tx1"/>
                </a:solidFill>
                <a:latin typeface="+mn-lt"/>
              </a:defRPr>
            </a:lvl4pPr>
            <a:lvl5pPr>
              <a:buClr>
                <a:schemeClr val="tx1"/>
              </a:buCl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638258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Tree>
    <p:extLst>
      <p:ext uri="{BB962C8B-B14F-4D97-AF65-F5344CB8AC3E}">
        <p14:creationId xmlns:p14="http://schemas.microsoft.com/office/powerpoint/2010/main" val="1386260940"/>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Tree>
    <p:extLst>
      <p:ext uri="{BB962C8B-B14F-4D97-AF65-F5344CB8AC3E}">
        <p14:creationId xmlns:p14="http://schemas.microsoft.com/office/powerpoint/2010/main" val="388166845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Tree>
    <p:extLst>
      <p:ext uri="{BB962C8B-B14F-4D97-AF65-F5344CB8AC3E}">
        <p14:creationId xmlns:p14="http://schemas.microsoft.com/office/powerpoint/2010/main" val="1295695349"/>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
          <p:cNvSpPr>
            <a:spLocks noGrp="1"/>
          </p:cNvSpPr>
          <p:nvPr>
            <p:ph sz="quarter" idx="17"/>
          </p:nvPr>
        </p:nvSpPr>
        <p:spPr>
          <a:xfrm>
            <a:off x="6096000" y="0"/>
            <a:ext cx="3048000" cy="3429000"/>
          </a:xfrm>
          <a:solidFill>
            <a:srgbClr val="0F62FE"/>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solidFill>
            <a:srgbClr val="002D9C"/>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2" name="Content Placeholder 3"/>
          <p:cNvSpPr>
            <a:spLocks noGrp="1"/>
          </p:cNvSpPr>
          <p:nvPr>
            <p:ph sz="quarter" idx="19"/>
          </p:nvPr>
        </p:nvSpPr>
        <p:spPr>
          <a:xfrm>
            <a:off x="6096000" y="3426885"/>
            <a:ext cx="6096000" cy="3431116"/>
          </a:xfrm>
          <a:solidFill>
            <a:srgbClr val="0043CE"/>
          </a:solidFill>
          <a:ln>
            <a:noFill/>
          </a:ln>
        </p:spPr>
        <p:txBody>
          <a:bodyPr lIns="219456" tIns="201168" rIns="228600" bIns="228600"/>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38225985"/>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solidFill>
            <a:srgbClr val="0530AD"/>
          </a:solidFill>
        </p:spPr>
        <p:txBody>
          <a:bodyPr lIns="210312" tIns="201168" rIns="228600" bIns="228600"/>
          <a:lstStyle>
            <a:lvl1pPr>
              <a:defRPr>
                <a:solidFill>
                  <a:schemeClr val="bg1"/>
                </a:solidFill>
              </a:defRPr>
            </a:lvl1pPr>
          </a:lstStyle>
          <a:p>
            <a:r>
              <a:rPr lang="en-US"/>
              <a:t>Click to edit Master title style</a:t>
            </a:r>
          </a:p>
        </p:txBody>
      </p:sp>
      <p:sp>
        <p:nvSpPr>
          <p:cNvPr id="6" name="Content Placeholder 1"/>
          <p:cNvSpPr>
            <a:spLocks noGrp="1"/>
          </p:cNvSpPr>
          <p:nvPr>
            <p:ph sz="quarter" idx="17"/>
          </p:nvPr>
        </p:nvSpPr>
        <p:spPr>
          <a:xfrm>
            <a:off x="6096000" y="0"/>
            <a:ext cx="3048000" cy="3429000"/>
          </a:xfrm>
          <a:solidFill>
            <a:srgbClr val="0F62FE"/>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2"/>
          <p:cNvSpPr>
            <a:spLocks noGrp="1"/>
          </p:cNvSpPr>
          <p:nvPr>
            <p:ph sz="quarter" idx="18"/>
          </p:nvPr>
        </p:nvSpPr>
        <p:spPr>
          <a:xfrm>
            <a:off x="9144000" y="0"/>
            <a:ext cx="3048000" cy="3429000"/>
          </a:xfrm>
          <a:solidFill>
            <a:srgbClr val="001D6C"/>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7" name="Content Placeholder 3"/>
          <p:cNvSpPr>
            <a:spLocks noGrp="1"/>
          </p:cNvSpPr>
          <p:nvPr>
            <p:ph sz="quarter" idx="20"/>
          </p:nvPr>
        </p:nvSpPr>
        <p:spPr>
          <a:xfrm>
            <a:off x="0" y="3426885"/>
            <a:ext cx="6096000" cy="3431116"/>
          </a:xfrm>
          <a:solidFill>
            <a:srgbClr val="161616"/>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5"/>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166517024"/>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12192000" cy="3425951"/>
          </a:xfrm>
          <a:noFill/>
        </p:spPr>
        <p:txBody>
          <a:bodyPr lIns="182880" tIns="164592" rIns="228600" bIns="228600"/>
          <a:lstStyle>
            <a:lvl1pPr>
              <a:defRPr sz="6400"/>
            </a:lvl1pPr>
          </a:lstStyle>
          <a:p>
            <a:r>
              <a:rPr lang="en-US"/>
              <a:t>Click to edit Master title style</a:t>
            </a:r>
          </a:p>
        </p:txBody>
      </p:sp>
      <p:sp>
        <p:nvSpPr>
          <p:cNvPr id="7" name="Content Placeholder 1"/>
          <p:cNvSpPr>
            <a:spLocks noGrp="1"/>
          </p:cNvSpPr>
          <p:nvPr>
            <p:ph sz="quarter" idx="20"/>
          </p:nvPr>
        </p:nvSpPr>
        <p:spPr>
          <a:xfrm>
            <a:off x="0" y="3426885"/>
            <a:ext cx="3048000" cy="3431116"/>
          </a:xfrm>
          <a:solidFill>
            <a:srgbClr val="001D6C"/>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2"/>
          <p:cNvSpPr>
            <a:spLocks noGrp="1"/>
          </p:cNvSpPr>
          <p:nvPr>
            <p:ph sz="quarter" idx="19"/>
          </p:nvPr>
        </p:nvSpPr>
        <p:spPr>
          <a:xfrm>
            <a:off x="3048001" y="3426885"/>
            <a:ext cx="3048000" cy="3431116"/>
          </a:xfrm>
          <a:solidFill>
            <a:srgbClr val="0043CE"/>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6" name="Content Placeholder 3"/>
          <p:cNvSpPr>
            <a:spLocks noGrp="1"/>
          </p:cNvSpPr>
          <p:nvPr>
            <p:ph sz="quarter" idx="17"/>
          </p:nvPr>
        </p:nvSpPr>
        <p:spPr>
          <a:xfrm>
            <a:off x="6096000" y="3426883"/>
            <a:ext cx="3048000" cy="3431117"/>
          </a:xfrm>
          <a:solidFill>
            <a:srgbClr val="0F62FE"/>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4"/>
          <p:cNvSpPr>
            <a:spLocks noGrp="1"/>
          </p:cNvSpPr>
          <p:nvPr>
            <p:ph sz="quarter" idx="18"/>
          </p:nvPr>
        </p:nvSpPr>
        <p:spPr>
          <a:xfrm>
            <a:off x="9144000" y="3426883"/>
            <a:ext cx="3048000" cy="3431117"/>
          </a:xfrm>
          <a:solidFill>
            <a:srgbClr val="78A9FF"/>
          </a:solidFill>
          <a:ln>
            <a:noFill/>
          </a:ln>
        </p:spPr>
        <p:txBody>
          <a:bodyPr lIns="219456" tIns="201168" rIns="228600" bIns="228600"/>
          <a:lstStyle>
            <a:lvl1pPr>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671357926"/>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black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1"/>
          </a:solidFill>
        </p:spPr>
        <p:txBody>
          <a:bodyPr lIns="210312" tIns="201168" rIns="228600" bIns="228600"/>
          <a:lstStyle>
            <a:lvl1pPr>
              <a:defRPr>
                <a:solidFill>
                  <a:schemeClr val="bg1"/>
                </a:solidFill>
              </a:defRPr>
            </a:lvl1pPr>
          </a:lstStyle>
          <a:p>
            <a:r>
              <a:rPr lang="en-US"/>
              <a:t>Click to edit Master title style</a:t>
            </a:r>
          </a:p>
        </p:txBody>
      </p:sp>
      <p:sp>
        <p:nvSpPr>
          <p:cNvPr id="6" name="Picture Placeholder"/>
          <p:cNvSpPr>
            <a:spLocks noGrp="1"/>
          </p:cNvSpPr>
          <p:nvPr>
            <p:ph type="pic" sz="quarter" idx="12"/>
          </p:nvPr>
        </p:nvSpPr>
        <p:spPr>
          <a:xfrm>
            <a:off x="0" y="1701800"/>
            <a:ext cx="12192000" cy="5156200"/>
          </a:xfrm>
        </p:spPr>
        <p:txBody>
          <a:bodyPr lIns="91440" tIns="91440" rIns="91440" bIns="91440"/>
          <a:lstStyle/>
          <a:p>
            <a:r>
              <a:rPr lang="en-US"/>
              <a:t>Click icon to add picture</a:t>
            </a:r>
          </a:p>
        </p:txBody>
      </p:sp>
    </p:spTree>
    <p:extLst>
      <p:ext uri="{BB962C8B-B14F-4D97-AF65-F5344CB8AC3E}">
        <p14:creationId xmlns:p14="http://schemas.microsoft.com/office/powerpoint/2010/main" val="38269719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black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p>
            <a:r>
              <a:rPr lang="en-US"/>
              <a:t>Click icon to add picture</a:t>
            </a:r>
          </a:p>
        </p:txBody>
      </p:sp>
      <p:sp>
        <p:nvSpPr>
          <p:cNvPr id="6" name="Text Placeholder"/>
          <p:cNvSpPr>
            <a:spLocks noGrp="1"/>
          </p:cNvSpPr>
          <p:nvPr>
            <p:ph type="body" sz="quarter" idx="12"/>
          </p:nvPr>
        </p:nvSpPr>
        <p:spPr>
          <a:xfrm>
            <a:off x="-3" y="3429000"/>
            <a:ext cx="3048004" cy="3429000"/>
          </a:xfrm>
          <a:solidFill>
            <a:schemeClr val="tx1"/>
          </a:solidFill>
        </p:spPr>
        <p:txBody>
          <a:bodyPr lIns="219456" tIns="201168" rIns="228600" bIns="228600"/>
          <a:lstStyle>
            <a:lvl1pPr>
              <a:buClr>
                <a:schemeClr val="bg1"/>
              </a:buClr>
              <a:defRPr>
                <a:solidFill>
                  <a:schemeClr val="bg1"/>
                </a:solidFill>
              </a:defRPr>
            </a:lvl1pPr>
            <a:lvl2pPr>
              <a:buClr>
                <a:schemeClr val="bg1"/>
              </a:buClr>
              <a:defRPr sz="1333">
                <a:solidFill>
                  <a:schemeClr val="bg1"/>
                </a:solidFill>
              </a:defRPr>
            </a:lvl2pPr>
            <a:lvl3pPr>
              <a:buClr>
                <a:schemeClr val="bg1"/>
              </a:buClr>
              <a:defRPr sz="1333">
                <a:solidFill>
                  <a:schemeClr val="bg1"/>
                </a:solidFill>
              </a:defRPr>
            </a:lvl3pPr>
            <a:lvl4pPr>
              <a:buClr>
                <a:schemeClr val="bg1"/>
              </a:buClr>
              <a:defRPr sz="1333">
                <a:solidFill>
                  <a:schemeClr val="bg1"/>
                </a:solidFill>
              </a:defRPr>
            </a:lvl4pPr>
            <a:lvl5pPr>
              <a:buClr>
                <a:schemeClr val="bg1"/>
              </a:buClr>
              <a:defRPr sz="133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hidden="1">
            <a:extLst>
              <a:ext uri="{FF2B5EF4-FFF2-40B4-BE49-F238E27FC236}">
                <a16:creationId xmlns:a16="http://schemas.microsoft.com/office/drawing/2014/main" id="{0C4F1C52-4E00-9B42-8B21-690C46B2CCFA}"/>
              </a:ext>
            </a:extLst>
          </p:cNvPr>
          <p:cNvSpPr>
            <a:spLocks noGrp="1"/>
          </p:cNvSpPr>
          <p:nvPr>
            <p:ph type="title" idx="4294967295"/>
          </p:nvPr>
        </p:nvSpPr>
        <p:spPr>
          <a:xfrm>
            <a:off x="304889" y="268818"/>
            <a:ext cx="5524500" cy="5725583"/>
          </a:xfrm>
        </p:spPr>
        <p:txBody>
          <a:bodyPr/>
          <a:lstStyle/>
          <a:p>
            <a:r>
              <a:rPr lang="en-US"/>
              <a:t>Click to edit Master title style</a:t>
            </a:r>
          </a:p>
        </p:txBody>
      </p:sp>
    </p:spTree>
    <p:extLst>
      <p:ext uri="{BB962C8B-B14F-4D97-AF65-F5344CB8AC3E}">
        <p14:creationId xmlns:p14="http://schemas.microsoft.com/office/powerpoint/2010/main" val="2782758637"/>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solidFill>
            <a:srgbClr val="002D9C"/>
          </a:solidFill>
        </p:spPr>
        <p:txBody>
          <a:bodyPr lIns="219456" tIns="201168" rIns="228600" bIns="2286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sz="quarter" idx="13"/>
          </p:nvPr>
        </p:nvSpPr>
        <p:spPr>
          <a:xfrm>
            <a:off x="3048000" y="0"/>
            <a:ext cx="3048000" cy="6864096"/>
          </a:xfrm>
          <a:solidFill>
            <a:srgbClr val="0043CE"/>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14"/>
          </p:nvPr>
        </p:nvSpPr>
        <p:spPr>
          <a:xfrm>
            <a:off x="6096000" y="0"/>
            <a:ext cx="3048000" cy="6864096"/>
          </a:xfrm>
          <a:solidFill>
            <a:srgbClr val="0F62FE"/>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p:cNvSpPr>
            <a:spLocks noGrp="1"/>
          </p:cNvSpPr>
          <p:nvPr>
            <p:ph sz="quarter" idx="15"/>
          </p:nvPr>
        </p:nvSpPr>
        <p:spPr>
          <a:xfrm>
            <a:off x="9144000" y="0"/>
            <a:ext cx="3048000" cy="6864096"/>
          </a:xfrm>
          <a:solidFill>
            <a:srgbClr val="78A9FF"/>
          </a:solidFill>
        </p:spPr>
        <p:txBody>
          <a:bodyPr lIns="219456" tIns="201168" rIns="228600" bIns="228600"/>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864115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p:cNvSpPr>
            <a:spLocks noGrp="1"/>
          </p:cNvSpPr>
          <p:nvPr>
            <p:ph sz="quarter" idx="13"/>
          </p:nvPr>
        </p:nvSpPr>
        <p:spPr>
          <a:xfrm>
            <a:off x="3352800" y="1658112"/>
            <a:ext cx="8534400"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01039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439660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5"/>
          </p:nvPr>
        </p:nvSpPr>
        <p:spPr>
          <a:xfrm>
            <a:off x="3340608" y="1681611"/>
            <a:ext cx="2450592" cy="4312788"/>
          </a:xfrm>
        </p:spPr>
        <p:txBody>
          <a:bodyPr/>
          <a:lstStyle>
            <a:lvl1pPr>
              <a:spcBef>
                <a:spcPts val="400"/>
              </a:spcBef>
              <a:defRPr sz="1333"/>
            </a:lvl1pPr>
            <a:lvl2pPr>
              <a:spcBef>
                <a:spcPts val="400"/>
              </a:spcBef>
              <a:defRPr sz="1333"/>
            </a:lvl2pPr>
            <a:lvl3pPr>
              <a:spcBef>
                <a:spcPts val="400"/>
              </a:spcBef>
              <a:defRPr sz="1333"/>
            </a:lvl3pPr>
            <a:lvl4pPr>
              <a:spcBef>
                <a:spcPts val="400"/>
              </a:spcBef>
              <a:defRPr sz="1333"/>
            </a:lvl4pPr>
            <a:lvl5pPr>
              <a:spcBef>
                <a:spcPts val="400"/>
              </a:spcBef>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Tree>
    <p:extLst>
      <p:ext uri="{BB962C8B-B14F-4D97-AF65-F5344CB8AC3E}">
        <p14:creationId xmlns:p14="http://schemas.microsoft.com/office/powerpoint/2010/main" val="24154922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 2"/>
          <p:cNvSpPr>
            <a:spLocks noGrp="1"/>
          </p:cNvSpPr>
          <p:nvPr>
            <p:ph type="body" sz="quarter" idx="13"/>
          </p:nvPr>
        </p:nvSpPr>
        <p:spPr>
          <a:xfrm>
            <a:off x="3340608" y="1681611"/>
            <a:ext cx="2450592" cy="4312788"/>
          </a:xfrm>
        </p:spPr>
        <p:txBody>
          <a:bodyPr/>
          <a:lstStyle>
            <a:lvl1pPr>
              <a:spcBef>
                <a:spcPts val="400"/>
              </a:spcBef>
              <a:defRPr sz="1333"/>
            </a:lvl1pPr>
            <a:lvl2pPr>
              <a:spcBef>
                <a:spcPts val="400"/>
              </a:spcBef>
              <a:defRPr sz="1333"/>
            </a:lvl2pPr>
            <a:lvl3pPr>
              <a:spcBef>
                <a:spcPts val="400"/>
              </a:spcBef>
              <a:defRPr sz="1333"/>
            </a:lvl3pPr>
            <a:lvl4pPr>
              <a:spcBef>
                <a:spcPts val="400"/>
              </a:spcBef>
              <a:defRPr sz="1333"/>
            </a:lvl4pPr>
            <a:lvl5pPr>
              <a:spcBef>
                <a:spcPts val="400"/>
              </a:spcBef>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64224" y="1621536"/>
            <a:ext cx="5522976" cy="4372864"/>
          </a:xfrm>
        </p:spPr>
        <p:txBody>
          <a:bodyPr/>
          <a:lstStyle>
            <a:lvl1pPr>
              <a:defRPr sz="3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057995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ble Placeholder"/>
          <p:cNvSpPr>
            <a:spLocks noGrp="1"/>
          </p:cNvSpPr>
          <p:nvPr>
            <p:ph type="tbl" sz="quarter" idx="13"/>
          </p:nvPr>
        </p:nvSpPr>
        <p:spPr>
          <a:xfrm>
            <a:off x="3340609" y="268224"/>
            <a:ext cx="8546501" cy="5726176"/>
          </a:xfrm>
        </p:spPr>
        <p:txBody>
          <a:bodyPr lIns="0" tIns="0" rIns="91440" bIns="91440"/>
          <a:lstStyle/>
          <a:p>
            <a:r>
              <a:rPr lang="en-US"/>
              <a:t>Click icon to add table</a:t>
            </a:r>
          </a:p>
        </p:txBody>
      </p:sp>
    </p:spTree>
    <p:extLst>
      <p:ext uri="{BB962C8B-B14F-4D97-AF65-F5344CB8AC3E}">
        <p14:creationId xmlns:p14="http://schemas.microsoft.com/office/powerpoint/2010/main" val="119827582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0056259"/>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703455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10784"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82498"/>
            <a:ext cx="5498592" cy="1746503"/>
          </a:xfrm>
        </p:spPr>
        <p:txBody>
          <a:bodyPr/>
          <a:lstStyle>
            <a:lvl1pPr>
              <a:spcBef>
                <a:spcPts val="0"/>
              </a:spcBef>
              <a:defRPr sz="1333"/>
            </a:lvl1pPr>
            <a:lvl2pPr marL="0" indent="0">
              <a:spcBef>
                <a:spcPts val="0"/>
              </a:spcBef>
              <a:buNone/>
              <a:defRPr/>
            </a:lvl2pPr>
            <a:lvl3pPr marL="268813" indent="0">
              <a:buNone/>
              <a:defRPr/>
            </a:lvl3pPr>
            <a:lvl4pPr marL="579960" indent="0">
              <a:buNone/>
              <a:defRPr/>
            </a:lvl4pPr>
            <a:lvl5pPr marL="84242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B66D531-042B-494C-8702-5C43B76E6584}"/>
              </a:ext>
            </a:extLst>
          </p:cNvPr>
          <p:cNvSpPr>
            <a:spLocks noGrp="1"/>
          </p:cNvSpPr>
          <p:nvPr>
            <p:ph type="body" sz="quarter" idx="14"/>
          </p:nvPr>
        </p:nvSpPr>
        <p:spPr>
          <a:xfrm>
            <a:off x="298211" y="4274263"/>
            <a:ext cx="8540991" cy="1746501"/>
          </a:xfrm>
        </p:spPr>
        <p:txBody>
          <a:bodyPr anchor="b"/>
          <a:lstStyle>
            <a:lvl1pPr>
              <a:spcBef>
                <a:spcPts val="400"/>
              </a:spcBef>
              <a:defRPr sz="800"/>
            </a:lvl1pPr>
            <a:lvl2pPr>
              <a:defRPr sz="8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1526454956"/>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ibm sign-off">
    <p:spTree>
      <p:nvGrpSpPr>
        <p:cNvPr id="1" name=""/>
        <p:cNvGrpSpPr/>
        <p:nvPr/>
      </p:nvGrpSpPr>
      <p:grpSpPr>
        <a:xfrm>
          <a:off x="0" y="0"/>
          <a:ext cx="0" cy="0"/>
          <a:chOff x="0" y="0"/>
          <a:chExt cx="0" cy="0"/>
        </a:xfrm>
      </p:grpSpPr>
      <p:pic>
        <p:nvPicPr>
          <p:cNvPr id="6" name="Picture" descr="IBM 8-bar logo"/>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234606" y="3087490"/>
            <a:ext cx="1722793" cy="683025"/>
          </a:xfrm>
          <a:prstGeom prst="rect">
            <a:avLst/>
          </a:prstGeom>
        </p:spPr>
      </p:pic>
    </p:spTree>
    <p:extLst>
      <p:ext uri="{BB962C8B-B14F-4D97-AF65-F5344CB8AC3E}">
        <p14:creationId xmlns:p14="http://schemas.microsoft.com/office/powerpoint/2010/main" val="53443833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sp>
        <p:nvSpPr>
          <p:cNvPr id="4" name="Title 3"/>
          <p:cNvSpPr>
            <a:spLocks noGrp="1"/>
          </p:cNvSpPr>
          <p:nvPr>
            <p:ph type="title"/>
          </p:nvPr>
        </p:nvSpPr>
        <p:spPr>
          <a:xfrm>
            <a:off x="304801" y="326067"/>
            <a:ext cx="5486401" cy="5918100"/>
          </a:xfrm>
        </p:spPr>
        <p:txBody>
          <a:bodyPr/>
          <a:lstStyle>
            <a:lvl1pPr>
              <a:lnSpc>
                <a:spcPct val="90000"/>
              </a:lnSpc>
              <a:defRPr sz="3200" b="0">
                <a:solidFill>
                  <a:schemeClr val="bg2"/>
                </a:solidFill>
              </a:defRPr>
            </a:lvl1pPr>
          </a:lstStyle>
          <a:p>
            <a:r>
              <a:rPr lang="en-US"/>
              <a:t>Click to edit Master title style</a:t>
            </a:r>
          </a:p>
        </p:txBody>
      </p:sp>
      <p:pic>
        <p:nvPicPr>
          <p:cNvPr id="10" name="Picture 9">
            <a:extLst>
              <a:ext uri="{FF2B5EF4-FFF2-40B4-BE49-F238E27FC236}">
                <a16:creationId xmlns:a16="http://schemas.microsoft.com/office/drawing/2014/main" id="{F83EA990-A2F5-4D44-95AB-0B1450A55BBA}"/>
              </a:ext>
            </a:extLst>
          </p:cNvPr>
          <p:cNvPicPr>
            <a:picLocks noChangeAspect="1"/>
          </p:cNvPicPr>
          <p:nvPr userDrawn="1"/>
        </p:nvPicPr>
        <p:blipFill>
          <a:blip r:embed="rId2"/>
          <a:stretch>
            <a:fillRect/>
          </a:stretch>
        </p:blipFill>
        <p:spPr>
          <a:xfrm>
            <a:off x="8720184" y="5701213"/>
            <a:ext cx="3475704" cy="1350560"/>
          </a:xfrm>
          <a:prstGeom prst="rect">
            <a:avLst/>
          </a:prstGeom>
        </p:spPr>
      </p:pic>
      <p:sp>
        <p:nvSpPr>
          <p:cNvPr id="5" name="Footer Placeholder 8">
            <a:extLst>
              <a:ext uri="{FF2B5EF4-FFF2-40B4-BE49-F238E27FC236}">
                <a16:creationId xmlns:a16="http://schemas.microsoft.com/office/drawing/2014/main" id="{309F47C7-8D3A-E54B-A3AB-8E3DCB82909E}"/>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636546014"/>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lvl1pPr>
              <a:defRPr>
                <a:solidFill>
                  <a:schemeClr val="bg2"/>
                </a:solidFill>
              </a:defRPr>
            </a:lvl1pPr>
          </a:lstStyle>
          <a:p>
            <a:fld id="{3FD999D4-B456-9943-89B7-30D56181CE18}" type="slidenum">
              <a:rPr lang="en-US" smtClean="0"/>
              <a:t>‹#›</a:t>
            </a:fld>
            <a:endParaRPr lang="en-US"/>
          </a:p>
        </p:txBody>
      </p:sp>
      <p:sp>
        <p:nvSpPr>
          <p:cNvPr id="5" name="Title 4"/>
          <p:cNvSpPr>
            <a:spLocks noGrp="1"/>
          </p:cNvSpPr>
          <p:nvPr>
            <p:ph type="title"/>
          </p:nvPr>
        </p:nvSpPr>
        <p:spPr>
          <a:xfrm>
            <a:off x="304800" y="268224"/>
            <a:ext cx="5486400" cy="5991669"/>
          </a:xfrm>
        </p:spPr>
        <p:txBody>
          <a:bodyPr/>
          <a:lstStyle>
            <a:lvl1pPr>
              <a:lnSpc>
                <a:spcPct val="90000"/>
              </a:lnSpc>
              <a:defRPr>
                <a:solidFill>
                  <a:schemeClr val="bg2"/>
                </a:solidFill>
              </a:defRPr>
            </a:lvl1pPr>
          </a:lstStyle>
          <a:p>
            <a:r>
              <a:rPr lang="en-US"/>
              <a:t>Click to edit Master title style</a:t>
            </a:r>
          </a:p>
        </p:txBody>
      </p:sp>
      <p:sp>
        <p:nvSpPr>
          <p:cNvPr id="6" name="Footer Placeholder 8">
            <a:extLst>
              <a:ext uri="{FF2B5EF4-FFF2-40B4-BE49-F238E27FC236}">
                <a16:creationId xmlns:a16="http://schemas.microsoft.com/office/drawing/2014/main" id="{6C290526-3D4A-B545-9A50-9BB1092E1060}"/>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4268924365"/>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53303" algn="dec"/>
              </a:tabLst>
              <a:defRPr/>
            </a:lvl1pPr>
            <a:lvl2pPr marL="230706" indent="-230706">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70" rtl="0" eaLnBrk="1" fontAlgn="auto" latinLnBrk="0" hangingPunct="1">
              <a:lnSpc>
                <a:spcPct val="100000"/>
              </a:lnSpc>
              <a:spcBef>
                <a:spcPts val="0"/>
              </a:spcBef>
              <a:spcAft>
                <a:spcPts val="0"/>
              </a:spcAft>
              <a:buClrTx/>
              <a:buSzTx/>
              <a:buFont typeface="Arial"/>
              <a:buNone/>
              <a:tabLst>
                <a:tab pos="5364213" algn="r"/>
              </a:tabLst>
              <a:defRPr/>
            </a:pPr>
            <a:r>
              <a:rPr lang="en-US"/>
              <a:t>Click to edit Master text styles</a:t>
            </a:r>
          </a:p>
          <a:p>
            <a:pPr marL="0" marR="0" lvl="1" indent="0" algn="l" defTabSz="609570" rtl="0" eaLnBrk="1" fontAlgn="auto" latinLnBrk="0" hangingPunct="1">
              <a:lnSpc>
                <a:spcPct val="100000"/>
              </a:lnSpc>
              <a:spcBef>
                <a:spcPts val="0"/>
              </a:spcBef>
              <a:spcAft>
                <a:spcPts val="0"/>
              </a:spcAft>
              <a:buClrTx/>
              <a:buSzTx/>
              <a:buFont typeface="Arial"/>
              <a:buNone/>
              <a:tabLst>
                <a:tab pos="5364213" algn="r"/>
              </a:tabLst>
              <a:defRPr/>
            </a:pPr>
            <a:r>
              <a:rPr lang="en-US"/>
              <a:t>Second level</a:t>
            </a:r>
          </a:p>
          <a:p>
            <a:pPr marL="0" marR="0" lvl="2" indent="0" algn="l" defTabSz="609570" rtl="0" eaLnBrk="1" fontAlgn="auto" latinLnBrk="0" hangingPunct="1">
              <a:lnSpc>
                <a:spcPct val="100000"/>
              </a:lnSpc>
              <a:spcBef>
                <a:spcPts val="0"/>
              </a:spcBef>
              <a:spcAft>
                <a:spcPts val="0"/>
              </a:spcAft>
              <a:buClrTx/>
              <a:buSzTx/>
              <a:buFont typeface="Arial"/>
              <a:buNone/>
              <a:tabLst>
                <a:tab pos="5364213" algn="r"/>
              </a:tabLst>
              <a:defRPr/>
            </a:pPr>
            <a:r>
              <a:rPr lang="en-US"/>
              <a:t>Third level</a:t>
            </a:r>
          </a:p>
          <a:p>
            <a:pPr marL="0" marR="0" lvl="3" indent="0" algn="l" defTabSz="609570" rtl="0" eaLnBrk="1" fontAlgn="auto" latinLnBrk="0" hangingPunct="1">
              <a:lnSpc>
                <a:spcPct val="100000"/>
              </a:lnSpc>
              <a:spcBef>
                <a:spcPts val="0"/>
              </a:spcBef>
              <a:spcAft>
                <a:spcPts val="0"/>
              </a:spcAft>
              <a:buClrTx/>
              <a:buSzTx/>
              <a:buFont typeface="Arial"/>
              <a:buNone/>
              <a:tabLst>
                <a:tab pos="5364213" algn="r"/>
              </a:tabLst>
              <a:defRPr/>
            </a:pPr>
            <a:r>
              <a:rPr lang="en-US"/>
              <a:t>Fourth level</a:t>
            </a:r>
          </a:p>
          <a:p>
            <a:pPr marL="0" marR="0" lvl="4" indent="0" algn="l" defTabSz="609570" rtl="0" eaLnBrk="1" fontAlgn="auto" latinLnBrk="0" hangingPunct="1">
              <a:lnSpc>
                <a:spcPct val="100000"/>
              </a:lnSpc>
              <a:spcBef>
                <a:spcPts val="0"/>
              </a:spcBef>
              <a:spcAft>
                <a:spcPts val="0"/>
              </a:spcAft>
              <a:buClrTx/>
              <a:buSzTx/>
              <a:buFont typeface="Arial"/>
              <a:buNone/>
              <a:tabLst>
                <a:tab pos="5364213" algn="r"/>
              </a:tabLst>
              <a:defRPr/>
            </a:pPr>
            <a:r>
              <a:rPr lang="en-US"/>
              <a:t>Fifth level</a:t>
            </a:r>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53303" algn="dec"/>
              </a:tabLst>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609570" rtl="0" eaLnBrk="1" fontAlgn="auto" latinLnBrk="0" hangingPunct="1">
              <a:lnSpc>
                <a:spcPct val="100000"/>
              </a:lnSpc>
              <a:spcBef>
                <a:spcPts val="1467"/>
              </a:spcBef>
              <a:spcAft>
                <a:spcPts val="0"/>
              </a:spcAft>
              <a:buClrTx/>
              <a:buSzTx/>
              <a:buFont typeface="Arial"/>
              <a:buNone/>
              <a:tabLst>
                <a:tab pos="5364213" algn="r"/>
              </a:tabLst>
              <a:defRPr/>
            </a:pPr>
            <a:r>
              <a:rPr lang="en-US"/>
              <a:t>Click to edit Master text styles</a:t>
            </a:r>
          </a:p>
          <a:p>
            <a:pPr marL="0" marR="0" lvl="1" indent="0" algn="l" defTabSz="609570" rtl="0" eaLnBrk="1" fontAlgn="auto" latinLnBrk="0" hangingPunct="1">
              <a:lnSpc>
                <a:spcPct val="100000"/>
              </a:lnSpc>
              <a:spcBef>
                <a:spcPts val="1467"/>
              </a:spcBef>
              <a:spcAft>
                <a:spcPts val="0"/>
              </a:spcAft>
              <a:buClrTx/>
              <a:buSzTx/>
              <a:buFont typeface="Arial"/>
              <a:buNone/>
              <a:tabLst>
                <a:tab pos="5364213" algn="r"/>
              </a:tabLst>
              <a:defRPr/>
            </a:pPr>
            <a:r>
              <a:rPr lang="en-US"/>
              <a:t>Second level</a:t>
            </a:r>
          </a:p>
          <a:p>
            <a:pPr marL="0" marR="0" lvl="2" indent="0" algn="l" defTabSz="609570" rtl="0" eaLnBrk="1" fontAlgn="auto" latinLnBrk="0" hangingPunct="1">
              <a:lnSpc>
                <a:spcPct val="100000"/>
              </a:lnSpc>
              <a:spcBef>
                <a:spcPts val="1467"/>
              </a:spcBef>
              <a:spcAft>
                <a:spcPts val="0"/>
              </a:spcAft>
              <a:buClrTx/>
              <a:buSzTx/>
              <a:buFont typeface="Arial"/>
              <a:buNone/>
              <a:tabLst>
                <a:tab pos="5364213" algn="r"/>
              </a:tabLst>
              <a:defRPr/>
            </a:pPr>
            <a:r>
              <a:rPr lang="en-US"/>
              <a:t>Third level</a:t>
            </a:r>
          </a:p>
          <a:p>
            <a:pPr marL="0" marR="0" lvl="3" indent="0" algn="l" defTabSz="609570" rtl="0" eaLnBrk="1" fontAlgn="auto" latinLnBrk="0" hangingPunct="1">
              <a:lnSpc>
                <a:spcPct val="100000"/>
              </a:lnSpc>
              <a:spcBef>
                <a:spcPts val="1467"/>
              </a:spcBef>
              <a:spcAft>
                <a:spcPts val="0"/>
              </a:spcAft>
              <a:buClrTx/>
              <a:buSzTx/>
              <a:buFont typeface="Arial"/>
              <a:buNone/>
              <a:tabLst>
                <a:tab pos="5364213" algn="r"/>
              </a:tabLst>
              <a:defRPr/>
            </a:pPr>
            <a:r>
              <a:rPr lang="en-US"/>
              <a:t>Fourth level</a:t>
            </a:r>
          </a:p>
          <a:p>
            <a:pPr marL="0" marR="0" lvl="4" indent="0" algn="l" defTabSz="609570" rtl="0" eaLnBrk="1" fontAlgn="auto" latinLnBrk="0" hangingPunct="1">
              <a:lnSpc>
                <a:spcPct val="100000"/>
              </a:lnSpc>
              <a:spcBef>
                <a:spcPts val="1467"/>
              </a:spcBef>
              <a:spcAft>
                <a:spcPts val="0"/>
              </a:spcAft>
              <a:buClrTx/>
              <a:buSzTx/>
              <a:buFont typeface="Arial"/>
              <a:buNone/>
              <a:tabLst>
                <a:tab pos="5364213" algn="r"/>
              </a:tabLst>
              <a:defRPr/>
            </a:pPr>
            <a:r>
              <a:rPr lang="en-US"/>
              <a:t>Fifth level</a:t>
            </a:r>
          </a:p>
        </p:txBody>
      </p:sp>
      <p:sp>
        <p:nvSpPr>
          <p:cNvPr id="8" name="Footer Placeholder 8">
            <a:extLst>
              <a:ext uri="{FF2B5EF4-FFF2-40B4-BE49-F238E27FC236}">
                <a16:creationId xmlns:a16="http://schemas.microsoft.com/office/drawing/2014/main" id="{DA46FB3C-B77B-704D-B0B8-023DCE2B25BC}"/>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82473261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8"/>
            <a:ext cx="5486400" cy="1338409"/>
          </a:xfrm>
        </p:spPr>
        <p:txBody>
          <a:bodyPr/>
          <a:lstStyle>
            <a:lvl1pPr>
              <a:defRPr sz="2133">
                <a:solidFill>
                  <a:schemeClr val="bg2"/>
                </a:solidFill>
              </a:defRPr>
            </a:lvl1pPr>
          </a:lstStyle>
          <a:p>
            <a:r>
              <a:rPr lang="en-US"/>
              <a:t>Click to edit Master title style</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t>‹#›</a:t>
            </a:fld>
            <a:endParaRPr lang="en-US"/>
          </a:p>
        </p:txBody>
      </p:sp>
      <p:sp>
        <p:nvSpPr>
          <p:cNvPr id="8" name="Text Placeholder 7"/>
          <p:cNvSpPr>
            <a:spLocks noGrp="1"/>
          </p:cNvSpPr>
          <p:nvPr>
            <p:ph type="body" sz="quarter" idx="12"/>
          </p:nvPr>
        </p:nvSpPr>
        <p:spPr>
          <a:xfrm>
            <a:off x="192501" y="1354244"/>
            <a:ext cx="5486400" cy="4145280"/>
          </a:xfrm>
        </p:spPr>
        <p:txBody>
          <a:bodyPr/>
          <a:lstStyle>
            <a:lvl1pPr>
              <a:lnSpc>
                <a:spcPct val="90000"/>
              </a:lnSpc>
              <a:spcBef>
                <a:spcPts val="0"/>
              </a:spcBef>
              <a:defRPr sz="12800" b="1" baseline="0">
                <a:solidFill>
                  <a:schemeClr val="bg2"/>
                </a:solidFill>
                <a:latin typeface="+mj-lt"/>
                <a:ea typeface="IBM Plex Mono" charset="0"/>
                <a:cs typeface="IBM Plex Mono" charset="0"/>
              </a:defRPr>
            </a:lvl1pPr>
          </a:lstStyle>
          <a:p>
            <a:pPr lvl="0"/>
            <a:r>
              <a:rPr lang="en-US"/>
              <a:t>Click to edit Master text styles</a:t>
            </a:r>
          </a:p>
        </p:txBody>
      </p:sp>
      <p:sp>
        <p:nvSpPr>
          <p:cNvPr id="6" name="Footer Placeholder 8">
            <a:extLst>
              <a:ext uri="{FF2B5EF4-FFF2-40B4-BE49-F238E27FC236}">
                <a16:creationId xmlns:a16="http://schemas.microsoft.com/office/drawing/2014/main" id="{6CBE7722-D15A-974E-9796-7C759AED41D1}"/>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236667867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8"/>
            <a:ext cx="5486400" cy="1338409"/>
          </a:xfrm>
        </p:spPr>
        <p:txBody>
          <a:bodyPr/>
          <a:lstStyle>
            <a:lvl1pPr>
              <a:defRPr sz="2133">
                <a:solidFill>
                  <a:schemeClr val="bg2"/>
                </a:solidFill>
              </a:defRPr>
            </a:lvl1pPr>
          </a:lstStyle>
          <a:p>
            <a:r>
              <a:rPr lang="en-US"/>
              <a:t>Click to edit Master title style</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t>‹#›</a:t>
            </a:fld>
            <a:endParaRPr lang="en-US"/>
          </a:p>
        </p:txBody>
      </p:sp>
      <p:sp>
        <p:nvSpPr>
          <p:cNvPr id="8" name="Text Placeholder 7"/>
          <p:cNvSpPr>
            <a:spLocks noGrp="1"/>
          </p:cNvSpPr>
          <p:nvPr>
            <p:ph type="body" sz="quarter" idx="12"/>
          </p:nvPr>
        </p:nvSpPr>
        <p:spPr>
          <a:xfrm>
            <a:off x="192501" y="1354244"/>
            <a:ext cx="5486400" cy="4145280"/>
          </a:xfrm>
        </p:spPr>
        <p:txBody>
          <a:bodyPr/>
          <a:lstStyle>
            <a:lvl1pPr>
              <a:lnSpc>
                <a:spcPct val="90000"/>
              </a:lnSpc>
              <a:spcBef>
                <a:spcPts val="0"/>
              </a:spcBef>
              <a:defRPr sz="12800" b="1" baseline="0">
                <a:solidFill>
                  <a:schemeClr val="bg2"/>
                </a:solidFill>
                <a:latin typeface="+mj-lt"/>
                <a:ea typeface="IBM Plex Mono" charset="0"/>
                <a:cs typeface="IBM Plex Mono" charset="0"/>
              </a:defRPr>
            </a:lvl1pPr>
          </a:lstStyle>
          <a:p>
            <a:pPr lvl="0"/>
            <a:r>
              <a:rPr lang="en-US"/>
              <a:t>Click to edit Master text styles</a:t>
            </a:r>
          </a:p>
        </p:txBody>
      </p:sp>
      <p:sp>
        <p:nvSpPr>
          <p:cNvPr id="6" name="Picture Placeholder 5"/>
          <p:cNvSpPr>
            <a:spLocks noGrp="1"/>
          </p:cNvSpPr>
          <p:nvPr>
            <p:ph type="pic" sz="quarter" idx="13"/>
          </p:nvPr>
        </p:nvSpPr>
        <p:spPr>
          <a:xfrm>
            <a:off x="6096000" y="0"/>
            <a:ext cx="6096000" cy="6858000"/>
          </a:xfrm>
        </p:spPr>
        <p:txBody>
          <a:bodyPr/>
          <a:lstStyle>
            <a:lvl1pPr>
              <a:defRPr>
                <a:solidFill>
                  <a:schemeClr val="bg2"/>
                </a:solidFill>
              </a:defRPr>
            </a:lvl1pPr>
          </a:lstStyle>
          <a:p>
            <a:r>
              <a:rPr lang="en-US"/>
              <a:t>Click icon to add picture</a:t>
            </a:r>
          </a:p>
        </p:txBody>
      </p:sp>
      <p:sp>
        <p:nvSpPr>
          <p:cNvPr id="7" name="Footer Placeholder 8">
            <a:extLst>
              <a:ext uri="{FF2B5EF4-FFF2-40B4-BE49-F238E27FC236}">
                <a16:creationId xmlns:a16="http://schemas.microsoft.com/office/drawing/2014/main" id="{A01E3A7E-6D4A-FA4F-B1C9-8E7C8763AAD1}"/>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590914146"/>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208544" y="112937"/>
            <a:ext cx="11582400" cy="5964767"/>
          </a:xfrm>
        </p:spPr>
        <p:txBody>
          <a:bodyPr/>
          <a:lstStyle>
            <a:lvl1pPr>
              <a:lnSpc>
                <a:spcPct val="90000"/>
              </a:lnSpc>
              <a:defRPr sz="12800" b="1" i="0">
                <a:latin typeface="+mj-lt"/>
                <a:ea typeface="IBM Plex Mono" charset="0"/>
                <a:cs typeface="IBM Plex Mono" charset="0"/>
              </a:defRPr>
            </a:lvl1p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5" name="Footer Placeholder 8">
            <a:extLst>
              <a:ext uri="{FF2B5EF4-FFF2-40B4-BE49-F238E27FC236}">
                <a16:creationId xmlns:a16="http://schemas.microsoft.com/office/drawing/2014/main" id="{DBD9F0BF-3A35-EC4C-8D6F-E57B41C87AAC}"/>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1779857452"/>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6"/>
            <a:ext cx="6916616" cy="6027740"/>
          </a:xfrm>
        </p:spPr>
        <p:txBody>
          <a:bodyPr/>
          <a:lstStyle>
            <a:lvl1pPr marL="156625" indent="-156625">
              <a:tabLst/>
              <a:defRPr>
                <a:solidFill>
                  <a:schemeClr val="bg2"/>
                </a:solidFill>
              </a:defRPr>
            </a:lvl1pPr>
          </a:lstStyle>
          <a:p>
            <a:r>
              <a:rPr lang="en-US"/>
              <a:t>Click to edit Master title style</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t>‹#›</a:t>
            </a:fld>
            <a:endParaRPr lang="en-US"/>
          </a:p>
        </p:txBody>
      </p:sp>
      <p:sp>
        <p:nvSpPr>
          <p:cNvPr id="5" name="Footer Placeholder 8">
            <a:extLst>
              <a:ext uri="{FF2B5EF4-FFF2-40B4-BE49-F238E27FC236}">
                <a16:creationId xmlns:a16="http://schemas.microsoft.com/office/drawing/2014/main" id="{00AAE53B-DE1B-0D41-93DD-F0BF6C4B2DDD}"/>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125618445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5770733"/>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ext Placeholder 5"/>
          <p:cNvSpPr>
            <a:spLocks noGrp="1"/>
          </p:cNvSpPr>
          <p:nvPr>
            <p:ph type="body" sz="quarter" idx="12"/>
          </p:nvPr>
        </p:nvSpPr>
        <p:spPr>
          <a:xfrm>
            <a:off x="6400800" y="658368"/>
            <a:ext cx="5486400" cy="5599640"/>
          </a:xfrm>
        </p:spPr>
        <p:txBody>
          <a:bodyPr/>
          <a:lstStyle>
            <a:lvl1pPr>
              <a:spcBef>
                <a:spcPts val="1467"/>
              </a:spcBef>
              <a:spcAft>
                <a:spcPts val="0"/>
              </a:spcAft>
              <a:defRPr/>
            </a:lvl1pPr>
            <a:lvl2pPr>
              <a:spcBef>
                <a:spcPts val="1467"/>
              </a:spcBef>
              <a:defRPr/>
            </a:lvl2pPr>
            <a:lvl3pPr>
              <a:spcBef>
                <a:spcPts val="1467"/>
              </a:spcBef>
              <a:defRPr/>
            </a:lvl3pPr>
            <a:lvl4pPr>
              <a:spcBef>
                <a:spcPts val="1467"/>
              </a:spcBef>
              <a:defRPr/>
            </a:lvl4pPr>
            <a:lvl5pPr>
              <a:spcBef>
                <a:spcPts val="1467"/>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a:xfrm>
            <a:off x="304800" y="267420"/>
            <a:ext cx="5486400" cy="400049"/>
          </a:xfrm>
        </p:spPr>
        <p:txBody>
          <a:bodyPr/>
          <a:lstStyle>
            <a:lvl1pPr>
              <a:defRPr sz="1467"/>
            </a:lvl1pPr>
          </a:lstStyle>
          <a:p>
            <a:pPr lvl="0"/>
            <a:r>
              <a:rPr lang="en-US"/>
              <a:t>Click to edit Master text styles</a:t>
            </a:r>
          </a:p>
        </p:txBody>
      </p:sp>
      <p:sp>
        <p:nvSpPr>
          <p:cNvPr id="7" name="Footer Placeholder 8">
            <a:extLst>
              <a:ext uri="{FF2B5EF4-FFF2-40B4-BE49-F238E27FC236}">
                <a16:creationId xmlns:a16="http://schemas.microsoft.com/office/drawing/2014/main" id="{6F322D97-F09C-AD49-9B1A-54C9A8E766D2}"/>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726250022"/>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279144"/>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8" name="Text Placeholder 7"/>
          <p:cNvSpPr>
            <a:spLocks noGrp="1"/>
          </p:cNvSpPr>
          <p:nvPr>
            <p:ph type="body" sz="quarter" idx="12"/>
          </p:nvPr>
        </p:nvSpPr>
        <p:spPr>
          <a:xfrm>
            <a:off x="304800" y="1499618"/>
            <a:ext cx="5486400" cy="4781127"/>
          </a:xfrm>
        </p:spPr>
        <p:txBody>
          <a:bodyPr/>
          <a:lstStyle>
            <a:lvl1pPr>
              <a:spcBef>
                <a:spcPts val="0"/>
              </a:spcBef>
              <a:defRPr sz="186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3"/>
          </p:nvPr>
        </p:nvSpPr>
        <p:spPr>
          <a:xfrm>
            <a:off x="6400800" y="1499618"/>
            <a:ext cx="5486400" cy="4781127"/>
          </a:xfrm>
        </p:spPr>
        <p:txBody>
          <a:bodyPr/>
          <a:lstStyle>
            <a:lvl1pPr>
              <a:spcBef>
                <a:spcPts val="0"/>
              </a:spcBef>
              <a:defRPr sz="186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8">
            <a:extLst>
              <a:ext uri="{FF2B5EF4-FFF2-40B4-BE49-F238E27FC236}">
                <a16:creationId xmlns:a16="http://schemas.microsoft.com/office/drawing/2014/main" id="{557CE15C-5582-244C-A876-9A5A60CA72B0}"/>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1855524183"/>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62"/>
            <a:ext cx="5486400" cy="478620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8">
            <a:extLst>
              <a:ext uri="{FF2B5EF4-FFF2-40B4-BE49-F238E27FC236}">
                <a16:creationId xmlns:a16="http://schemas.microsoft.com/office/drawing/2014/main" id="{7816068E-5E0D-8349-97BF-02899885929D}"/>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1160734005"/>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atin typeface="+mn-lt"/>
              </a:defRPr>
            </a:lvl1pPr>
          </a:lstStyle>
          <a:p>
            <a:fld id="{3FD999D4-B456-9943-89B7-30D56181CE18}" type="slidenum">
              <a:rPr lang="en-US" smtClean="0"/>
              <a:pPr/>
              <a:t>‹#›</a:t>
            </a:fld>
            <a:endParaRPr lang="en-US"/>
          </a:p>
        </p:txBody>
      </p:sp>
      <p:sp>
        <p:nvSpPr>
          <p:cNvPr id="6" name="Content Placeholder 5"/>
          <p:cNvSpPr>
            <a:spLocks noGrp="1"/>
          </p:cNvSpPr>
          <p:nvPr>
            <p:ph sz="quarter" idx="12"/>
          </p:nvPr>
        </p:nvSpPr>
        <p:spPr>
          <a:xfrm>
            <a:off x="304800" y="1327360"/>
            <a:ext cx="5486400" cy="4916809"/>
          </a:xfrm>
        </p:spPr>
        <p:txBody>
          <a:bodyPr/>
          <a:lstStyle>
            <a:lvl1pPr>
              <a:defRPr sz="3200"/>
            </a:lvl1pPr>
          </a:lstStyle>
          <a:p>
            <a:pPr lvl="0"/>
            <a:r>
              <a:rPr lang="en-US"/>
              <a:t>Click to edit Master text styles</a:t>
            </a:r>
          </a:p>
        </p:txBody>
      </p:sp>
      <p:sp>
        <p:nvSpPr>
          <p:cNvPr id="8" name="Content Placeholder 7"/>
          <p:cNvSpPr>
            <a:spLocks noGrp="1"/>
          </p:cNvSpPr>
          <p:nvPr>
            <p:ph sz="quarter" idx="13"/>
          </p:nvPr>
        </p:nvSpPr>
        <p:spPr>
          <a:xfrm>
            <a:off x="6400800" y="1488866"/>
            <a:ext cx="5486400" cy="4755303"/>
          </a:xfrm>
        </p:spPr>
        <p:txBody>
          <a:bodyPr/>
          <a:lstStyle>
            <a:lvl1pPr>
              <a:defRPr sz="1867"/>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8">
            <a:extLst>
              <a:ext uri="{FF2B5EF4-FFF2-40B4-BE49-F238E27FC236}">
                <a16:creationId xmlns:a16="http://schemas.microsoft.com/office/drawing/2014/main" id="{07F4C7D4-8774-2F46-8963-C0756275D143}"/>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415213107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ext Placeholder 5"/>
          <p:cNvSpPr>
            <a:spLocks noGrp="1"/>
          </p:cNvSpPr>
          <p:nvPr>
            <p:ph type="body" sz="quarter" idx="12"/>
          </p:nvPr>
        </p:nvSpPr>
        <p:spPr>
          <a:xfrm>
            <a:off x="6400800" y="1457961"/>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61"/>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5"/>
          </p:nvPr>
        </p:nvSpPr>
        <p:spPr>
          <a:xfrm>
            <a:off x="3352800" y="1457961"/>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6"/>
          </p:nvPr>
        </p:nvSpPr>
        <p:spPr>
          <a:xfrm>
            <a:off x="9448800" y="1457961"/>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8">
            <a:extLst>
              <a:ext uri="{FF2B5EF4-FFF2-40B4-BE49-F238E27FC236}">
                <a16:creationId xmlns:a16="http://schemas.microsoft.com/office/drawing/2014/main" id="{55772498-4AEC-0E46-B36D-A64F5C382860}"/>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4178579143"/>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548640"/>
            <a:ext cx="5486400" cy="85344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63042"/>
            <a:ext cx="5486400" cy="478112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96D627A-88CE-CF42-B2D5-EC8DA51A7B39}"/>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1980647201"/>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9" name="Picture Placeholder 8"/>
          <p:cNvSpPr>
            <a:spLocks noGrp="1"/>
          </p:cNvSpPr>
          <p:nvPr>
            <p:ph type="pic" sz="quarter" idx="16"/>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268224"/>
            <a:ext cx="5486400" cy="85344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7" name="Text Placeholder 6"/>
          <p:cNvSpPr>
            <a:spLocks noGrp="1"/>
          </p:cNvSpPr>
          <p:nvPr>
            <p:ph type="body" sz="quarter" idx="14"/>
          </p:nvPr>
        </p:nvSpPr>
        <p:spPr>
          <a:xfrm>
            <a:off x="304800" y="1463040"/>
            <a:ext cx="2438400" cy="478112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5"/>
          </p:nvPr>
        </p:nvSpPr>
        <p:spPr>
          <a:xfrm>
            <a:off x="3352800" y="1463040"/>
            <a:ext cx="2438400" cy="478112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8">
            <a:extLst>
              <a:ext uri="{FF2B5EF4-FFF2-40B4-BE49-F238E27FC236}">
                <a16:creationId xmlns:a16="http://schemas.microsoft.com/office/drawing/2014/main" id="{36E1A4E0-2661-9F4D-872B-F0B4D83FBA7B}"/>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764123734"/>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77696"/>
            <a:ext cx="5486400" cy="475488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ext Placeholder 5"/>
          <p:cNvSpPr>
            <a:spLocks noGrp="1"/>
          </p:cNvSpPr>
          <p:nvPr>
            <p:ph type="body" sz="quarter" idx="12"/>
          </p:nvPr>
        </p:nvSpPr>
        <p:spPr>
          <a:xfrm>
            <a:off x="6400800" y="1463042"/>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10" name="Text Placeholder 9"/>
          <p:cNvSpPr>
            <a:spLocks noGrp="1"/>
          </p:cNvSpPr>
          <p:nvPr>
            <p:ph type="body" sz="quarter" idx="16"/>
          </p:nvPr>
        </p:nvSpPr>
        <p:spPr>
          <a:xfrm>
            <a:off x="9448800" y="1463042"/>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8">
            <a:extLst>
              <a:ext uri="{FF2B5EF4-FFF2-40B4-BE49-F238E27FC236}">
                <a16:creationId xmlns:a16="http://schemas.microsoft.com/office/drawing/2014/main" id="{7E5FAA42-AA5E-0A40-B5ED-C4F837165837}"/>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418010495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a:endParaRPr lang="en-US" sz="1600">
              <a:solidFill>
                <a:srgbClr val="FFFFFF"/>
              </a:solidFill>
              <a:latin typeface="Arial"/>
              <a:cs typeface="Arial"/>
            </a:endParaRPr>
          </a:p>
        </p:txBody>
      </p:sp>
      <p:sp>
        <p:nvSpPr>
          <p:cNvPr id="2" name="Title 1"/>
          <p:cNvSpPr>
            <a:spLocks noGrp="1"/>
          </p:cNvSpPr>
          <p:nvPr>
            <p:ph type="title"/>
          </p:nvPr>
        </p:nvSpPr>
        <p:spPr>
          <a:xfrm>
            <a:off x="304800" y="1377696"/>
            <a:ext cx="5486400" cy="475488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ext Placeholder 5"/>
          <p:cNvSpPr>
            <a:spLocks noGrp="1"/>
          </p:cNvSpPr>
          <p:nvPr>
            <p:ph type="body" sz="quarter" idx="12"/>
          </p:nvPr>
        </p:nvSpPr>
        <p:spPr>
          <a:xfrm>
            <a:off x="6400800" y="1499618"/>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8" name="Footer Placeholder 8">
            <a:extLst>
              <a:ext uri="{FF2B5EF4-FFF2-40B4-BE49-F238E27FC236}">
                <a16:creationId xmlns:a16="http://schemas.microsoft.com/office/drawing/2014/main" id="{F25A80D1-7646-CB40-8518-52774454D59B}"/>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89923443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268226"/>
            <a:ext cx="5486400" cy="5870532"/>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Footer Placeholder 8">
            <a:extLst>
              <a:ext uri="{FF2B5EF4-FFF2-40B4-BE49-F238E27FC236}">
                <a16:creationId xmlns:a16="http://schemas.microsoft.com/office/drawing/2014/main" id="{6E9203EC-5850-5446-8AF7-6AB1C1254836}"/>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588761085"/>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6"/>
            <a:ext cx="5486400" cy="5870532"/>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5" name="Footer Placeholder 8">
            <a:extLst>
              <a:ext uri="{FF2B5EF4-FFF2-40B4-BE49-F238E27FC236}">
                <a16:creationId xmlns:a16="http://schemas.microsoft.com/office/drawing/2014/main" id="{AD1B1199-B224-9C42-9D8A-CD35886FD748}"/>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172463424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5" name="Footer Placeholder 8">
            <a:extLst>
              <a:ext uri="{FF2B5EF4-FFF2-40B4-BE49-F238E27FC236}">
                <a16:creationId xmlns:a16="http://schemas.microsoft.com/office/drawing/2014/main" id="{3C4967A2-79C0-FB49-9F67-72530429A9E6}"/>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207887660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12" name="Text Placeholder 11"/>
          <p:cNvSpPr>
            <a:spLocks noGrp="1"/>
          </p:cNvSpPr>
          <p:nvPr>
            <p:ph type="body" sz="quarter" idx="13"/>
          </p:nvPr>
        </p:nvSpPr>
        <p:spPr>
          <a:xfrm>
            <a:off x="304800" y="243842"/>
            <a:ext cx="5486400" cy="400049"/>
          </a:xfrm>
        </p:spPr>
        <p:txBody>
          <a:bodyPr/>
          <a:lstStyle>
            <a:lvl1pPr>
              <a:defRPr sz="2133"/>
            </a:lvl1pPr>
          </a:lstStyle>
          <a:p>
            <a:pPr lvl="0"/>
            <a:r>
              <a:rPr lang="en-US"/>
              <a:t>Click to edit Master text styles</a:t>
            </a:r>
          </a:p>
        </p:txBody>
      </p:sp>
      <p:sp>
        <p:nvSpPr>
          <p:cNvPr id="7" name="Text Placeholder 6"/>
          <p:cNvSpPr>
            <a:spLocks noGrp="1"/>
          </p:cNvSpPr>
          <p:nvPr>
            <p:ph type="body" sz="quarter" idx="14"/>
          </p:nvPr>
        </p:nvSpPr>
        <p:spPr>
          <a:xfrm>
            <a:off x="304800" y="1463042"/>
            <a:ext cx="5486400" cy="4651641"/>
          </a:xfrm>
        </p:spPr>
        <p:txBody>
          <a:bodyPr/>
          <a:lstStyle>
            <a:lvl1pPr>
              <a:defRPr sz="2133"/>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p:cNvSpPr>
            <a:spLocks noGrp="1"/>
          </p:cNvSpPr>
          <p:nvPr>
            <p:ph sz="quarter" idx="15"/>
          </p:nvPr>
        </p:nvSpPr>
        <p:spPr>
          <a:xfrm>
            <a:off x="9144000" y="0"/>
            <a:ext cx="3048000" cy="3429000"/>
          </a:xfrm>
          <a:solidFill>
            <a:schemeClr val="bg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accent2"/>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9" name="Footer Placeholder 8">
            <a:extLst>
              <a:ext uri="{FF2B5EF4-FFF2-40B4-BE49-F238E27FC236}">
                <a16:creationId xmlns:a16="http://schemas.microsoft.com/office/drawing/2014/main" id="{A614DAAB-C978-CC47-90CA-B23CDDFEECAF}"/>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53194154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8" name="Content Placeholder 7"/>
          <p:cNvSpPr>
            <a:spLocks noGrp="1"/>
          </p:cNvSpPr>
          <p:nvPr>
            <p:ph sz="quarter" idx="15"/>
          </p:nvPr>
        </p:nvSpPr>
        <p:spPr>
          <a:xfrm>
            <a:off x="9144000" y="0"/>
            <a:ext cx="3048000" cy="3429000"/>
          </a:xfrm>
          <a:solidFill>
            <a:schemeClr val="accent2"/>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tx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2"/>
            <a:ext cx="6096000" cy="2815167"/>
          </a:xfrm>
          <a:solidFill>
            <a:schemeClr val="tx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6" name="Title 5"/>
          <p:cNvSpPr>
            <a:spLocks noGrp="1"/>
          </p:cNvSpPr>
          <p:nvPr>
            <p:ph type="title"/>
          </p:nvPr>
        </p:nvSpPr>
        <p:spPr>
          <a:xfrm>
            <a:off x="1" y="-1"/>
            <a:ext cx="6095999" cy="3429001"/>
          </a:xfrm>
          <a:solidFill>
            <a:schemeClr val="accent2"/>
          </a:solidFill>
        </p:spPr>
        <p:txBody>
          <a:bodyPr lIns="228600" tIns="201168" rIns="228600" bIns="228600"/>
          <a:lstStyle>
            <a:lvl1pPr>
              <a:defRPr>
                <a:solidFill>
                  <a:schemeClr val="bg2"/>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F73E89CC-A6B4-884D-A219-3DD33A964ED5}"/>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456961024"/>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chemeClr val="accent4">
              <a:lumMod val="60000"/>
              <a:lumOff val="40000"/>
            </a:schemeClr>
          </a:solidFill>
        </p:spPr>
        <p:txBody>
          <a:bodyPr lIns="228600" tIns="192024" rIns="228600" bIns="228600"/>
          <a:lstStyle>
            <a:lvl1pPr>
              <a:defRPr sz="1867">
                <a:solidFill>
                  <a:schemeClr val="bg1"/>
                </a:solidFill>
              </a:defRPr>
            </a:lvl1pPr>
          </a:lstStyle>
          <a:p>
            <a:pPr lvl="0"/>
            <a:r>
              <a:rPr lang="en-US"/>
              <a:t>Click to edit Master text styles</a:t>
            </a:r>
          </a:p>
        </p:txBody>
      </p:sp>
      <p:sp>
        <p:nvSpPr>
          <p:cNvPr id="10" name="Content Placeholder 9"/>
          <p:cNvSpPr>
            <a:spLocks noGrp="1"/>
          </p:cNvSpPr>
          <p:nvPr>
            <p:ph sz="quarter" idx="16"/>
          </p:nvPr>
        </p:nvSpPr>
        <p:spPr>
          <a:xfrm>
            <a:off x="3048000" y="3429000"/>
            <a:ext cx="3048000" cy="3429000"/>
          </a:xfrm>
          <a:solidFill>
            <a:schemeClr val="accent3"/>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4" name="Content Placeholder 13"/>
          <p:cNvSpPr>
            <a:spLocks noGrp="1"/>
          </p:cNvSpPr>
          <p:nvPr>
            <p:ph sz="quarter" idx="17"/>
          </p:nvPr>
        </p:nvSpPr>
        <p:spPr>
          <a:xfrm>
            <a:off x="6096003" y="3429000"/>
            <a:ext cx="3047996" cy="3429000"/>
          </a:xfrm>
          <a:solidFill>
            <a:schemeClr val="accent4"/>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3048000" cy="3429000"/>
          </a:xfrm>
          <a:solidFill>
            <a:schemeClr val="accent2"/>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itle 5"/>
          <p:cNvSpPr>
            <a:spLocks noGrp="1"/>
          </p:cNvSpPr>
          <p:nvPr>
            <p:ph type="title"/>
          </p:nvPr>
        </p:nvSpPr>
        <p:spPr>
          <a:xfrm>
            <a:off x="1" y="-1"/>
            <a:ext cx="12191999" cy="3429001"/>
          </a:xfrm>
          <a:solidFill>
            <a:schemeClr val="tx1"/>
          </a:solidFill>
        </p:spPr>
        <p:txBody>
          <a:bodyPr lIns="228600" tIns="155448" rIns="228600" bIns="228600"/>
          <a:lstStyle>
            <a:lvl1pPr>
              <a:defRPr sz="6400">
                <a:solidFill>
                  <a:schemeClr val="bg2"/>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B788421B-6141-D048-9F54-87F8A049DB0C}"/>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57223714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itle 5"/>
          <p:cNvSpPr>
            <a:spLocks noGrp="1"/>
          </p:cNvSpPr>
          <p:nvPr>
            <p:ph type="title"/>
          </p:nvPr>
        </p:nvSpPr>
        <p:spPr>
          <a:xfrm>
            <a:off x="1" y="-1"/>
            <a:ext cx="12191999" cy="1720852"/>
          </a:xfrm>
          <a:solidFill>
            <a:schemeClr val="tx1"/>
          </a:solidFill>
        </p:spPr>
        <p:txBody>
          <a:bodyPr lIns="228600" tIns="201168" rIns="228600" bIns="228600"/>
          <a:lstStyle>
            <a:lvl1pPr>
              <a:defRPr sz="3200">
                <a:solidFill>
                  <a:schemeClr val="bg2"/>
                </a:solidFill>
              </a:defRPr>
            </a:lvl1pPr>
          </a:lstStyle>
          <a:p>
            <a:r>
              <a:rPr lang="en-US"/>
              <a:t>Click to edit Master title style</a:t>
            </a:r>
          </a:p>
        </p:txBody>
      </p:sp>
      <p:sp>
        <p:nvSpPr>
          <p:cNvPr id="5" name="Footer Placeholder 8">
            <a:extLst>
              <a:ext uri="{FF2B5EF4-FFF2-40B4-BE49-F238E27FC236}">
                <a16:creationId xmlns:a16="http://schemas.microsoft.com/office/drawing/2014/main" id="{3AD2D5BE-0535-5B4A-B450-B7F0C00C9DC5}"/>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2589676388"/>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3810000"/>
            <a:ext cx="3048000" cy="3048000"/>
          </a:xfrm>
          <a:solidFill>
            <a:schemeClr val="tx1"/>
          </a:solidFill>
        </p:spPr>
        <p:txBody>
          <a:bodyPr lIns="228600" tIns="155448" rIns="228600" bIns="228600"/>
          <a:lstStyle>
            <a:lvl1pPr>
              <a:defRPr>
                <a:solidFill>
                  <a:schemeClr val="bg2"/>
                </a:solidFill>
              </a:defRPr>
            </a:lvl1pPr>
            <a:lvl2pPr>
              <a:defRPr sz="1333">
                <a:solidFill>
                  <a:schemeClr val="bg2"/>
                </a:solidFill>
              </a:defRPr>
            </a:lvl2pPr>
            <a:lvl3pPr>
              <a:defRPr sz="1333">
                <a:solidFill>
                  <a:schemeClr val="bg2"/>
                </a:solidFill>
              </a:defRPr>
            </a:lvl3pPr>
            <a:lvl4pPr>
              <a:defRPr sz="1333">
                <a:solidFill>
                  <a:schemeClr val="bg2"/>
                </a:solidFill>
              </a:defRPr>
            </a:lvl4pPr>
            <a:lvl5pPr>
              <a:defRPr sz="1333">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5" name="Footer Placeholder 8">
            <a:extLst>
              <a:ext uri="{FF2B5EF4-FFF2-40B4-BE49-F238E27FC236}">
                <a16:creationId xmlns:a16="http://schemas.microsoft.com/office/drawing/2014/main" id="{5077B903-3C54-BD41-8F7E-9FFB1C14BB5C}"/>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2958221529"/>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600" tIns="192024" rIns="228600" bIns="228600"/>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0"/>
          </p:nvPr>
        </p:nvSpPr>
        <p:spPr>
          <a:xfrm>
            <a:off x="3048000" y="0"/>
            <a:ext cx="3048000" cy="6858000"/>
          </a:xfrm>
          <a:solidFill>
            <a:schemeClr val="accent2"/>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17" name="Content Placeholder 16"/>
          <p:cNvSpPr>
            <a:spLocks noGrp="1"/>
          </p:cNvSpPr>
          <p:nvPr>
            <p:ph sz="quarter" idx="22"/>
          </p:nvPr>
        </p:nvSpPr>
        <p:spPr>
          <a:xfrm>
            <a:off x="9144000" y="0"/>
            <a:ext cx="3048000" cy="6858000"/>
          </a:xfrm>
          <a:solidFill>
            <a:schemeClr val="accent4"/>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8" name="Footer Placeholder 8">
            <a:extLst>
              <a:ext uri="{FF2B5EF4-FFF2-40B4-BE49-F238E27FC236}">
                <a16:creationId xmlns:a16="http://schemas.microsoft.com/office/drawing/2014/main" id="{ED53B093-D96D-B84A-896F-A825E3DAA9DF}"/>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1792833872"/>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ext Placeholder 5"/>
          <p:cNvSpPr>
            <a:spLocks noGrp="1"/>
          </p:cNvSpPr>
          <p:nvPr>
            <p:ph type="body" sz="quarter" idx="12"/>
          </p:nvPr>
        </p:nvSpPr>
        <p:spPr>
          <a:xfrm>
            <a:off x="304800" y="1463042"/>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8">
            <a:extLst>
              <a:ext uri="{FF2B5EF4-FFF2-40B4-BE49-F238E27FC236}">
                <a16:creationId xmlns:a16="http://schemas.microsoft.com/office/drawing/2014/main" id="{40D6DE39-9E6E-454D-A805-DE2FA7B21D90}"/>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118090306"/>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p:nvPr>
        </p:nvSpPr>
        <p:spPr>
          <a:xfrm>
            <a:off x="3352800" y="889001"/>
            <a:ext cx="8534400" cy="5099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8">
            <a:extLst>
              <a:ext uri="{FF2B5EF4-FFF2-40B4-BE49-F238E27FC236}">
                <a16:creationId xmlns:a16="http://schemas.microsoft.com/office/drawing/2014/main" id="{C97A6B66-E323-3F45-A6B8-399DEBFC3215}"/>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2236821565"/>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7A689432-1A17-8F44-B9CB-37E7C04A26EE}"/>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874799041"/>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p:cNvSpPr>
            <a:spLocks noGrp="1"/>
          </p:cNvSpPr>
          <p:nvPr>
            <p:ph type="pic" sz="quarter" idx="14"/>
          </p:nvPr>
        </p:nvSpPr>
        <p:spPr>
          <a:xfrm>
            <a:off x="6096000" y="0"/>
            <a:ext cx="6096000" cy="6858000"/>
          </a:xfrm>
        </p:spPr>
        <p:txBody>
          <a:bodyPr/>
          <a:lstStyle/>
          <a:p>
            <a:r>
              <a:rPr lang="en-US"/>
              <a:t>Click icon to add picture</a:t>
            </a:r>
          </a:p>
        </p:txBody>
      </p:sp>
      <p:sp>
        <p:nvSpPr>
          <p:cNvPr id="8" name="Footer Placeholder 8">
            <a:extLst>
              <a:ext uri="{FF2B5EF4-FFF2-40B4-BE49-F238E27FC236}">
                <a16:creationId xmlns:a16="http://schemas.microsoft.com/office/drawing/2014/main" id="{CDCDAE95-2EF4-214A-9FD5-B0618A730CEC}"/>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80300342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p:cNvSpPr>
            <a:spLocks noGrp="1"/>
          </p:cNvSpPr>
          <p:nvPr>
            <p:ph type="body" sz="quarter" idx="13"/>
          </p:nvPr>
        </p:nvSpPr>
        <p:spPr>
          <a:xfrm>
            <a:off x="3352800" y="1488017"/>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p:cNvSpPr>
            <a:spLocks noGrp="1"/>
          </p:cNvSpPr>
          <p:nvPr>
            <p:ph type="body" sz="quarter" idx="14"/>
          </p:nvPr>
        </p:nvSpPr>
        <p:spPr>
          <a:xfrm>
            <a:off x="6267189" y="1402080"/>
            <a:ext cx="5620011" cy="4608576"/>
          </a:xfrm>
        </p:spPr>
        <p:txBody>
          <a:bodyPr/>
          <a:lstStyle>
            <a:lvl1pPr marL="156625" indent="-156625">
              <a:tabLst/>
              <a:defRPr sz="3200"/>
            </a:lvl1pPr>
            <a:lvl2pPr marL="0" indent="0">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8">
            <a:extLst>
              <a:ext uri="{FF2B5EF4-FFF2-40B4-BE49-F238E27FC236}">
                <a16:creationId xmlns:a16="http://schemas.microsoft.com/office/drawing/2014/main" id="{05016115-F3A1-244F-982B-EAB61A7472CB}"/>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20409864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6" name="Text Placeholder 5"/>
          <p:cNvSpPr>
            <a:spLocks noGrp="1"/>
          </p:cNvSpPr>
          <p:nvPr>
            <p:ph type="body" sz="quarter" idx="12"/>
          </p:nvPr>
        </p:nvSpPr>
        <p:spPr>
          <a:xfrm>
            <a:off x="304800" y="256034"/>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ble Placeholder 6"/>
          <p:cNvSpPr>
            <a:spLocks noGrp="1"/>
          </p:cNvSpPr>
          <p:nvPr>
            <p:ph type="tbl" sz="quarter" idx="13"/>
          </p:nvPr>
        </p:nvSpPr>
        <p:spPr>
          <a:xfrm>
            <a:off x="3352800" y="300568"/>
            <a:ext cx="8534400" cy="6129867"/>
          </a:xfrm>
        </p:spPr>
        <p:txBody>
          <a:bodyPr/>
          <a:lstStyle/>
          <a:p>
            <a:r>
              <a:rPr lang="en-US"/>
              <a:t>Click icon to add table</a:t>
            </a:r>
          </a:p>
        </p:txBody>
      </p:sp>
      <p:sp>
        <p:nvSpPr>
          <p:cNvPr id="8" name="Footer Placeholder 8">
            <a:extLst>
              <a:ext uri="{FF2B5EF4-FFF2-40B4-BE49-F238E27FC236}">
                <a16:creationId xmlns:a16="http://schemas.microsoft.com/office/drawing/2014/main" id="{6DDC72E9-82DD-E145-BB92-60E0E02EB175}"/>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416640757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sp>
        <p:nvSpPr>
          <p:cNvPr id="5" name="Footer Placeholder 8">
            <a:extLst>
              <a:ext uri="{FF2B5EF4-FFF2-40B4-BE49-F238E27FC236}">
                <a16:creationId xmlns:a16="http://schemas.microsoft.com/office/drawing/2014/main" id="{EDCA8F98-7CE4-9740-9836-7F20BEF2AED4}"/>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1561674651"/>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045563"/>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53303" algn="dec"/>
              </a:tabLst>
              <a:defRPr sz="1467"/>
            </a:lvl1pPr>
            <a:lvl2pPr marL="230706" indent="-230706">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70" rtl="0" eaLnBrk="1" fontAlgn="auto" latinLnBrk="0" hangingPunct="1">
              <a:lnSpc>
                <a:spcPct val="100000"/>
              </a:lnSpc>
              <a:spcBef>
                <a:spcPts val="0"/>
              </a:spcBef>
              <a:spcAft>
                <a:spcPts val="0"/>
              </a:spcAft>
              <a:buClrTx/>
              <a:buSzTx/>
              <a:buFont typeface="Arial"/>
              <a:buNone/>
              <a:tabLst>
                <a:tab pos="5364213" algn="r"/>
              </a:tabLst>
              <a:defRPr/>
            </a:pPr>
            <a:r>
              <a:rPr lang="en-US"/>
              <a:t>Click to edit Master text styles</a:t>
            </a:r>
          </a:p>
        </p:txBody>
      </p:sp>
      <p:sp>
        <p:nvSpPr>
          <p:cNvPr id="7" name="Footer Placeholder 8">
            <a:extLst>
              <a:ext uri="{FF2B5EF4-FFF2-40B4-BE49-F238E27FC236}">
                <a16:creationId xmlns:a16="http://schemas.microsoft.com/office/drawing/2014/main" id="{6E9D833D-8078-3D40-A561-29993B0E0FB0}"/>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07058705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869"/>
            <a:ext cx="1722792" cy="701463"/>
          </a:xfrm>
          <a:prstGeom prst="rect">
            <a:avLst/>
          </a:prstGeom>
        </p:spPr>
      </p:pic>
      <p:sp>
        <p:nvSpPr>
          <p:cNvPr id="5" name="Footer Placeholder 8">
            <a:extLst>
              <a:ext uri="{FF2B5EF4-FFF2-40B4-BE49-F238E27FC236}">
                <a16:creationId xmlns:a16="http://schemas.microsoft.com/office/drawing/2014/main" id="{7C068F36-BF8C-C843-9304-05B6544A33AE}"/>
              </a:ext>
            </a:extLst>
          </p:cNvPr>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41569844"/>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x">
  <p:cSld name="3_blank (no footer)">
    <p:spTree>
      <p:nvGrpSpPr>
        <p:cNvPr id="1" name=""/>
        <p:cNvGrpSpPr/>
        <p:nvPr/>
      </p:nvGrpSpPr>
      <p:grpSpPr>
        <a:xfrm>
          <a:off x="0" y="0"/>
          <a:ext cx="0" cy="0"/>
          <a:chOff x="0" y="0"/>
          <a:chExt cx="0" cy="0"/>
        </a:xfrm>
      </p:grpSpPr>
      <p:sp>
        <p:nvSpPr>
          <p:cNvPr id="1131" name="Slide Number"/>
          <p:cNvSpPr txBox="1">
            <a:spLocks noGrp="1"/>
          </p:cNvSpPr>
          <p:nvPr>
            <p:ph type="sldNum" sz="quarter" idx="2"/>
          </p:nvPr>
        </p:nvSpPr>
        <p:spPr>
          <a:xfrm>
            <a:off x="8600814" y="6294799"/>
            <a:ext cx="136791"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086751800"/>
      </p:ext>
    </p:extLst>
  </p:cSld>
  <p:clrMapOvr>
    <a:masterClrMapping/>
  </p:clrMapOvr>
  <p:transition spd="med"/>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bg1"/>
                </a:solidFill>
              </a:defRPr>
            </a:lvl1pPr>
          </a:lstStyle>
          <a:p>
            <a:r>
              <a:rPr lang="en-US"/>
              <a:t>Click to edit Master title style</a:t>
            </a:r>
          </a:p>
        </p:txBody>
      </p:sp>
      <p:pic>
        <p:nvPicPr>
          <p:cNvPr id="7" name="Picture" descr="IBM 8-bar logo"/>
          <p:cNvPicPr>
            <a:picLocks noChangeAspect="1"/>
          </p:cNvPicPr>
          <p:nvPr userDrawn="1"/>
        </p:nvPicPr>
        <p:blipFill>
          <a:blip r:embed="rId2"/>
          <a:stretch>
            <a:fillRect/>
          </a:stretch>
        </p:blipFill>
        <p:spPr>
          <a:xfrm>
            <a:off x="11191751" y="6257438"/>
            <a:ext cx="695452" cy="275721"/>
          </a:xfrm>
          <a:prstGeom prst="rect">
            <a:avLst/>
          </a:prstGeom>
        </p:spPr>
      </p:pic>
      <p:pic>
        <p:nvPicPr>
          <p:cNvPr id="5" name="Picture 4" descr="A close up of a sign&#10;&#10;Description automatically generated">
            <a:extLst>
              <a:ext uri="{FF2B5EF4-FFF2-40B4-BE49-F238E27FC236}">
                <a16:creationId xmlns:a16="http://schemas.microsoft.com/office/drawing/2014/main" id="{1FE40CCE-4D26-C04C-BE6A-001FD7138703}"/>
              </a:ext>
            </a:extLst>
          </p:cNvPr>
          <p:cNvPicPr>
            <a:picLocks noChangeAspect="1"/>
          </p:cNvPicPr>
          <p:nvPr userDrawn="1"/>
        </p:nvPicPr>
        <p:blipFill>
          <a:blip r:embed="rId3"/>
          <a:stretch>
            <a:fillRect/>
          </a:stretch>
        </p:blipFill>
        <p:spPr>
          <a:xfrm>
            <a:off x="280417" y="6113587"/>
            <a:ext cx="493803" cy="461244"/>
          </a:xfrm>
          <a:prstGeom prst="rect">
            <a:avLst/>
          </a:prstGeom>
        </p:spPr>
      </p:pic>
    </p:spTree>
    <p:extLst>
      <p:ext uri="{BB962C8B-B14F-4D97-AF65-F5344CB8AC3E}">
        <p14:creationId xmlns:p14="http://schemas.microsoft.com/office/powerpoint/2010/main" val="4283692010"/>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41224474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159351664"/>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807676587"/>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7" name="Picture Placeholder">
            <a:extLst>
              <a:ext uri="{C183D7F6-B498-43B3-948B-1728B52AA6E4}">
                <adec:decorative xmlns:adec="http://schemas.microsoft.com/office/drawing/2017/decorative" val="1"/>
              </a:ext>
            </a:extLst>
          </p:cNvPr>
          <p:cNvSpPr>
            <a:spLocks noGrp="1"/>
          </p:cNvSpPr>
          <p:nvPr>
            <p:ph type="pic" sz="quarter" idx="13"/>
          </p:nvPr>
        </p:nvSpPr>
        <p:spPr>
          <a:xfrm>
            <a:off x="6096000" y="0"/>
            <a:ext cx="6096000" cy="6858000"/>
          </a:xfrm>
        </p:spPr>
        <p:txBody>
          <a:bodyPr lIns="91440" tIns="91440" rIns="91440" bIns="91440"/>
          <a:lstStyle>
            <a:lvl1pPr>
              <a:defRPr baseline="0"/>
            </a:lvl1pPr>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259882914"/>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3" y="121920"/>
            <a:ext cx="11704229" cy="5872480"/>
          </a:xfrm>
        </p:spPr>
        <p:txBody>
          <a:bodyPr/>
          <a:lstStyle>
            <a:lvl1pPr>
              <a:defRPr sz="12800" b="1" i="0">
                <a:latin typeface="IBM Plex Sans" panose="020B0503050203000203" pitchFamily="34" charset="0"/>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latin typeface="IBM Plex Sans" panose="020B0503050203000203" pitchFamily="34" charset="0"/>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latin typeface="IBM Plex Sans" panose="020B0503050203000203" pitchFamily="34" charset="0"/>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01043678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20" y="268224"/>
            <a:ext cx="7416713" cy="5726176"/>
          </a:xfrm>
        </p:spPr>
        <p:txBody>
          <a:bodyPr/>
          <a:lstStyle/>
          <a:p>
            <a:r>
              <a:rPr lang="en-US"/>
              <a:t>Click to edit Master title style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4001041189"/>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p:cNvSpPr>
            <a:spLocks noGrp="1"/>
          </p:cNvSpPr>
          <p:nvPr>
            <p:ph type="body" sz="quarter" idx="12"/>
          </p:nvPr>
        </p:nvSpPr>
        <p:spPr>
          <a:xfrm>
            <a:off x="6388608" y="268224"/>
            <a:ext cx="5498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245184267"/>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p:cNvSpPr>
            <a:spLocks noGrp="1"/>
          </p:cNvSpPr>
          <p:nvPr>
            <p:ph type="body" sz="quarter" idx="12"/>
          </p:nvPr>
        </p:nvSpPr>
        <p:spPr>
          <a:xfrm>
            <a:off x="6388611" y="1658112"/>
            <a:ext cx="5498501"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767190142"/>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7" name="Content Placeholder"/>
          <p:cNvSpPr>
            <a:spLocks noGrp="1"/>
          </p:cNvSpPr>
          <p:nvPr>
            <p:ph sz="quarter" idx="13"/>
          </p:nvPr>
        </p:nvSpPr>
        <p:spPr>
          <a:xfrm>
            <a:off x="280416" y="1621536"/>
            <a:ext cx="5522976" cy="4372864"/>
          </a:xfrm>
        </p:spPr>
        <p:txBody>
          <a:bodyPr/>
          <a:lstStyle>
            <a:lvl1pPr>
              <a:defRPr sz="3200"/>
            </a:lvl1pPr>
          </a:lstStyle>
          <a:p>
            <a:pPr lvl="0"/>
            <a:r>
              <a:rPr lang="en-US"/>
              <a:t>Click to edit Master text styles</a:t>
            </a:r>
          </a:p>
        </p:txBody>
      </p:sp>
      <p:sp>
        <p:nvSpPr>
          <p:cNvPr id="6" name="Text Placeholder"/>
          <p:cNvSpPr>
            <a:spLocks noGrp="1"/>
          </p:cNvSpPr>
          <p:nvPr>
            <p:ph type="body" sz="quarter" idx="12"/>
          </p:nvPr>
        </p:nvSpPr>
        <p:spPr>
          <a:xfrm>
            <a:off x="6388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1B2BCB7B-859C-4F17-9DBE-4073E4F5A6AD}"/>
              </a:ext>
            </a:extLst>
          </p:cNvPr>
          <p:cNvSpPr>
            <a:spLocks noGrp="1"/>
          </p:cNvSpPr>
          <p:nvPr>
            <p:ph type="ftr" sz="quarter" idx="10"/>
          </p:nvPr>
        </p:nvSpPr>
        <p:spPr>
          <a:xfrm>
            <a:off x="304890" y="6383869"/>
            <a:ext cx="5486313" cy="222249"/>
          </a:xfrm>
        </p:spPr>
        <p:txBody>
          <a:bodyPr/>
          <a:lstStyle/>
          <a:p>
            <a:r>
              <a:rPr lang="de-DE" sz="1067"/>
              <a:t>IBM Confidential    </a:t>
            </a:r>
            <a:r>
              <a:rPr lang="de-DE"/>
              <a:t>IBM Select / © 2021 IBM Corporation</a:t>
            </a:r>
            <a:endParaRPr lang="en-US"/>
          </a:p>
        </p:txBody>
      </p:sp>
    </p:spTree>
    <p:extLst>
      <p:ext uri="{BB962C8B-B14F-4D97-AF65-F5344CB8AC3E}">
        <p14:creationId xmlns:p14="http://schemas.microsoft.com/office/powerpoint/2010/main" val="3763327992"/>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88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p:cNvSpPr>
            <a:spLocks noGrp="1"/>
          </p:cNvSpPr>
          <p:nvPr>
            <p:ph type="body" sz="quarter" idx="15"/>
          </p:nvPr>
        </p:nvSpPr>
        <p:spPr>
          <a:xfrm>
            <a:off x="9436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932129703"/>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459917745"/>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1"/>
          <p:cNvSpPr>
            <a:spLocks noGrp="1"/>
          </p:cNvSpPr>
          <p:nvPr>
            <p:ph type="body" sz="quarter" idx="12"/>
          </p:nvPr>
        </p:nvSpPr>
        <p:spPr>
          <a:xfrm>
            <a:off x="6388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3"/>
          </p:nvPr>
        </p:nvSpPr>
        <p:spPr>
          <a:xfrm>
            <a:off x="9436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564165129"/>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19" y="268224"/>
            <a:ext cx="5522885" cy="5726176"/>
          </a:xfrm>
        </p:spPr>
        <p:txBody>
          <a:bodyPr/>
          <a:lstStyle>
            <a:lvl1pPr>
              <a:defRPr>
                <a:latin typeface="IBM Plex Sans" panose="020B0503050203000203" pitchFamily="34" charset="0"/>
              </a:defRPr>
            </a:lvl1pPr>
          </a:lstStyle>
          <a:p>
            <a:r>
              <a:rPr lang="en-US"/>
              <a:t>Click to edit Master title style</a:t>
            </a:r>
          </a:p>
        </p:txBody>
      </p:sp>
      <p:sp>
        <p:nvSpPr>
          <p:cNvPr id="7" name="Cool gray 10 rectangle">
            <a:extLst>
              <a:ext uri="{FF2B5EF4-FFF2-40B4-BE49-F238E27FC236}">
                <a16:creationId xmlns:a16="http://schemas.microsoft.com/office/drawing/2014/main" id="{838ABCAC-D266-7244-9068-DAD3FE4E7C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F3F3F3"/>
          </a:solidFill>
        </p:spPr>
        <p:txBody>
          <a:bodyPr wrap="square" lIns="0" tIns="0" rIns="0" bIns="0" rtlCol="0" anchor="ctr">
            <a:noAutofit/>
          </a:bodyPr>
          <a:lstStyle/>
          <a:p>
            <a:pPr algn="ctr"/>
            <a:endParaRPr lang="en-US" sz="1600" b="0" i="0">
              <a:solidFill>
                <a:srgbClr val="FFFFFF"/>
              </a:solidFill>
              <a:latin typeface="IBM Plex Sans" panose="020B0503050203000203" pitchFamily="34" charset="0"/>
              <a:cs typeface="Arial"/>
            </a:endParaRPr>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latin typeface="IBM Plex Sans" panose="020B0503050203000203" pitchFamily="34" charset="0"/>
              </a:defRPr>
            </a:lvl1pPr>
            <a:lvl2pPr>
              <a:buClr>
                <a:schemeClr val="tx1"/>
              </a:buClr>
              <a:defRPr>
                <a:solidFill>
                  <a:schemeClr val="tx1"/>
                </a:solidFill>
                <a:latin typeface="IBM Plex Sans" panose="020B0503050203000203" pitchFamily="34" charset="0"/>
              </a:defRPr>
            </a:lvl2pPr>
            <a:lvl3pPr>
              <a:buClr>
                <a:schemeClr val="tx1"/>
              </a:buClr>
              <a:defRPr>
                <a:solidFill>
                  <a:schemeClr val="tx1"/>
                </a:solidFill>
                <a:latin typeface="IBM Plex Sans" panose="020B0503050203000203" pitchFamily="34" charset="0"/>
              </a:defRPr>
            </a:lvl3pPr>
            <a:lvl4pPr>
              <a:buClr>
                <a:schemeClr val="tx1"/>
              </a:buClr>
              <a:defRPr>
                <a:solidFill>
                  <a:schemeClr val="tx1"/>
                </a:solidFill>
                <a:latin typeface="IBM Plex Sans" panose="020B0503050203000203" pitchFamily="34" charset="0"/>
              </a:defRPr>
            </a:lvl4pPr>
            <a:lvl5pPr>
              <a:buClr>
                <a:schemeClr val="tx1"/>
              </a:buClr>
              <a:defRPr>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latin typeface="IBM Plex Sans" panose="020B0503050203000203" pitchFamily="34" charset="0"/>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tx1"/>
                </a:solidFill>
                <a:latin typeface="IBM Plex Sans" panose="020B0503050203000203" pitchFamily="34" charset="0"/>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271768434"/>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811172034"/>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12037477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27779729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2" name="Content Placeholder 3"/>
          <p:cNvSpPr>
            <a:spLocks noGrp="1"/>
          </p:cNvSpPr>
          <p:nvPr>
            <p:ph sz="quarter" idx="19"/>
          </p:nvPr>
        </p:nvSpPr>
        <p:spPr>
          <a:xfrm>
            <a:off x="6096000" y="3426886"/>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383698816"/>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solidFill>
            <a:srgbClr val="0530AD"/>
          </a:solidFill>
        </p:spPr>
        <p:txBody>
          <a:bodyPr lIns="210312" tIns="201168" rIns="228600" bIns="228600"/>
          <a:lstStyle>
            <a:lvl1pPr>
              <a:defRPr>
                <a:solidFill>
                  <a:schemeClr val="bg1"/>
                </a:solidFill>
              </a:defRPr>
            </a:lvl1pPr>
          </a:lstStyle>
          <a:p>
            <a:r>
              <a:rPr lang="en-US"/>
              <a:t>Click to edit Master title style</a:t>
            </a:r>
          </a:p>
        </p:txBody>
      </p:sp>
      <p:sp>
        <p:nvSpPr>
          <p:cNvPr id="6"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7" name="Content Placeholder 3"/>
          <p:cNvSpPr>
            <a:spLocks noGrp="1"/>
          </p:cNvSpPr>
          <p:nvPr>
            <p:ph sz="quarter" idx="20"/>
          </p:nvPr>
        </p:nvSpPr>
        <p:spPr>
          <a:xfrm>
            <a:off x="0" y="3426886"/>
            <a:ext cx="6096000" cy="3431116"/>
          </a:xfrm>
          <a:solidFill>
            <a:schemeClr val="tx1"/>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6"/>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bg1"/>
                </a:solidFill>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471912063"/>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12192000" cy="3425951"/>
          </a:xfrm>
          <a:noFill/>
        </p:spPr>
        <p:txBody>
          <a:bodyPr lIns="182880" tIns="164592" rIns="228600" bIns="228600"/>
          <a:lstStyle>
            <a:lvl1pPr>
              <a:defRPr sz="6400"/>
            </a:lvl1pPr>
          </a:lstStyle>
          <a:p>
            <a:r>
              <a:rPr lang="en-US"/>
              <a:t>Click to edit Master title style</a:t>
            </a:r>
          </a:p>
        </p:txBody>
      </p:sp>
      <p:sp>
        <p:nvSpPr>
          <p:cNvPr id="7" name="Content Placeholder 1"/>
          <p:cNvSpPr>
            <a:spLocks noGrp="1"/>
          </p:cNvSpPr>
          <p:nvPr>
            <p:ph sz="quarter" idx="20"/>
          </p:nvPr>
        </p:nvSpPr>
        <p:spPr>
          <a:xfrm>
            <a:off x="0" y="3426886"/>
            <a:ext cx="3048000" cy="3431116"/>
          </a:xfrm>
          <a:solidFill>
            <a:srgbClr val="061F80"/>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2"/>
          <p:cNvSpPr>
            <a:spLocks noGrp="1"/>
          </p:cNvSpPr>
          <p:nvPr>
            <p:ph sz="quarter" idx="19"/>
          </p:nvPr>
        </p:nvSpPr>
        <p:spPr>
          <a:xfrm>
            <a:off x="3048001" y="3426886"/>
            <a:ext cx="3048000" cy="3431116"/>
          </a:xfrm>
          <a:solidFill>
            <a:srgbClr val="054ADA"/>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6" name="Content Placeholder 3"/>
          <p:cNvSpPr>
            <a:spLocks noGrp="1"/>
          </p:cNvSpPr>
          <p:nvPr>
            <p:ph sz="quarter" idx="17"/>
          </p:nvPr>
        </p:nvSpPr>
        <p:spPr>
          <a:xfrm>
            <a:off x="6096000" y="3426883"/>
            <a:ext cx="3048000" cy="3431117"/>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4"/>
          <p:cNvSpPr>
            <a:spLocks noGrp="1"/>
          </p:cNvSpPr>
          <p:nvPr>
            <p:ph sz="quarter" idx="18"/>
          </p:nvPr>
        </p:nvSpPr>
        <p:spPr>
          <a:xfrm>
            <a:off x="9144000" y="3426883"/>
            <a:ext cx="3048000" cy="3431117"/>
          </a:xfrm>
          <a:solidFill>
            <a:srgbClr val="6EA6FF"/>
          </a:solid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bg1"/>
                </a:solidFill>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185857170"/>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black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1"/>
          </a:solidFill>
        </p:spPr>
        <p:txBody>
          <a:bodyPr lIns="210312" tIns="201168" rIns="228600" bIns="228600"/>
          <a:lstStyle>
            <a:lvl1pPr>
              <a:defRPr>
                <a:solidFill>
                  <a:schemeClr val="bg1"/>
                </a:solidFill>
              </a:defRPr>
            </a:lvl1pPr>
          </a:lstStyle>
          <a:p>
            <a:r>
              <a:rPr lang="en-US"/>
              <a:t>Click to edit Master title style</a:t>
            </a:r>
          </a:p>
        </p:txBody>
      </p:sp>
      <p:sp>
        <p:nvSpPr>
          <p:cNvPr id="6" name="Picture Placeholder"/>
          <p:cNvSpPr>
            <a:spLocks noGrp="1"/>
          </p:cNvSpPr>
          <p:nvPr>
            <p:ph type="pic" sz="quarter" idx="12"/>
          </p:nvPr>
        </p:nvSpPr>
        <p:spPr>
          <a:xfrm>
            <a:off x="0" y="1701800"/>
            <a:ext cx="12192000" cy="5156200"/>
          </a:xfrm>
        </p:spPr>
        <p:txBody>
          <a:bodyPr lIns="91440" tIns="91440" rIns="91440" bIns="91440"/>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64849012"/>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ext (black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p>
            <a:r>
              <a:rPr lang="en-US"/>
              <a:t>Click icon to add picture</a:t>
            </a:r>
          </a:p>
        </p:txBody>
      </p:sp>
      <p:sp>
        <p:nvSpPr>
          <p:cNvPr id="6" name="Text Placeholder"/>
          <p:cNvSpPr>
            <a:spLocks noGrp="1"/>
          </p:cNvSpPr>
          <p:nvPr>
            <p:ph type="body" sz="quarter" idx="12"/>
          </p:nvPr>
        </p:nvSpPr>
        <p:spPr>
          <a:xfrm>
            <a:off x="-2" y="3429000"/>
            <a:ext cx="3048004" cy="3429000"/>
          </a:xfrm>
          <a:solidFill>
            <a:schemeClr val="tx1"/>
          </a:solidFill>
        </p:spPr>
        <p:txBody>
          <a:bodyPr lIns="219456" tIns="201168" rIns="228600" bIns="228600"/>
          <a:lstStyle>
            <a:lvl1pPr>
              <a:buClr>
                <a:schemeClr val="bg1"/>
              </a:buClr>
              <a:defRPr>
                <a:solidFill>
                  <a:schemeClr val="bg1"/>
                </a:solidFill>
              </a:defRPr>
            </a:lvl1pPr>
            <a:lvl2pPr>
              <a:buClr>
                <a:schemeClr val="bg1"/>
              </a:buClr>
              <a:defRPr sz="1333">
                <a:solidFill>
                  <a:schemeClr val="bg1"/>
                </a:solidFill>
              </a:defRPr>
            </a:lvl2pPr>
            <a:lvl3pPr>
              <a:buClr>
                <a:schemeClr val="bg1"/>
              </a:buClr>
              <a:defRPr sz="1333">
                <a:solidFill>
                  <a:schemeClr val="bg1"/>
                </a:solidFill>
              </a:defRPr>
            </a:lvl3pPr>
            <a:lvl4pPr>
              <a:buClr>
                <a:schemeClr val="bg1"/>
              </a:buClr>
              <a:defRPr sz="1333">
                <a:solidFill>
                  <a:schemeClr val="bg1"/>
                </a:solidFill>
              </a:defRPr>
            </a:lvl4pPr>
            <a:lvl5pPr>
              <a:buClr>
                <a:schemeClr val="bg1"/>
              </a:buClr>
              <a:defRPr sz="133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Title" hidden="1">
            <a:extLst>
              <a:ext uri="{FF2B5EF4-FFF2-40B4-BE49-F238E27FC236}">
                <a16:creationId xmlns:a16="http://schemas.microsoft.com/office/drawing/2014/main" id="{0C4F1C52-4E00-9B42-8B21-690C46B2CCFA}"/>
              </a:ext>
            </a:extLst>
          </p:cNvPr>
          <p:cNvSpPr>
            <a:spLocks noGrp="1"/>
          </p:cNvSpPr>
          <p:nvPr>
            <p:ph type="title" idx="4294967295"/>
          </p:nvPr>
        </p:nvSpPr>
        <p:spPr>
          <a:xfrm>
            <a:off x="304890" y="268819"/>
            <a:ext cx="5524500" cy="5725583"/>
          </a:xfrm>
        </p:spPr>
        <p:txBody>
          <a:bodyPr/>
          <a:lstStyle/>
          <a:p>
            <a:r>
              <a:rPr lang="en-US"/>
              <a:t>Click to edit Master title style</a:t>
            </a:r>
          </a:p>
        </p:txBody>
      </p:sp>
    </p:spTree>
    <p:extLst>
      <p:ext uri="{BB962C8B-B14F-4D97-AF65-F5344CB8AC3E}">
        <p14:creationId xmlns:p14="http://schemas.microsoft.com/office/powerpoint/2010/main" val="2338217992"/>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solidFill>
            <a:srgbClr val="061F80"/>
          </a:solidFill>
        </p:spPr>
        <p:txBody>
          <a:bodyPr lIns="219456" tIns="201168" rIns="228600" bIns="2286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sz="quarter" idx="13"/>
          </p:nvPr>
        </p:nvSpPr>
        <p:spPr>
          <a:xfrm>
            <a:off x="3048000" y="0"/>
            <a:ext cx="3048000" cy="6864096"/>
          </a:xfrm>
          <a:solidFill>
            <a:srgbClr val="054ADA"/>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14"/>
          </p:nvPr>
        </p:nvSpPr>
        <p:spPr>
          <a:xfrm>
            <a:off x="6096000" y="0"/>
            <a:ext cx="3048000" cy="6864096"/>
          </a:xfrm>
          <a:solidFill>
            <a:schemeClr val="accent2"/>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p:cNvSpPr>
            <a:spLocks noGrp="1"/>
          </p:cNvSpPr>
          <p:nvPr>
            <p:ph sz="quarter" idx="15"/>
          </p:nvPr>
        </p:nvSpPr>
        <p:spPr>
          <a:xfrm>
            <a:off x="9144000" y="0"/>
            <a:ext cx="3048000" cy="6864096"/>
          </a:xfrm>
          <a:solidFill>
            <a:srgbClr val="6EA6FF"/>
          </a:solidFill>
        </p:spPr>
        <p:txBody>
          <a:bodyPr lIns="219456" tIns="201168" rIns="228600" bIns="228600"/>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bg1"/>
                </a:solidFill>
              </a:defRPr>
            </a:lvl1pPr>
          </a:lstStyle>
          <a:p>
            <a:r>
              <a:rPr lang="de-DE" sz="1067"/>
              <a:t>IBM Confidential    </a:t>
            </a:r>
            <a:r>
              <a:rPr lang="de-DE"/>
              <a:t>IBM Select / © 2021 IBM Corporation</a:t>
            </a:r>
            <a:endParaRPr lang="en-US"/>
          </a:p>
        </p:txBody>
      </p:sp>
      <p:sp>
        <p:nvSpPr>
          <p:cNvPr id="4" name="Slide Number Placeholde"/>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991416692"/>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p:cNvSpPr>
            <a:spLocks noGrp="1"/>
          </p:cNvSpPr>
          <p:nvPr>
            <p:ph sz="quarter" idx="13"/>
          </p:nvPr>
        </p:nvSpPr>
        <p:spPr>
          <a:xfrm>
            <a:off x="3352800" y="1658112"/>
            <a:ext cx="8534400"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570137192"/>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383103314"/>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5"/>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462612239"/>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64224" y="1621536"/>
            <a:ext cx="5522976" cy="4372864"/>
          </a:xfrm>
        </p:spPr>
        <p:txBody>
          <a:bodyPr/>
          <a:lstStyle>
            <a:lvl1pPr>
              <a:defRPr sz="3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76953888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ble Placeholder"/>
          <p:cNvSpPr>
            <a:spLocks noGrp="1"/>
          </p:cNvSpPr>
          <p:nvPr>
            <p:ph type="tbl" sz="quarter" idx="13"/>
          </p:nvPr>
        </p:nvSpPr>
        <p:spPr>
          <a:xfrm>
            <a:off x="3340609" y="268224"/>
            <a:ext cx="8546501" cy="5726176"/>
          </a:xfrm>
        </p:spPr>
        <p:txBody>
          <a:bodyPr lIns="0" tIns="0" rIns="91440" bIns="91440"/>
          <a:lstStyle/>
          <a:p>
            <a:r>
              <a:rPr lang="en-US"/>
              <a:t>Click icon to add table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057590241"/>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44548962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3558264"/>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10784"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82499"/>
            <a:ext cx="5498592" cy="1746503"/>
          </a:xfrm>
        </p:spPr>
        <p:txBody>
          <a:bodyPr/>
          <a:lstStyle>
            <a:lvl1pPr>
              <a:spcBef>
                <a:spcPts val="0"/>
              </a:spcBef>
              <a:defRPr sz="1333"/>
            </a:lvl1pPr>
            <a:lvl2pPr marL="0" indent="0">
              <a:spcBef>
                <a:spcPts val="0"/>
              </a:spcBef>
              <a:buNone/>
              <a:defRPr/>
            </a:lvl2pPr>
            <a:lvl3pPr marL="268807" indent="0">
              <a:buNone/>
              <a:defRPr/>
            </a:lvl3pPr>
            <a:lvl4pPr marL="579946" indent="0">
              <a:buNone/>
              <a:defRPr/>
            </a:lvl4pPr>
            <a:lvl5pPr marL="842402"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B66D531-042B-494C-8702-5C43B76E6584}"/>
              </a:ext>
            </a:extLst>
          </p:cNvPr>
          <p:cNvSpPr>
            <a:spLocks noGrp="1"/>
          </p:cNvSpPr>
          <p:nvPr>
            <p:ph type="body" sz="quarter" idx="14"/>
          </p:nvPr>
        </p:nvSpPr>
        <p:spPr>
          <a:xfrm>
            <a:off x="298213" y="4274264"/>
            <a:ext cx="8540991" cy="1746501"/>
          </a:xfrm>
        </p:spPr>
        <p:txBody>
          <a:bodyPr anchor="b"/>
          <a:lstStyle>
            <a:lvl1pPr>
              <a:spcBef>
                <a:spcPts val="400"/>
              </a:spcBef>
              <a:defRPr sz="800"/>
            </a:lvl1pPr>
            <a:lvl2pPr>
              <a:defRPr sz="800"/>
            </a:lvl2pPr>
            <a:lvl3pPr>
              <a:defRPr sz="800"/>
            </a:lvl3pPr>
            <a:lvl4pPr>
              <a:defRPr sz="800"/>
            </a:lvl4pPr>
            <a:lvl5pPr>
              <a:defRPr sz="800"/>
            </a:lvl5pPr>
          </a:lstStyle>
          <a:p>
            <a:pPr lvl="0"/>
            <a:r>
              <a:rPr lang="en-US"/>
              <a:t>Click to edit Master text styles</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197666566"/>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userDrawn="1">
  <p:cSld name="4_ibm sign-off">
    <p:bg>
      <p:bgPr>
        <a:solidFill>
          <a:schemeClr val="tx1"/>
        </a:solidFill>
        <a:effectLst/>
      </p:bgPr>
    </p:bg>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bg1"/>
                </a:solidFill>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pic>
        <p:nvPicPr>
          <p:cNvPr id="6" name="Picture 5">
            <a:extLst>
              <a:ext uri="{FF2B5EF4-FFF2-40B4-BE49-F238E27FC236}">
                <a16:creationId xmlns:a16="http://schemas.microsoft.com/office/drawing/2014/main" id="{E9F9B627-0F89-514D-85B9-78E485ABC781}"/>
              </a:ext>
            </a:extLst>
          </p:cNvPr>
          <p:cNvPicPr>
            <a:picLocks noChangeAspect="1"/>
          </p:cNvPicPr>
          <p:nvPr userDrawn="1"/>
        </p:nvPicPr>
        <p:blipFill>
          <a:blip r:embed="rId2"/>
          <a:stretch>
            <a:fillRect/>
          </a:stretch>
        </p:blipFill>
        <p:spPr>
          <a:xfrm>
            <a:off x="5232737" y="3074991"/>
            <a:ext cx="1714163" cy="712380"/>
          </a:xfrm>
          <a:prstGeom prst="rect">
            <a:avLst/>
          </a:prstGeom>
        </p:spPr>
      </p:pic>
    </p:spTree>
    <p:extLst>
      <p:ext uri="{BB962C8B-B14F-4D97-AF65-F5344CB8AC3E}">
        <p14:creationId xmlns:p14="http://schemas.microsoft.com/office/powerpoint/2010/main" val="3815268172"/>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bg1"/>
                </a:solidFill>
              </a:defRPr>
            </a:lvl1pPr>
          </a:lstStyle>
          <a:p>
            <a:r>
              <a:rPr lang="en-US"/>
              <a:t>Click to edit Master title style</a:t>
            </a:r>
          </a:p>
        </p:txBody>
      </p:sp>
      <p:pic>
        <p:nvPicPr>
          <p:cNvPr id="7" name="Picture" descr="IBM 8-bar logo"/>
          <p:cNvPicPr>
            <a:picLocks noChangeAspect="1"/>
          </p:cNvPicPr>
          <p:nvPr userDrawn="1"/>
        </p:nvPicPr>
        <p:blipFill>
          <a:blip r:embed="rId2"/>
          <a:stretch>
            <a:fillRect/>
          </a:stretch>
        </p:blipFill>
        <p:spPr>
          <a:xfrm>
            <a:off x="11191751" y="6257440"/>
            <a:ext cx="695452" cy="275721"/>
          </a:xfrm>
          <a:prstGeom prst="rect">
            <a:avLst/>
          </a:prstGeom>
        </p:spPr>
      </p:pic>
      <p:pic>
        <p:nvPicPr>
          <p:cNvPr id="5" name="Picture 4" descr="A close up of a sign&#10;&#10;Description automatically generated">
            <a:extLst>
              <a:ext uri="{FF2B5EF4-FFF2-40B4-BE49-F238E27FC236}">
                <a16:creationId xmlns:a16="http://schemas.microsoft.com/office/drawing/2014/main" id="{1FE40CCE-4D26-C04C-BE6A-001FD7138703}"/>
              </a:ext>
            </a:extLst>
          </p:cNvPr>
          <p:cNvPicPr>
            <a:picLocks noChangeAspect="1"/>
          </p:cNvPicPr>
          <p:nvPr userDrawn="1"/>
        </p:nvPicPr>
        <p:blipFill>
          <a:blip r:embed="rId3"/>
          <a:stretch>
            <a:fillRect/>
          </a:stretch>
        </p:blipFill>
        <p:spPr>
          <a:xfrm>
            <a:off x="280417" y="6113587"/>
            <a:ext cx="493803" cy="461244"/>
          </a:xfrm>
          <a:prstGeom prst="rect">
            <a:avLst/>
          </a:prstGeom>
        </p:spPr>
      </p:pic>
    </p:spTree>
    <p:extLst>
      <p:ext uri="{BB962C8B-B14F-4D97-AF65-F5344CB8AC3E}">
        <p14:creationId xmlns:p14="http://schemas.microsoft.com/office/powerpoint/2010/main" val="1002790937"/>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8C0265CA-2B6C-9B44-BAF5-9809F2643602}"/>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03330611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4273C849-25B9-BD49-A83F-6A07B7367060}"/>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335362226"/>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B1FD8C44-24CC-F846-B4A0-1EAACE946728}"/>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459558678"/>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7" name="Picture Placeholder">
            <a:extLst>
              <a:ext uri="{C183D7F6-B498-43B3-948B-1728B52AA6E4}">
                <adec:decorative xmlns:adec="http://schemas.microsoft.com/office/drawing/2017/decorative" val="1"/>
              </a:ext>
            </a:extLst>
          </p:cNvPr>
          <p:cNvSpPr>
            <a:spLocks noGrp="1"/>
          </p:cNvSpPr>
          <p:nvPr>
            <p:ph type="pic" sz="quarter" idx="13"/>
          </p:nvPr>
        </p:nvSpPr>
        <p:spPr>
          <a:xfrm>
            <a:off x="6096000" y="0"/>
            <a:ext cx="6096000" cy="6858000"/>
          </a:xfrm>
        </p:spPr>
        <p:txBody>
          <a:bodyPr lIns="91440" tIns="91440" rIns="91440" bIns="91440"/>
          <a:lstStyle>
            <a:lvl1pPr>
              <a:defRPr baseline="0"/>
            </a:lvl1pPr>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832520BA-42D0-C846-A6C8-3124B140A34E}"/>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459101117"/>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4" y="121920"/>
            <a:ext cx="11704229" cy="5872480"/>
          </a:xfrm>
        </p:spPr>
        <p:txBody>
          <a:bodyPr/>
          <a:lstStyle>
            <a:lvl1pPr>
              <a:defRPr sz="12800" b="1" i="0">
                <a:latin typeface="IBM Plex Sans" panose="020B0503050203000203" pitchFamily="34" charset="0"/>
              </a:defRPr>
            </a:lvl1pPr>
          </a:lstStyle>
          <a:p>
            <a:r>
              <a:rPr lang="en-US"/>
              <a:t>Click to edit Master title style</a:t>
            </a:r>
          </a:p>
        </p:txBody>
      </p:sp>
      <p:sp>
        <p:nvSpPr>
          <p:cNvPr id="4" name="Slide Number Placeholder"/>
          <p:cNvSpPr>
            <a:spLocks noGrp="1"/>
          </p:cNvSpPr>
          <p:nvPr>
            <p:ph type="sldNum" sz="quarter" idx="11"/>
          </p:nvPr>
        </p:nvSpPr>
        <p:spPr/>
        <p:txBody>
          <a:bodyPr/>
          <a:lstStyle>
            <a:lvl1pPr>
              <a:defRPr>
                <a:latin typeface="IBM Plex Sans" panose="020B0503050203000203" pitchFamily="34" charset="0"/>
              </a:defRPr>
            </a:lvl1p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311D9468-6AC3-854F-8C23-C4892D430F88}"/>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50333726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21" y="268224"/>
            <a:ext cx="7416713" cy="572617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50148EF9-D101-3F48-BFF4-AACFDC6B1219}"/>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065493879"/>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p:cNvSpPr>
            <a:spLocks noGrp="1"/>
          </p:cNvSpPr>
          <p:nvPr>
            <p:ph type="body" sz="quarter" idx="12"/>
          </p:nvPr>
        </p:nvSpPr>
        <p:spPr>
          <a:xfrm>
            <a:off x="6388608" y="268224"/>
            <a:ext cx="5498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3725FDB8-26B5-5943-AACE-8B4FE95C94B5}"/>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019665132"/>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p:cNvSpPr>
            <a:spLocks noGrp="1"/>
          </p:cNvSpPr>
          <p:nvPr>
            <p:ph type="body" sz="quarter" idx="12"/>
          </p:nvPr>
        </p:nvSpPr>
        <p:spPr>
          <a:xfrm>
            <a:off x="6388612" y="1658112"/>
            <a:ext cx="5498501"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A2C13D29-FCC2-3C4A-9B7D-6180A5FC7883}"/>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450930993"/>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7" name="Content Placeholder"/>
          <p:cNvSpPr>
            <a:spLocks noGrp="1"/>
          </p:cNvSpPr>
          <p:nvPr>
            <p:ph sz="quarter" idx="13"/>
          </p:nvPr>
        </p:nvSpPr>
        <p:spPr>
          <a:xfrm>
            <a:off x="280416" y="1621536"/>
            <a:ext cx="5522976" cy="4372864"/>
          </a:xfrm>
        </p:spPr>
        <p:txBody>
          <a:bodyPr/>
          <a:lstStyle>
            <a:lvl1pPr>
              <a:defRPr sz="3200"/>
            </a:lvl1pPr>
          </a:lstStyle>
          <a:p>
            <a:pPr lvl="0"/>
            <a:r>
              <a:rPr lang="en-US"/>
              <a:t>Click to edit Master text styles</a:t>
            </a:r>
          </a:p>
        </p:txBody>
      </p:sp>
      <p:sp>
        <p:nvSpPr>
          <p:cNvPr id="6" name="Text Placeholder"/>
          <p:cNvSpPr>
            <a:spLocks noGrp="1"/>
          </p:cNvSpPr>
          <p:nvPr>
            <p:ph type="body" sz="quarter" idx="12"/>
          </p:nvPr>
        </p:nvSpPr>
        <p:spPr>
          <a:xfrm>
            <a:off x="6388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F0209EEF-17EF-5141-B2C0-A3A8D1FE08C4}"/>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867278830"/>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88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p:cNvSpPr>
            <a:spLocks noGrp="1"/>
          </p:cNvSpPr>
          <p:nvPr>
            <p:ph type="body" sz="quarter" idx="15"/>
          </p:nvPr>
        </p:nvSpPr>
        <p:spPr>
          <a:xfrm>
            <a:off x="9436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31791BE9-A44B-E840-BC96-E3953F3B31E2}"/>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109709814"/>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B52886E7-EC56-A343-9830-0E3BC6BD9384}"/>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4147642015"/>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1"/>
          <p:cNvSpPr>
            <a:spLocks noGrp="1"/>
          </p:cNvSpPr>
          <p:nvPr>
            <p:ph type="body" sz="quarter" idx="12"/>
          </p:nvPr>
        </p:nvSpPr>
        <p:spPr>
          <a:xfrm>
            <a:off x="6388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3"/>
          </p:nvPr>
        </p:nvSpPr>
        <p:spPr>
          <a:xfrm>
            <a:off x="9436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9F852A5A-9A0C-644C-98B8-0748F7A2A142}"/>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401736490"/>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20" y="268224"/>
            <a:ext cx="5522885" cy="5726176"/>
          </a:xfrm>
        </p:spPr>
        <p:txBody>
          <a:bodyPr/>
          <a:lstStyle>
            <a:lvl1pPr>
              <a:defRPr>
                <a:latin typeface="IBM Plex Sans" panose="020B0503050203000203" pitchFamily="34" charset="0"/>
              </a:defRPr>
            </a:lvl1pPr>
          </a:lstStyle>
          <a:p>
            <a:r>
              <a:rPr lang="en-US"/>
              <a:t>Click to edit Master title style</a:t>
            </a:r>
          </a:p>
        </p:txBody>
      </p:sp>
      <p:sp>
        <p:nvSpPr>
          <p:cNvPr id="7" name="Cool gray 10 rectangle">
            <a:extLst>
              <a:ext uri="{FF2B5EF4-FFF2-40B4-BE49-F238E27FC236}">
                <a16:creationId xmlns:a16="http://schemas.microsoft.com/office/drawing/2014/main" id="{838ABCAC-D266-7244-9068-DAD3FE4E7C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F3F3F3"/>
          </a:solidFill>
        </p:spPr>
        <p:txBody>
          <a:bodyPr wrap="square" lIns="0" tIns="0" rIns="0" bIns="0" rtlCol="0" anchor="ctr">
            <a:noAutofit/>
          </a:bodyPr>
          <a:lstStyle/>
          <a:p>
            <a:pPr algn="ctr"/>
            <a:endParaRPr lang="en-US" sz="1600" b="0" i="0">
              <a:solidFill>
                <a:srgbClr val="FFFFFF"/>
              </a:solidFill>
              <a:latin typeface="IBM Plex Sans" panose="020B0503050203000203" pitchFamily="34" charset="0"/>
              <a:cs typeface="Arial"/>
            </a:endParaRPr>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latin typeface="IBM Plex Sans" panose="020B0503050203000203" pitchFamily="34" charset="0"/>
              </a:defRPr>
            </a:lvl1pPr>
            <a:lvl2pPr>
              <a:buClr>
                <a:schemeClr val="tx1"/>
              </a:buClr>
              <a:defRPr>
                <a:solidFill>
                  <a:schemeClr val="tx1"/>
                </a:solidFill>
                <a:latin typeface="IBM Plex Sans" panose="020B0503050203000203" pitchFamily="34" charset="0"/>
              </a:defRPr>
            </a:lvl2pPr>
            <a:lvl3pPr>
              <a:buClr>
                <a:schemeClr val="tx1"/>
              </a:buClr>
              <a:defRPr>
                <a:solidFill>
                  <a:schemeClr val="tx1"/>
                </a:solidFill>
                <a:latin typeface="IBM Plex Sans" panose="020B0503050203000203" pitchFamily="34" charset="0"/>
              </a:defRPr>
            </a:lvl3pPr>
            <a:lvl4pPr>
              <a:buClr>
                <a:schemeClr val="tx1"/>
              </a:buClr>
              <a:defRPr>
                <a:solidFill>
                  <a:schemeClr val="tx1"/>
                </a:solidFill>
                <a:latin typeface="IBM Plex Sans" panose="020B0503050203000203" pitchFamily="34" charset="0"/>
              </a:defRPr>
            </a:lvl4pPr>
            <a:lvl5pPr>
              <a:buClr>
                <a:schemeClr val="tx1"/>
              </a:buClr>
              <a:defRPr>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lvl1pPr>
              <a:defRPr>
                <a:solidFill>
                  <a:schemeClr val="tx1"/>
                </a:solidFill>
                <a:latin typeface="IBM Plex Sans" panose="020B0503050203000203" pitchFamily="34" charset="0"/>
              </a:defRPr>
            </a:lvl1p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591FFBDB-B767-844A-9567-47D732E1FB9C}"/>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544609197"/>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6" name="Footer Placeholder">
            <a:extLst>
              <a:ext uri="{FF2B5EF4-FFF2-40B4-BE49-F238E27FC236}">
                <a16:creationId xmlns:a16="http://schemas.microsoft.com/office/drawing/2014/main" id="{C63F0017-7F4F-FB42-9B95-2145C877CFB0}"/>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10893399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41C63CF7-9571-734F-87DE-FAD372B0F7F5}"/>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687863528"/>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D7F431D1-F7F7-5E42-B7A6-2A9A60EA4C9D}"/>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265361747"/>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2" name="Content Placeholder 3"/>
          <p:cNvSpPr>
            <a:spLocks noGrp="1"/>
          </p:cNvSpPr>
          <p:nvPr>
            <p:ph sz="quarter" idx="19"/>
          </p:nvPr>
        </p:nvSpPr>
        <p:spPr>
          <a:xfrm>
            <a:off x="6096000" y="3426887"/>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
        <p:nvSpPr>
          <p:cNvPr id="11" name="Footer Placeholder">
            <a:extLst>
              <a:ext uri="{FF2B5EF4-FFF2-40B4-BE49-F238E27FC236}">
                <a16:creationId xmlns:a16="http://schemas.microsoft.com/office/drawing/2014/main" id="{99DFB483-DC7E-0448-A33F-F662205EA440}"/>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524236347"/>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solidFill>
            <a:srgbClr val="0530AD"/>
          </a:solidFill>
        </p:spPr>
        <p:txBody>
          <a:bodyPr lIns="210312" tIns="201168" rIns="228600" bIns="228600"/>
          <a:lstStyle>
            <a:lvl1pPr>
              <a:defRPr>
                <a:solidFill>
                  <a:schemeClr val="bg1"/>
                </a:solidFill>
              </a:defRPr>
            </a:lvl1pPr>
          </a:lstStyle>
          <a:p>
            <a:r>
              <a:rPr lang="en-US"/>
              <a:t>Click to edit Master title style</a:t>
            </a:r>
          </a:p>
        </p:txBody>
      </p:sp>
      <p:sp>
        <p:nvSpPr>
          <p:cNvPr id="6"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7" name="Content Placeholder 3"/>
          <p:cNvSpPr>
            <a:spLocks noGrp="1"/>
          </p:cNvSpPr>
          <p:nvPr>
            <p:ph sz="quarter" idx="20"/>
          </p:nvPr>
        </p:nvSpPr>
        <p:spPr>
          <a:xfrm>
            <a:off x="0" y="3426887"/>
            <a:ext cx="6096000" cy="3431116"/>
          </a:xfrm>
          <a:solidFill>
            <a:schemeClr val="tx1"/>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7"/>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9E405C96-E41A-8C48-ABA7-8C4A89140EA4}"/>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780665304"/>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2"/>
            <a:ext cx="12192000" cy="3425951"/>
          </a:xfrm>
          <a:noFill/>
        </p:spPr>
        <p:txBody>
          <a:bodyPr lIns="182880" tIns="164592" rIns="228600" bIns="228600"/>
          <a:lstStyle>
            <a:lvl1pPr>
              <a:defRPr sz="6400"/>
            </a:lvl1pPr>
          </a:lstStyle>
          <a:p>
            <a:r>
              <a:rPr lang="en-US"/>
              <a:t>Click to edit Master title style</a:t>
            </a:r>
          </a:p>
        </p:txBody>
      </p:sp>
      <p:sp>
        <p:nvSpPr>
          <p:cNvPr id="7" name="Content Placeholder 1"/>
          <p:cNvSpPr>
            <a:spLocks noGrp="1"/>
          </p:cNvSpPr>
          <p:nvPr>
            <p:ph sz="quarter" idx="20"/>
          </p:nvPr>
        </p:nvSpPr>
        <p:spPr>
          <a:xfrm>
            <a:off x="0" y="3426887"/>
            <a:ext cx="3048000" cy="3431116"/>
          </a:xfrm>
          <a:solidFill>
            <a:srgbClr val="061F80"/>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2"/>
          <p:cNvSpPr>
            <a:spLocks noGrp="1"/>
          </p:cNvSpPr>
          <p:nvPr>
            <p:ph sz="quarter" idx="19"/>
          </p:nvPr>
        </p:nvSpPr>
        <p:spPr>
          <a:xfrm>
            <a:off x="3048001" y="3426887"/>
            <a:ext cx="3048000" cy="3431116"/>
          </a:xfrm>
          <a:solidFill>
            <a:srgbClr val="054ADA"/>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6" name="Content Placeholder 3"/>
          <p:cNvSpPr>
            <a:spLocks noGrp="1"/>
          </p:cNvSpPr>
          <p:nvPr>
            <p:ph sz="quarter" idx="17"/>
          </p:nvPr>
        </p:nvSpPr>
        <p:spPr>
          <a:xfrm>
            <a:off x="6096000" y="3426883"/>
            <a:ext cx="3048000" cy="3431117"/>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4"/>
          <p:cNvSpPr>
            <a:spLocks noGrp="1"/>
          </p:cNvSpPr>
          <p:nvPr>
            <p:ph sz="quarter" idx="18"/>
          </p:nvPr>
        </p:nvSpPr>
        <p:spPr>
          <a:xfrm>
            <a:off x="9144000" y="3426883"/>
            <a:ext cx="3048000" cy="3431117"/>
          </a:xfrm>
          <a:solidFill>
            <a:srgbClr val="6EA6FF"/>
          </a:solid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731DA5C1-55BD-574D-A4EC-03BD16373FEC}"/>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913835405"/>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black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1"/>
          </a:solidFill>
        </p:spPr>
        <p:txBody>
          <a:bodyPr lIns="210312" tIns="201168" rIns="228600" bIns="228600"/>
          <a:lstStyle>
            <a:lvl1pPr>
              <a:defRPr>
                <a:solidFill>
                  <a:schemeClr val="bg1"/>
                </a:solidFill>
              </a:defRPr>
            </a:lvl1pPr>
          </a:lstStyle>
          <a:p>
            <a:r>
              <a:rPr lang="en-US"/>
              <a:t>Click to edit Master title style</a:t>
            </a:r>
          </a:p>
        </p:txBody>
      </p:sp>
      <p:sp>
        <p:nvSpPr>
          <p:cNvPr id="6" name="Picture Placeholder"/>
          <p:cNvSpPr>
            <a:spLocks noGrp="1"/>
          </p:cNvSpPr>
          <p:nvPr>
            <p:ph type="pic" sz="quarter" idx="12"/>
          </p:nvPr>
        </p:nvSpPr>
        <p:spPr>
          <a:xfrm>
            <a:off x="0" y="1701800"/>
            <a:ext cx="12192000" cy="51562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B46E79E8-87D3-3D44-AC8F-D56622581ED5}"/>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146225543"/>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ext (black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p>
            <a:r>
              <a:rPr lang="en-US"/>
              <a:t>Click icon to add picture</a:t>
            </a:r>
          </a:p>
        </p:txBody>
      </p:sp>
      <p:sp>
        <p:nvSpPr>
          <p:cNvPr id="6" name="Text Placeholder"/>
          <p:cNvSpPr>
            <a:spLocks noGrp="1"/>
          </p:cNvSpPr>
          <p:nvPr>
            <p:ph type="body" sz="quarter" idx="12"/>
          </p:nvPr>
        </p:nvSpPr>
        <p:spPr>
          <a:xfrm>
            <a:off x="-2" y="3429000"/>
            <a:ext cx="3048004" cy="3429000"/>
          </a:xfrm>
          <a:solidFill>
            <a:schemeClr val="tx1"/>
          </a:solidFill>
        </p:spPr>
        <p:txBody>
          <a:bodyPr lIns="219456" tIns="201168" rIns="228600" bIns="228600"/>
          <a:lstStyle>
            <a:lvl1pPr>
              <a:buClr>
                <a:schemeClr val="bg1"/>
              </a:buClr>
              <a:defRPr>
                <a:solidFill>
                  <a:schemeClr val="bg1"/>
                </a:solidFill>
              </a:defRPr>
            </a:lvl1pPr>
            <a:lvl2pPr>
              <a:buClr>
                <a:schemeClr val="bg1"/>
              </a:buClr>
              <a:defRPr sz="1333">
                <a:solidFill>
                  <a:schemeClr val="bg1"/>
                </a:solidFill>
              </a:defRPr>
            </a:lvl2pPr>
            <a:lvl3pPr>
              <a:buClr>
                <a:schemeClr val="bg1"/>
              </a:buClr>
              <a:defRPr sz="1333">
                <a:solidFill>
                  <a:schemeClr val="bg1"/>
                </a:solidFill>
              </a:defRPr>
            </a:lvl3pPr>
            <a:lvl4pPr>
              <a:buClr>
                <a:schemeClr val="bg1"/>
              </a:buClr>
              <a:defRPr sz="1333">
                <a:solidFill>
                  <a:schemeClr val="bg1"/>
                </a:solidFill>
              </a:defRPr>
            </a:lvl4pPr>
            <a:lvl5pPr>
              <a:buClr>
                <a:schemeClr val="bg1"/>
              </a:buClr>
              <a:defRPr sz="133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Title" hidden="1">
            <a:extLst>
              <a:ext uri="{FF2B5EF4-FFF2-40B4-BE49-F238E27FC236}">
                <a16:creationId xmlns:a16="http://schemas.microsoft.com/office/drawing/2014/main" id="{0C4F1C52-4E00-9B42-8B21-690C46B2CCFA}"/>
              </a:ext>
            </a:extLst>
          </p:cNvPr>
          <p:cNvSpPr>
            <a:spLocks noGrp="1"/>
          </p:cNvSpPr>
          <p:nvPr>
            <p:ph type="title" idx="4294967295"/>
          </p:nvPr>
        </p:nvSpPr>
        <p:spPr>
          <a:xfrm>
            <a:off x="304891" y="268821"/>
            <a:ext cx="5524500" cy="5725583"/>
          </a:xfrm>
        </p:spPr>
        <p:txBody>
          <a:bodyPr/>
          <a:lstStyle/>
          <a:p>
            <a:r>
              <a:rPr lang="en-US"/>
              <a:t>Click to edit Master title style</a:t>
            </a:r>
          </a:p>
        </p:txBody>
      </p:sp>
      <p:sp>
        <p:nvSpPr>
          <p:cNvPr id="8" name="Footer Placeholder">
            <a:extLst>
              <a:ext uri="{FF2B5EF4-FFF2-40B4-BE49-F238E27FC236}">
                <a16:creationId xmlns:a16="http://schemas.microsoft.com/office/drawing/2014/main" id="{C36BF158-5723-B444-9B56-3AC98DC1BCF1}"/>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953786"/>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solidFill>
            <a:srgbClr val="061F80"/>
          </a:solidFill>
        </p:spPr>
        <p:txBody>
          <a:bodyPr lIns="219456" tIns="201168" rIns="228600" bIns="2286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sz="quarter" idx="13"/>
          </p:nvPr>
        </p:nvSpPr>
        <p:spPr>
          <a:xfrm>
            <a:off x="3048000" y="0"/>
            <a:ext cx="3048000" cy="6864096"/>
          </a:xfrm>
          <a:solidFill>
            <a:srgbClr val="054ADA"/>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14"/>
          </p:nvPr>
        </p:nvSpPr>
        <p:spPr>
          <a:xfrm>
            <a:off x="6096000" y="0"/>
            <a:ext cx="3048000" cy="6864096"/>
          </a:xfrm>
          <a:solidFill>
            <a:schemeClr val="accent2"/>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p:cNvSpPr>
            <a:spLocks noGrp="1"/>
          </p:cNvSpPr>
          <p:nvPr>
            <p:ph sz="quarter" idx="15"/>
          </p:nvPr>
        </p:nvSpPr>
        <p:spPr>
          <a:xfrm>
            <a:off x="9144000" y="0"/>
            <a:ext cx="3048000" cy="6864096"/>
          </a:xfrm>
          <a:solidFill>
            <a:srgbClr val="6EA6FF"/>
          </a:solidFill>
        </p:spPr>
        <p:txBody>
          <a:bodyPr lIns="219456" tIns="201168" rIns="228600" bIns="228600"/>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D87C0403-9D8E-5449-8031-F2D2DAE06DE4}"/>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637722779"/>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p:cNvSpPr>
            <a:spLocks noGrp="1"/>
          </p:cNvSpPr>
          <p:nvPr>
            <p:ph sz="quarter" idx="13"/>
          </p:nvPr>
        </p:nvSpPr>
        <p:spPr>
          <a:xfrm>
            <a:off x="3352800" y="1658112"/>
            <a:ext cx="8534400"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E0885F70-D20D-EE47-BE19-D978270E5CBB}"/>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70720633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15B4DB0A-5BB5-C944-8BAB-84EE26EACD67}"/>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739047029"/>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5"/>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6D668D97-76E9-524A-A1F7-6F89294AF9A2}"/>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487999222"/>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64224" y="1621536"/>
            <a:ext cx="5522976" cy="4372864"/>
          </a:xfrm>
        </p:spPr>
        <p:txBody>
          <a:bodyPr/>
          <a:lstStyle>
            <a:lvl1pPr>
              <a:defRPr sz="3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9" name="Footer Placeholder">
            <a:extLst>
              <a:ext uri="{FF2B5EF4-FFF2-40B4-BE49-F238E27FC236}">
                <a16:creationId xmlns:a16="http://schemas.microsoft.com/office/drawing/2014/main" id="{029B3C5C-8365-7243-A810-376A30D47E0A}"/>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733681705"/>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ble Placeholder"/>
          <p:cNvSpPr>
            <a:spLocks noGrp="1"/>
          </p:cNvSpPr>
          <p:nvPr>
            <p:ph type="tbl" sz="quarter" idx="13"/>
          </p:nvPr>
        </p:nvSpPr>
        <p:spPr>
          <a:xfrm>
            <a:off x="3340609" y="268224"/>
            <a:ext cx="8546501" cy="5726176"/>
          </a:xfrm>
        </p:spPr>
        <p:txBody>
          <a:bodyPr lIns="0" tIns="0" rIns="91440" bIns="91440"/>
          <a:lstStyle/>
          <a:p>
            <a:r>
              <a:rPr lang="en-US"/>
              <a:t>Click icon to add table</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C76CC3A6-F9AC-994B-86AA-FEF628C0B734}"/>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669547957"/>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5" name="Footer Placeholder">
            <a:extLst>
              <a:ext uri="{FF2B5EF4-FFF2-40B4-BE49-F238E27FC236}">
                <a16:creationId xmlns:a16="http://schemas.microsoft.com/office/drawing/2014/main" id="{67A4DA9C-8513-8A43-8407-228130D6B865}"/>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289856182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08620094"/>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10784"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82501"/>
            <a:ext cx="5498592" cy="1746503"/>
          </a:xfrm>
        </p:spPr>
        <p:txBody>
          <a:bodyPr/>
          <a:lstStyle>
            <a:lvl1pPr>
              <a:spcBef>
                <a:spcPts val="0"/>
              </a:spcBef>
              <a:defRPr sz="1333"/>
            </a:lvl1pPr>
            <a:lvl2pPr marL="0" indent="0">
              <a:spcBef>
                <a:spcPts val="0"/>
              </a:spcBef>
              <a:buNone/>
              <a:defRPr/>
            </a:lvl2pPr>
            <a:lvl3pPr marL="268800" indent="0">
              <a:buNone/>
              <a:defRPr/>
            </a:lvl3pPr>
            <a:lvl4pPr marL="579932" indent="0">
              <a:buNone/>
              <a:defRPr/>
            </a:lvl4pPr>
            <a:lvl5pPr marL="842382"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B66D531-042B-494C-8702-5C43B76E6584}"/>
              </a:ext>
            </a:extLst>
          </p:cNvPr>
          <p:cNvSpPr>
            <a:spLocks noGrp="1"/>
          </p:cNvSpPr>
          <p:nvPr>
            <p:ph type="body" sz="quarter" idx="14"/>
          </p:nvPr>
        </p:nvSpPr>
        <p:spPr>
          <a:xfrm>
            <a:off x="298214" y="4274264"/>
            <a:ext cx="8540991" cy="1746501"/>
          </a:xfrm>
        </p:spPr>
        <p:txBody>
          <a:bodyPr anchor="b"/>
          <a:lstStyle>
            <a:lvl1pPr>
              <a:spcBef>
                <a:spcPts val="400"/>
              </a:spcBef>
              <a:defRPr sz="800"/>
            </a:lvl1pPr>
            <a:lvl2pPr>
              <a:defRPr sz="800"/>
            </a:lvl2pPr>
            <a:lvl3pPr>
              <a:defRPr sz="800"/>
            </a:lvl3pPr>
            <a:lvl4pPr>
              <a:defRPr sz="800"/>
            </a:lvl4pPr>
            <a:lvl5pPr>
              <a:defRPr sz="800"/>
            </a:lvl5pPr>
          </a:lstStyle>
          <a:p>
            <a:pPr lvl="0"/>
            <a:r>
              <a:rPr lang="en-US"/>
              <a:t>Click to edit Master text styles</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Footer Placeholder">
            <a:extLst>
              <a:ext uri="{FF2B5EF4-FFF2-40B4-BE49-F238E27FC236}">
                <a16:creationId xmlns:a16="http://schemas.microsoft.com/office/drawing/2014/main" id="{0066ADB4-F03B-8041-8DF9-C3EB6D15C699}"/>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921960992"/>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userDrawn="1">
  <p:cSld name="4_ibm sign-off">
    <p:bg>
      <p:bgPr>
        <a:solidFill>
          <a:schemeClr val="tx1"/>
        </a:solidFill>
        <a:effectLst/>
      </p:bgPr>
    </p:bg>
    <p:spTree>
      <p:nvGrpSpPr>
        <p:cNvPr id="1" name=""/>
        <p:cNvGrpSpPr/>
        <p:nvPr/>
      </p:nvGrpSpPr>
      <p:grpSpPr>
        <a:xfrm>
          <a:off x="0" y="0"/>
          <a:ext cx="0" cy="0"/>
          <a:chOff x="0" y="0"/>
          <a:chExt cx="0" cy="0"/>
        </a:xfrm>
      </p:grpSpPr>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pic>
        <p:nvPicPr>
          <p:cNvPr id="6" name="Picture 5">
            <a:extLst>
              <a:ext uri="{FF2B5EF4-FFF2-40B4-BE49-F238E27FC236}">
                <a16:creationId xmlns:a16="http://schemas.microsoft.com/office/drawing/2014/main" id="{E9F9B627-0F89-514D-85B9-78E485ABC781}"/>
              </a:ext>
            </a:extLst>
          </p:cNvPr>
          <p:cNvPicPr>
            <a:picLocks noChangeAspect="1"/>
          </p:cNvPicPr>
          <p:nvPr userDrawn="1"/>
        </p:nvPicPr>
        <p:blipFill>
          <a:blip r:embed="rId2"/>
          <a:stretch>
            <a:fillRect/>
          </a:stretch>
        </p:blipFill>
        <p:spPr>
          <a:xfrm>
            <a:off x="5232737" y="3074991"/>
            <a:ext cx="1714163" cy="712380"/>
          </a:xfrm>
          <a:prstGeom prst="rect">
            <a:avLst/>
          </a:prstGeom>
        </p:spPr>
      </p:pic>
      <p:sp>
        <p:nvSpPr>
          <p:cNvPr id="5" name="Footer Placeholder">
            <a:extLst>
              <a:ext uri="{FF2B5EF4-FFF2-40B4-BE49-F238E27FC236}">
                <a16:creationId xmlns:a16="http://schemas.microsoft.com/office/drawing/2014/main" id="{104A8DD9-5ECA-3147-A05B-0AFB2A1864D3}"/>
              </a:ext>
            </a:extLst>
          </p:cNvPr>
          <p:cNvSpPr>
            <a:spLocks noGrp="1"/>
          </p:cNvSpPr>
          <p:nvPr>
            <p:ph type="ftr" sz="quarter" idx="10"/>
          </p:nvPr>
        </p:nvSpPr>
        <p:spPr>
          <a:xfrm>
            <a:off x="304891" y="6491904"/>
            <a:ext cx="5486313" cy="222249"/>
          </a:xfr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873134769"/>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3144044"/>
          </a:xfrm>
        </p:spPr>
        <p:txBody>
          <a:bodyPr/>
          <a:lstStyle>
            <a:lvl1pPr>
              <a:lnSpc>
                <a:spcPct val="100000"/>
              </a:lnSpc>
              <a:defRPr sz="4299" b="0" i="0">
                <a:solidFill>
                  <a:schemeClr val="tx2"/>
                </a:solidFill>
                <a:latin typeface="IBM Plex Sans Light" panose="020B0403050203000203" pitchFamily="34" charset="0"/>
              </a:defRPr>
            </a:lvl1pPr>
          </a:lstStyle>
          <a:p>
            <a:r>
              <a:rPr lang="en-US"/>
              <a:t>Click to edit Master title style</a:t>
            </a:r>
          </a:p>
        </p:txBody>
      </p:sp>
      <p:sp>
        <p:nvSpPr>
          <p:cNvPr id="3" name="Text Placeholder 6">
            <a:extLst>
              <a:ext uri="{FF2B5EF4-FFF2-40B4-BE49-F238E27FC236}">
                <a16:creationId xmlns:a16="http://schemas.microsoft.com/office/drawing/2014/main" id="{2EC0ABF4-1C51-BF7D-70CF-DD2C38C9DB69}"/>
              </a:ext>
            </a:extLst>
          </p:cNvPr>
          <p:cNvSpPr>
            <a:spLocks noGrp="1"/>
          </p:cNvSpPr>
          <p:nvPr>
            <p:ph type="body" sz="quarter" idx="10"/>
          </p:nvPr>
        </p:nvSpPr>
        <p:spPr>
          <a:xfrm>
            <a:off x="280443" y="6048047"/>
            <a:ext cx="2476178" cy="571500"/>
          </a:xfrm>
          <a:prstGeom prst="rect">
            <a:avLst/>
          </a:prstGeom>
        </p:spPr>
        <p:txBody>
          <a:bodyPr anchor="b"/>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6">
            <a:extLst>
              <a:ext uri="{FF2B5EF4-FFF2-40B4-BE49-F238E27FC236}">
                <a16:creationId xmlns:a16="http://schemas.microsoft.com/office/drawing/2014/main" id="{6069D4BA-0EE4-89E6-7C3A-71F71400A311}"/>
              </a:ext>
            </a:extLst>
          </p:cNvPr>
          <p:cNvSpPr>
            <a:spLocks noGrp="1"/>
          </p:cNvSpPr>
          <p:nvPr>
            <p:ph type="body" sz="quarter" idx="14"/>
          </p:nvPr>
        </p:nvSpPr>
        <p:spPr>
          <a:xfrm>
            <a:off x="3327760" y="6000751"/>
            <a:ext cx="2476178" cy="618796"/>
          </a:xfrm>
          <a:prstGeom prst="rect">
            <a:avLst/>
          </a:prstGeom>
        </p:spPr>
        <p:txBody>
          <a:bodyPr anchor="b"/>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42485796"/>
      </p:ext>
    </p:extLst>
  </p:cSld>
  <p:clrMapOvr>
    <a:masterClrMapping/>
  </p:clrMapOvr>
  <p:transition spd="med"/>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IBM Plex Sans Light" panose="020B0403050203000203" pitchFamily="34" charset="0"/>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b="0" i="0">
                <a:solidFill>
                  <a:schemeClr val="tx2"/>
                </a:solidFill>
                <a:latin typeface="IBM Plex Sans Light" panose="020B0403050203000203" pitchFamily="34" charset="0"/>
              </a:defRPr>
            </a:lvl1pPr>
          </a:lstStyle>
          <a:p>
            <a:r>
              <a:rPr lang="en-US"/>
              <a:t>Click to edit Master title style</a:t>
            </a:r>
          </a:p>
        </p:txBody>
      </p:sp>
      <p:sp>
        <p:nvSpPr>
          <p:cNvPr id="5" name="Text Placeholder 6">
            <a:extLst>
              <a:ext uri="{FF2B5EF4-FFF2-40B4-BE49-F238E27FC236}">
                <a16:creationId xmlns:a16="http://schemas.microsoft.com/office/drawing/2014/main" id="{5314509F-3705-A705-C5B3-FA435C246A22}"/>
              </a:ext>
            </a:extLst>
          </p:cNvPr>
          <p:cNvSpPr>
            <a:spLocks noGrp="1"/>
          </p:cNvSpPr>
          <p:nvPr>
            <p:ph type="body" sz="quarter" idx="10"/>
          </p:nvPr>
        </p:nvSpPr>
        <p:spPr>
          <a:xfrm>
            <a:off x="280443" y="6048047"/>
            <a:ext cx="2476178" cy="571500"/>
          </a:xfrm>
          <a:prstGeom prst="rect">
            <a:avLst/>
          </a:prstGeom>
        </p:spPr>
        <p:txBody>
          <a:bodyPr anchor="b"/>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6">
            <a:extLst>
              <a:ext uri="{FF2B5EF4-FFF2-40B4-BE49-F238E27FC236}">
                <a16:creationId xmlns:a16="http://schemas.microsoft.com/office/drawing/2014/main" id="{3F264794-39E6-B78D-2E92-D8D02F9188BC}"/>
              </a:ext>
            </a:extLst>
          </p:cNvPr>
          <p:cNvSpPr>
            <a:spLocks noGrp="1"/>
          </p:cNvSpPr>
          <p:nvPr>
            <p:ph type="body" sz="quarter" idx="14"/>
          </p:nvPr>
        </p:nvSpPr>
        <p:spPr>
          <a:xfrm>
            <a:off x="3327760" y="6000751"/>
            <a:ext cx="2476178" cy="618796"/>
          </a:xfrm>
          <a:prstGeom prst="rect">
            <a:avLst/>
          </a:prstGeom>
        </p:spPr>
        <p:txBody>
          <a:bodyPr anchor="b"/>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7626257"/>
      </p:ext>
    </p:extLst>
  </p:cSld>
  <p:clrMapOvr>
    <a:masterClrMapping/>
  </p:clrMapOvr>
  <p:transition spd="med"/>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Cover,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9" b="0" i="0">
                <a:latin typeface="IBM Plex Sans Light" panose="020B0403050203000203" pitchFamily="34" charset="0"/>
              </a:defRPr>
            </a:lvl1pPr>
          </a:lstStyle>
          <a:p>
            <a:r>
              <a:rPr lang="en-US"/>
              <a:t>Click to edit Master title style</a:t>
            </a:r>
          </a:p>
        </p:txBody>
      </p:sp>
    </p:spTree>
    <p:extLst>
      <p:ext uri="{BB962C8B-B14F-4D97-AF65-F5344CB8AC3E}">
        <p14:creationId xmlns:p14="http://schemas.microsoft.com/office/powerpoint/2010/main" val="2367266955"/>
      </p:ext>
    </p:extLst>
  </p:cSld>
  <p:clrMapOvr>
    <a:masterClrMapping/>
  </p:clrMapOvr>
  <p:transition spd="med"/>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Cover, plain, business un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2286794"/>
          </a:xfrm>
        </p:spPr>
        <p:txBody>
          <a:bodyPr/>
          <a:lstStyle>
            <a:lvl1pPr>
              <a:lnSpc>
                <a:spcPct val="100000"/>
              </a:lnSpc>
              <a:defRPr sz="4299" b="0" i="0">
                <a:solidFill>
                  <a:schemeClr val="tx2"/>
                </a:solidFill>
                <a:latin typeface="IBM Plex Sans Light" panose="020B040305020300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8" y="6231636"/>
            <a:ext cx="5524575" cy="381000"/>
          </a:xfrm>
          <a:prstGeom prst="rect">
            <a:avLst/>
          </a:prstGeom>
        </p:spPr>
        <p:txBody>
          <a:bodyPr anchor="b"/>
          <a:lstStyle>
            <a:lvl1pPr>
              <a:lnSpc>
                <a:spcPct val="100000"/>
              </a:lnSpc>
              <a:spcBef>
                <a:spcPts val="0"/>
              </a:spcBef>
              <a:defRPr sz="1800" b="0" i="0">
                <a:solidFill>
                  <a:schemeClr val="tx1"/>
                </a:solidFill>
                <a:latin typeface="IBM Plex Sans Light" panose="020B0403050203000203" pitchFamily="34" charset="0"/>
              </a:defRPr>
            </a:lvl1pPr>
          </a:lstStyle>
          <a:p>
            <a:pPr lvl="0"/>
            <a:r>
              <a:rPr lang="en-US"/>
              <a:t>Click to edit Master text styles</a:t>
            </a:r>
          </a:p>
        </p:txBody>
      </p:sp>
    </p:spTree>
    <p:extLst>
      <p:ext uri="{BB962C8B-B14F-4D97-AF65-F5344CB8AC3E}">
        <p14:creationId xmlns:p14="http://schemas.microsoft.com/office/powerpoint/2010/main" val="752456611"/>
      </p:ext>
    </p:extLst>
  </p:cSld>
  <p:clrMapOvr>
    <a:masterClrMapping/>
  </p:clrMapOvr>
  <p:transition spd="med"/>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Cover, imagery, half ">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9" b="0" i="0">
                <a:solidFill>
                  <a:schemeClr val="tx2"/>
                </a:solidFill>
                <a:latin typeface="IBM Plex Sans Light" panose="020B0403050203000203" pitchFamily="34" charset="0"/>
              </a:defRPr>
            </a:lvl1pPr>
          </a:lstStyle>
          <a:p>
            <a:r>
              <a:rPr lang="en-US"/>
              <a:t>Click to edit Master title style</a:t>
            </a:r>
          </a:p>
        </p:txBody>
      </p:sp>
    </p:spTree>
    <p:extLst>
      <p:ext uri="{BB962C8B-B14F-4D97-AF65-F5344CB8AC3E}">
        <p14:creationId xmlns:p14="http://schemas.microsoft.com/office/powerpoint/2010/main" val="3698655909"/>
      </p:ext>
    </p:extLst>
  </p:cSld>
  <p:clrMapOvr>
    <a:masterClrMapping/>
  </p:clrMapOvr>
  <p:transition spd="med"/>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9" b="0" i="0">
                <a:solidFill>
                  <a:schemeClr val="tx2"/>
                </a:solidFill>
                <a:latin typeface="IBM Plex Sans Light" panose="020B040305020300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192600"/>
            <a:ext cx="5049180" cy="285750"/>
          </a:xfrm>
          <a:prstGeom prst="rect">
            <a:avLst/>
          </a:prstGeom>
        </p:spPr>
        <p:txBody>
          <a:bodyPr/>
          <a:lstStyle>
            <a:lvl1pPr>
              <a:lnSpc>
                <a:spcPct val="100000"/>
              </a:lnSpc>
              <a:spcBef>
                <a:spcPts val="0"/>
              </a:spcBef>
              <a:defRPr sz="1800" b="0" i="0">
                <a:solidFill>
                  <a:schemeClr val="tx2"/>
                </a:solidFill>
                <a:latin typeface="IBM Plex Sans Light" panose="020B0403050203000203" pitchFamily="34" charset="0"/>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Tree>
    <p:extLst>
      <p:ext uri="{BB962C8B-B14F-4D97-AF65-F5344CB8AC3E}">
        <p14:creationId xmlns:p14="http://schemas.microsoft.com/office/powerpoint/2010/main" val="3950381958"/>
      </p:ext>
    </p:extLst>
  </p:cSld>
  <p:clrMapOvr>
    <a:masterClrMapping/>
  </p:clrMapOvr>
  <p:transition spd="med"/>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2477765" cy="2286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a:prstGeom prst="rect">
            <a:avLst/>
          </a:prstGeom>
        </p:spPr>
        <p:txBody>
          <a:bodyPr/>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511098"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
        <p:nvSpPr>
          <p:cNvPr id="3" name="Text Placeholder 6">
            <a:extLst>
              <a:ext uri="{FF2B5EF4-FFF2-40B4-BE49-F238E27FC236}">
                <a16:creationId xmlns:a16="http://schemas.microsoft.com/office/drawing/2014/main" id="{3815CA4A-82C6-E038-8C80-CF4A54B1E6C0}"/>
              </a:ext>
            </a:extLst>
          </p:cNvPr>
          <p:cNvSpPr>
            <a:spLocks noGrp="1"/>
          </p:cNvSpPr>
          <p:nvPr>
            <p:ph type="body" sz="quarter" idx="19"/>
          </p:nvPr>
        </p:nvSpPr>
        <p:spPr>
          <a:xfrm>
            <a:off x="9415794" y="284956"/>
            <a:ext cx="2476178" cy="5715794"/>
          </a:xfrm>
          <a:prstGeom prst="rect">
            <a:avLst/>
          </a:prstGeom>
        </p:spPr>
        <p:txBody>
          <a:bodyPr/>
          <a:lstStyle>
            <a:lvl1pPr defTabSz="580528">
              <a:lnSpc>
                <a:spcPct val="100000"/>
              </a:lnSpc>
              <a:spcBef>
                <a:spcPts val="0"/>
              </a:spcBef>
              <a:defRPr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511098" indent="-163767" defTabSz="58052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39244252"/>
      </p:ext>
    </p:extLst>
  </p:cSld>
  <p:clrMapOvr>
    <a:masterClrMapping/>
  </p:clrMapOvr>
  <p:transition spd="med"/>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4299" b="0" i="0">
                <a:solidFill>
                  <a:schemeClr val="tx2"/>
                </a:solidFill>
                <a:latin typeface="IBM Plex Sans Light" panose="020B0403050203000203" pitchFamily="34" charset="0"/>
              </a:defRPr>
            </a:lvl1pPr>
          </a:lstStyle>
          <a:p>
            <a:r>
              <a:rPr lang="en-US"/>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Tree>
    <p:extLst>
      <p:ext uri="{BB962C8B-B14F-4D97-AF65-F5344CB8AC3E}">
        <p14:creationId xmlns:p14="http://schemas.microsoft.com/office/powerpoint/2010/main" val="3819742015"/>
      </p:ext>
    </p:extLst>
  </p:cSld>
  <p:clrMapOvr>
    <a:masterClrMapping/>
  </p:clrMapOvr>
  <p:transition spd="med"/>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0" y="192600"/>
            <a:ext cx="8569797" cy="4095750"/>
          </a:xfrm>
        </p:spPr>
        <p:txBody>
          <a:bodyPr/>
          <a:lstStyle>
            <a:lvl1pPr>
              <a:lnSpc>
                <a:spcPct val="100000"/>
              </a:lnSpc>
              <a:defRPr sz="8598" b="0" i="0">
                <a:solidFill>
                  <a:schemeClr val="tx2"/>
                </a:solidFill>
                <a:latin typeface="IBM Plex Sans Light" panose="020B0403050203000203" pitchFamily="34" charset="0"/>
              </a:defRPr>
            </a:lvl1pPr>
          </a:lstStyle>
          <a:p>
            <a:r>
              <a:rPr lang="en-US"/>
              <a:t>Click to edit Master title style</a:t>
            </a:r>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Tree>
    <p:extLst>
      <p:ext uri="{BB962C8B-B14F-4D97-AF65-F5344CB8AC3E}">
        <p14:creationId xmlns:p14="http://schemas.microsoft.com/office/powerpoint/2010/main" val="2441607451"/>
      </p:ext>
    </p:extLst>
  </p:cSld>
  <p:clrMapOvr>
    <a:masterClrMapping/>
  </p:clrMapOvr>
  <p:transition spd="med"/>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Callout, 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
        <p:nvSpPr>
          <p:cNvPr id="8" name="Text Placeholder 6">
            <a:extLst>
              <a:ext uri="{FF2B5EF4-FFF2-40B4-BE49-F238E27FC236}">
                <a16:creationId xmlns:a16="http://schemas.microsoft.com/office/drawing/2014/main" id="{B9D4AF5E-3E60-06F1-E3E3-F00E3ADA90B1}"/>
              </a:ext>
            </a:extLst>
          </p:cNvPr>
          <p:cNvSpPr>
            <a:spLocks noGrp="1"/>
          </p:cNvSpPr>
          <p:nvPr>
            <p:ph type="body" sz="quarter" idx="10"/>
          </p:nvPr>
        </p:nvSpPr>
        <p:spPr>
          <a:xfrm>
            <a:off x="6367030" y="192024"/>
            <a:ext cx="5536971" cy="4287043"/>
          </a:xfrm>
          <a:prstGeom prst="rect">
            <a:avLst/>
          </a:prstGeom>
        </p:spPr>
        <p:txBody>
          <a:bodyPr/>
          <a:lstStyle>
            <a:lvl1pPr defTabSz="580528">
              <a:lnSpc>
                <a:spcPct val="100000"/>
              </a:lnSpc>
              <a:spcBef>
                <a:spcPts val="0"/>
              </a:spcBef>
              <a:defRPr sz="3199" b="0" i="0">
                <a:solidFill>
                  <a:schemeClr val="tx1"/>
                </a:solidFill>
                <a:latin typeface="IBM Plex Sans Light" panose="020B0403050203000203" pitchFamily="34" charset="0"/>
              </a:defRPr>
            </a:lvl1pPr>
            <a:lvl2pPr defTabSz="580528">
              <a:lnSpc>
                <a:spcPct val="100000"/>
              </a:lnSpc>
              <a:spcBef>
                <a:spcPts val="0"/>
              </a:spcBef>
              <a:defRPr sz="3199" b="0" i="0">
                <a:solidFill>
                  <a:schemeClr val="tx1"/>
                </a:solidFill>
                <a:latin typeface="IBM Plex Sans Light" panose="020B0403050203000203" pitchFamily="34" charset="0"/>
              </a:defRPr>
            </a:lvl2pPr>
            <a:lvl3pPr defTabSz="580528">
              <a:lnSpc>
                <a:spcPct val="100000"/>
              </a:lnSpc>
              <a:spcBef>
                <a:spcPts val="0"/>
              </a:spcBef>
              <a:defRPr sz="3199" b="0" i="0">
                <a:solidFill>
                  <a:schemeClr val="tx1"/>
                </a:solidFill>
                <a:latin typeface="IBM Plex Sans Light" panose="020B0403050203000203" pitchFamily="34" charset="0"/>
              </a:defRPr>
            </a:lvl3pPr>
            <a:lvl4pPr defTabSz="580528">
              <a:lnSpc>
                <a:spcPct val="100000"/>
              </a:lnSpc>
              <a:spcBef>
                <a:spcPts val="0"/>
              </a:spcBef>
              <a:defRPr sz="3199"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96890681"/>
      </p:ext>
    </p:extLst>
  </p:cSld>
  <p:clrMapOvr>
    <a:masterClrMapping/>
  </p:clrMapOvr>
  <p:transition spd="med"/>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Callout, stand-alo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600"/>
            <a:ext cx="7330121" cy="4858544"/>
          </a:xfrm>
        </p:spPr>
        <p:txBody>
          <a:bodyPr/>
          <a:lstStyle>
            <a:lvl1pPr>
              <a:lnSpc>
                <a:spcPct val="100000"/>
              </a:lnSpc>
              <a:defRPr sz="4299" b="0" i="0">
                <a:solidFill>
                  <a:schemeClr val="tx2"/>
                </a:solidFill>
                <a:latin typeface="IBM Plex Sans Light" panose="020B0403050203000203" pitchFamily="34" charset="0"/>
              </a:defRPr>
            </a:lvl1pPr>
          </a:lstStyle>
          <a:p>
            <a:r>
              <a:rPr lang="en-US"/>
              <a:t>Click to edit Master title style</a:t>
            </a:r>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Tree>
    <p:extLst>
      <p:ext uri="{BB962C8B-B14F-4D97-AF65-F5344CB8AC3E}">
        <p14:creationId xmlns:p14="http://schemas.microsoft.com/office/powerpoint/2010/main" val="3337897000"/>
      </p:ext>
    </p:extLst>
  </p:cSld>
  <p:clrMapOvr>
    <a:masterClrMapping/>
  </p:clrMapOvr>
  <p:transition spd="med"/>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Data, 2 callouts, vertical">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648200"/>
            <a:ext cx="5524575" cy="1771650"/>
          </a:xfrm>
          <a:prstGeom prst="rect">
            <a:avLst/>
          </a:prstGeom>
        </p:spPr>
        <p:txBody>
          <a:bodyPr anchor="b"/>
          <a:lstStyle>
            <a:lvl1pPr>
              <a:lnSpc>
                <a:spcPct val="100000"/>
              </a:lnSpc>
              <a:spcBef>
                <a:spcPts val="0"/>
              </a:spcBef>
              <a:defRPr sz="12897" b="0" i="0">
                <a:solidFill>
                  <a:schemeClr val="accent1"/>
                </a:solidFill>
                <a:latin typeface="IBM Plex Sans Light" panose="020B0403050203000203" pitchFamily="34" charset="0"/>
              </a:defRPr>
            </a:lvl1pPr>
          </a:lstStyle>
          <a:p>
            <a:r>
              <a:rPr lang="en-US"/>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79463" y="4648200"/>
            <a:ext cx="5523781" cy="1771650"/>
          </a:xfrm>
          <a:prstGeom prst="rect">
            <a:avLst/>
          </a:prstGeom>
        </p:spPr>
        <p:txBody>
          <a:bodyPr anchor="b"/>
          <a:lstStyle>
            <a:lvl1pPr>
              <a:lnSpc>
                <a:spcPct val="100000"/>
              </a:lnSpc>
              <a:spcBef>
                <a:spcPts val="0"/>
              </a:spcBef>
              <a:defRPr sz="12897" b="0" i="0">
                <a:solidFill>
                  <a:schemeClr val="accent1"/>
                </a:solidFill>
                <a:latin typeface="IBM Plex Sans Light" panose="020B0403050203000203" pitchFamily="34" charset="0"/>
              </a:defRPr>
            </a:lvl1pPr>
          </a:lstStyle>
          <a:p>
            <a:r>
              <a:rPr lang="en-US"/>
              <a:t>+00%</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609600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
        <p:nvSpPr>
          <p:cNvPr id="2" name="Text Placeholder 6">
            <a:extLst>
              <a:ext uri="{FF2B5EF4-FFF2-40B4-BE49-F238E27FC236}">
                <a16:creationId xmlns:a16="http://schemas.microsoft.com/office/drawing/2014/main" id="{001B1D3B-7FD1-5342-AD21-86B27FCC1276}"/>
              </a:ext>
            </a:extLst>
          </p:cNvPr>
          <p:cNvSpPr>
            <a:spLocks noGrp="1"/>
          </p:cNvSpPr>
          <p:nvPr>
            <p:ph type="body" sz="quarter" idx="10"/>
          </p:nvPr>
        </p:nvSpPr>
        <p:spPr>
          <a:xfrm>
            <a:off x="287300" y="192600"/>
            <a:ext cx="3815591" cy="3144044"/>
          </a:xfrm>
          <a:prstGeom prst="rect">
            <a:avLst/>
          </a:prstGeom>
        </p:spPr>
        <p:txBody>
          <a:bodyPr/>
          <a:lstStyle>
            <a:lvl1pPr defTabSz="580528">
              <a:lnSpc>
                <a:spcPct val="100000"/>
              </a:lnSpc>
              <a:spcBef>
                <a:spcPts val="0"/>
              </a:spcBef>
              <a:defRPr sz="3199" b="0" i="0">
                <a:solidFill>
                  <a:schemeClr val="tx1"/>
                </a:solidFill>
                <a:latin typeface="IBM Plex Sans Light" panose="020B0403050203000203" pitchFamily="34" charset="0"/>
              </a:defRPr>
            </a:lvl1pPr>
            <a:lvl2pPr defTabSz="580528">
              <a:lnSpc>
                <a:spcPct val="100000"/>
              </a:lnSpc>
              <a:spcBef>
                <a:spcPts val="0"/>
              </a:spcBef>
              <a:defRPr sz="3199" b="0" i="0">
                <a:solidFill>
                  <a:schemeClr val="tx1"/>
                </a:solidFill>
                <a:latin typeface="IBM Plex Sans Light" panose="020B0403050203000203" pitchFamily="34" charset="0"/>
              </a:defRPr>
            </a:lvl2pPr>
            <a:lvl3pPr defTabSz="580528">
              <a:lnSpc>
                <a:spcPct val="100000"/>
              </a:lnSpc>
              <a:spcBef>
                <a:spcPts val="0"/>
              </a:spcBef>
              <a:defRPr sz="3199" b="0" i="0">
                <a:solidFill>
                  <a:schemeClr val="tx1"/>
                </a:solidFill>
                <a:latin typeface="IBM Plex Sans Light" panose="020B0403050203000203" pitchFamily="34" charset="0"/>
              </a:defRPr>
            </a:lvl3pPr>
            <a:lvl4pPr defTabSz="580528">
              <a:lnSpc>
                <a:spcPct val="100000"/>
              </a:lnSpc>
              <a:spcBef>
                <a:spcPts val="0"/>
              </a:spcBef>
              <a:defRPr sz="3199"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6">
            <a:extLst>
              <a:ext uri="{FF2B5EF4-FFF2-40B4-BE49-F238E27FC236}">
                <a16:creationId xmlns:a16="http://schemas.microsoft.com/office/drawing/2014/main" id="{EE2A6217-C3F0-04CD-0266-C53A5C85FDE3}"/>
              </a:ext>
            </a:extLst>
          </p:cNvPr>
          <p:cNvSpPr>
            <a:spLocks noGrp="1"/>
          </p:cNvSpPr>
          <p:nvPr>
            <p:ph type="body" sz="quarter" idx="19"/>
          </p:nvPr>
        </p:nvSpPr>
        <p:spPr>
          <a:xfrm>
            <a:off x="6379463" y="192600"/>
            <a:ext cx="3815591" cy="3144044"/>
          </a:xfrm>
          <a:prstGeom prst="rect">
            <a:avLst/>
          </a:prstGeom>
        </p:spPr>
        <p:txBody>
          <a:bodyPr/>
          <a:lstStyle>
            <a:lvl1pPr defTabSz="580528">
              <a:lnSpc>
                <a:spcPct val="100000"/>
              </a:lnSpc>
              <a:spcBef>
                <a:spcPts val="0"/>
              </a:spcBef>
              <a:defRPr sz="3199" b="0" i="0">
                <a:solidFill>
                  <a:schemeClr val="tx1"/>
                </a:solidFill>
                <a:latin typeface="IBM Plex Sans Light" panose="020B0403050203000203" pitchFamily="34" charset="0"/>
              </a:defRPr>
            </a:lvl1pPr>
            <a:lvl2pPr defTabSz="580528">
              <a:lnSpc>
                <a:spcPct val="100000"/>
              </a:lnSpc>
              <a:spcBef>
                <a:spcPts val="0"/>
              </a:spcBef>
              <a:defRPr sz="3199" b="0" i="0">
                <a:solidFill>
                  <a:schemeClr val="tx1"/>
                </a:solidFill>
                <a:latin typeface="IBM Plex Sans Light" panose="020B0403050203000203" pitchFamily="34" charset="0"/>
              </a:defRPr>
            </a:lvl2pPr>
            <a:lvl3pPr defTabSz="580528">
              <a:lnSpc>
                <a:spcPct val="100000"/>
              </a:lnSpc>
              <a:spcBef>
                <a:spcPts val="0"/>
              </a:spcBef>
              <a:defRPr sz="3199" b="0" i="0">
                <a:solidFill>
                  <a:schemeClr val="tx1"/>
                </a:solidFill>
                <a:latin typeface="IBM Plex Sans Light" panose="020B0403050203000203" pitchFamily="34" charset="0"/>
              </a:defRPr>
            </a:lvl3pPr>
            <a:lvl4pPr defTabSz="580528">
              <a:lnSpc>
                <a:spcPct val="100000"/>
              </a:lnSpc>
              <a:spcBef>
                <a:spcPts val="0"/>
              </a:spcBef>
              <a:defRPr sz="3199"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78326374"/>
      </p:ext>
    </p:extLst>
  </p:cSld>
  <p:clrMapOvr>
    <a:masterClrMapping/>
  </p:clrMapOvr>
  <p:transition spd="med"/>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92600"/>
            <a:ext cx="2474590" cy="95329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pPr lvl="0"/>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00000"/>
              </a:lnSpc>
              <a:spcBef>
                <a:spcPts val="0"/>
              </a:spcBef>
              <a:defRPr sz="800" b="0" i="0">
                <a:solidFill>
                  <a:schemeClr val="tx1"/>
                </a:solidFill>
                <a:latin typeface="IBM Plex Sans Light" panose="020B0403050203000203" pitchFamily="34" charset="0"/>
              </a:defRPr>
            </a:lvl2pPr>
            <a:lvl3pPr marL="146275" indent="-73137">
              <a:lnSpc>
                <a:spcPct val="100000"/>
              </a:lnSpc>
              <a:spcBef>
                <a:spcPts val="0"/>
              </a:spcBef>
              <a:defRPr sz="800" b="0" i="0">
                <a:solidFill>
                  <a:schemeClr val="tx1"/>
                </a:solidFill>
                <a:latin typeface="IBM Plex Sans Light" panose="020B0403050203000203" pitchFamily="34" charset="0"/>
              </a:defRPr>
            </a:lvl3pPr>
            <a:lvl4pPr marL="219412" indent="-73137">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Tree>
    <p:extLst>
      <p:ext uri="{BB962C8B-B14F-4D97-AF65-F5344CB8AC3E}">
        <p14:creationId xmlns:p14="http://schemas.microsoft.com/office/powerpoint/2010/main" val="1981666550"/>
      </p:ext>
    </p:extLst>
  </p:cSld>
  <p:clrMapOvr>
    <a:masterClrMapping/>
  </p:clrMapOvr>
  <p:transition spd="med"/>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Data, 2 callouts, horizontal">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192600"/>
            <a:ext cx="2474590" cy="2667794"/>
          </a:xfrm>
        </p:spPr>
        <p:txBody>
          <a:bodyPr/>
          <a:lstStyle>
            <a:lvl1pPr>
              <a:lnSpc>
                <a:spcPct val="100000"/>
              </a:lnSpc>
              <a:defRPr sz="4299" b="0" i="0">
                <a:solidFill>
                  <a:schemeClr val="accent1"/>
                </a:solidFill>
                <a:latin typeface="IBM Plex Sans Light" panose="020B0403050203000203" pitchFamily="34" charset="0"/>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92600"/>
            <a:ext cx="5523781" cy="2667794"/>
          </a:xfrm>
          <a:prstGeom prst="rect">
            <a:avLst/>
          </a:prstGeom>
        </p:spPr>
        <p:txBody>
          <a:bodyPr/>
          <a:lstStyle>
            <a:lvl1pPr>
              <a:lnSpc>
                <a:spcPct val="100000"/>
              </a:lnSpc>
              <a:spcBef>
                <a:spcPts val="0"/>
              </a:spcBef>
              <a:defRPr sz="4299" b="0" i="0">
                <a:solidFill>
                  <a:schemeClr val="tx1"/>
                </a:solidFill>
                <a:latin typeface="IBM Plex Sans Light" panose="020B0403050203000203" pitchFamily="34" charset="0"/>
              </a:defRPr>
            </a:lvl1pPr>
            <a:lvl2pPr marL="163767" indent="-163767">
              <a:lnSpc>
                <a:spcPct val="100000"/>
              </a:lnSpc>
              <a:spcBef>
                <a:spcPts val="0"/>
              </a:spcBef>
              <a:defRPr sz="4299" b="0" i="0">
                <a:solidFill>
                  <a:schemeClr val="tx1"/>
                </a:solidFill>
                <a:latin typeface="IBM Plex Sans Light" panose="020B0403050203000203" pitchFamily="34" charset="0"/>
              </a:defRPr>
            </a:lvl2pPr>
            <a:lvl3pPr marL="329334" indent="-163767">
              <a:lnSpc>
                <a:spcPct val="100000"/>
              </a:lnSpc>
              <a:spcBef>
                <a:spcPts val="0"/>
              </a:spcBef>
              <a:defRPr sz="4299" b="0" i="0">
                <a:solidFill>
                  <a:schemeClr val="tx1"/>
                </a:solidFill>
                <a:latin typeface="IBM Plex Sans Light" panose="020B0403050203000203" pitchFamily="34" charset="0"/>
              </a:defRPr>
            </a:lvl3pPr>
            <a:lvl4pPr marL="493101" indent="-163767">
              <a:lnSpc>
                <a:spcPct val="100000"/>
              </a:lnSpc>
              <a:spcBef>
                <a:spcPts val="0"/>
              </a:spcBef>
              <a:defRPr sz="4299" b="0" i="0">
                <a:solidFill>
                  <a:schemeClr val="tx1"/>
                </a:solidFill>
                <a:latin typeface="IBM Plex Sans Light" panose="020B0403050203000203" pitchFamily="34" charset="0"/>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a:prstGeom prst="rect">
            <a:avLst/>
          </a:prstGeom>
        </p:spPr>
        <p:txBody>
          <a:bodyPr/>
          <a:lstStyle>
            <a:lvl1pPr>
              <a:lnSpc>
                <a:spcPct val="100000"/>
              </a:lnSpc>
              <a:defRPr sz="4299" b="0" i="0">
                <a:solidFill>
                  <a:schemeClr val="accent1"/>
                </a:solidFill>
                <a:latin typeface="IBM Plex Sans Light" panose="020B0403050203000203" pitchFamily="34" charset="0"/>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a:prstGeom prst="rect">
            <a:avLst/>
          </a:prstGeom>
        </p:spPr>
        <p:txBody>
          <a:bodyPr/>
          <a:lstStyle>
            <a:lvl1pPr>
              <a:lnSpc>
                <a:spcPct val="100000"/>
              </a:lnSpc>
              <a:spcBef>
                <a:spcPts val="0"/>
              </a:spcBef>
              <a:defRPr sz="4299" b="0" i="0">
                <a:solidFill>
                  <a:schemeClr val="tx1"/>
                </a:solidFill>
                <a:latin typeface="IBM Plex Sans Light" panose="020B0403050203000203" pitchFamily="34" charset="0"/>
              </a:defRPr>
            </a:lvl1pPr>
            <a:lvl2pPr marL="163767" indent="-163767">
              <a:lnSpc>
                <a:spcPct val="100000"/>
              </a:lnSpc>
              <a:spcBef>
                <a:spcPts val="0"/>
              </a:spcBef>
              <a:defRPr sz="4299" b="0" i="0">
                <a:solidFill>
                  <a:schemeClr val="tx1"/>
                </a:solidFill>
                <a:latin typeface="IBM Plex Sans Light" panose="020B0403050203000203" pitchFamily="34" charset="0"/>
              </a:defRPr>
            </a:lvl2pPr>
            <a:lvl3pPr marL="329334" indent="-163767">
              <a:lnSpc>
                <a:spcPct val="100000"/>
              </a:lnSpc>
              <a:spcBef>
                <a:spcPts val="0"/>
              </a:spcBef>
              <a:defRPr sz="4299" b="0" i="0">
                <a:solidFill>
                  <a:schemeClr val="tx1"/>
                </a:solidFill>
                <a:latin typeface="IBM Plex Sans Light" panose="020B0403050203000203" pitchFamily="34" charset="0"/>
              </a:defRPr>
            </a:lvl3pPr>
            <a:lvl4pPr marL="493101" indent="-163767">
              <a:lnSpc>
                <a:spcPct val="100000"/>
              </a:lnSpc>
              <a:spcBef>
                <a:spcPts val="0"/>
              </a:spcBef>
              <a:defRPr sz="4299" b="0" i="0">
                <a:solidFill>
                  <a:schemeClr val="tx1"/>
                </a:solidFill>
                <a:latin typeface="IBM Plex Sans Light" panose="020B0403050203000203" pitchFamily="34" charset="0"/>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Tree>
    <p:extLst>
      <p:ext uri="{BB962C8B-B14F-4D97-AF65-F5344CB8AC3E}">
        <p14:creationId xmlns:p14="http://schemas.microsoft.com/office/powerpoint/2010/main" val="1235057455"/>
      </p:ext>
    </p:extLst>
  </p:cSld>
  <p:clrMapOvr>
    <a:masterClrMapping/>
  </p:clrMapOvr>
  <p:transition spd="med"/>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Data, 3 callouts, horizontal">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3333316" y="40957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3333316" y="2000250"/>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142954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r>
              <a:rPr lang="en-US"/>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a:lnSpc>
                <a:spcPct val="100000"/>
              </a:lnSpc>
              <a:spcBef>
                <a:spcPts val="0"/>
              </a:spcBef>
              <a:defRPr sz="800" b="0" i="0">
                <a:solidFill>
                  <a:schemeClr val="tx1"/>
                </a:solidFill>
                <a:latin typeface="IBM Plex Sans Light" panose="020B0403050203000203" pitchFamily="34" charset="0"/>
              </a:defRPr>
            </a:lvl2pPr>
            <a:lvl3pPr>
              <a:lnSpc>
                <a:spcPct val="100000"/>
              </a:lnSpc>
              <a:spcBef>
                <a:spcPts val="0"/>
              </a:spcBef>
              <a:defRPr sz="800" b="0" i="0">
                <a:solidFill>
                  <a:schemeClr val="tx1"/>
                </a:solidFill>
                <a:latin typeface="IBM Plex Sans Light" panose="020B0403050203000203" pitchFamily="34" charset="0"/>
              </a:defRPr>
            </a:lvl3pPr>
            <a:lvl4pPr>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192600"/>
            <a:ext cx="3809504" cy="1429544"/>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093976"/>
            <a:ext cx="3809504" cy="142875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01668"/>
            <a:ext cx="3809504" cy="142875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6"/>
            <a:ext cx="2475384" cy="1428753"/>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201668"/>
            <a:ext cx="2475383" cy="1428753"/>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r>
              <a:rPr lang="en-US"/>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Tree>
    <p:extLst>
      <p:ext uri="{BB962C8B-B14F-4D97-AF65-F5344CB8AC3E}">
        <p14:creationId xmlns:p14="http://schemas.microsoft.com/office/powerpoint/2010/main" val="4265734046"/>
      </p:ext>
    </p:extLst>
  </p:cSld>
  <p:clrMapOvr>
    <a:masterClrMapping/>
  </p:clrMapOvr>
  <p:transition spd="med"/>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ext, 4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
        <p:nvSpPr>
          <p:cNvPr id="4" name="Text Placeholder 6">
            <a:extLst>
              <a:ext uri="{FF2B5EF4-FFF2-40B4-BE49-F238E27FC236}">
                <a16:creationId xmlns:a16="http://schemas.microsoft.com/office/drawing/2014/main" id="{B303799C-055C-81A5-3E36-D78912AA66DA}"/>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297B3A71-6FB0-4C14-4695-68801FBBBEA7}"/>
              </a:ext>
            </a:extLst>
          </p:cNvPr>
          <p:cNvSpPr>
            <a:spLocks noGrp="1"/>
          </p:cNvSpPr>
          <p:nvPr>
            <p:ph type="body" sz="quarter" idx="19"/>
          </p:nvPr>
        </p:nvSpPr>
        <p:spPr>
          <a:xfrm>
            <a:off x="360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5C1273EB-3A3E-B282-A619-1D6FB102B117}"/>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20367260-BF8E-C847-2296-4EAD779F010E}"/>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44914426"/>
      </p:ext>
    </p:extLst>
  </p:cSld>
  <p:clrMapOvr>
    <a:masterClrMapping/>
  </p:clrMapOvr>
  <p:transition spd="med"/>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ext, 4 columns, short divi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192600"/>
            <a:ext cx="2477765" cy="762794"/>
          </a:xfrm>
          <a:prstGeom prst="rect">
            <a:avLst/>
          </a:prstGeom>
        </p:spPr>
        <p:txBody>
          <a:bodyPr/>
          <a:lstStyle>
            <a:lvl1pPr>
              <a:lnSpc>
                <a:spcPct val="100000"/>
              </a:lnSpc>
              <a:spcBef>
                <a:spcPts val="0"/>
              </a:spcBef>
              <a:defRPr sz="1000" b="0" i="0">
                <a:solidFill>
                  <a:schemeClr val="tx1"/>
                </a:solidFill>
                <a:latin typeface="IBM Plex Sans Light" panose="020B0403050203000203" pitchFamily="34" charset="0"/>
              </a:defRPr>
            </a:lvl1pPr>
            <a:lvl2pPr marL="91422" indent="-91422">
              <a:lnSpc>
                <a:spcPct val="100000"/>
              </a:lnSpc>
              <a:spcBef>
                <a:spcPts val="0"/>
              </a:spcBef>
              <a:defRPr sz="1000" b="0" i="0">
                <a:solidFill>
                  <a:schemeClr val="tx1"/>
                </a:solidFill>
                <a:latin typeface="IBM Plex Sans Light" panose="020B0403050203000203" pitchFamily="34" charset="0"/>
              </a:defRPr>
            </a:lvl2pPr>
            <a:lvl3pPr marL="182843" indent="-91422">
              <a:lnSpc>
                <a:spcPct val="100000"/>
              </a:lnSpc>
              <a:spcBef>
                <a:spcPts val="0"/>
              </a:spcBef>
              <a:defRPr sz="1000" b="0" i="0">
                <a:solidFill>
                  <a:schemeClr val="tx1"/>
                </a:solidFill>
                <a:latin typeface="IBM Plex Sans Light" panose="020B0403050203000203" pitchFamily="34" charset="0"/>
              </a:defRPr>
            </a:lvl3pPr>
            <a:lvl4pPr marL="274265" indent="-91422">
              <a:lnSpc>
                <a:spcPct val="100000"/>
              </a:lnSpc>
              <a:spcBef>
                <a:spcPts val="0"/>
              </a:spcBef>
              <a:defRPr sz="1000" b="0" i="0">
                <a:solidFill>
                  <a:schemeClr val="tx1"/>
                </a:solidFill>
                <a:latin typeface="IBM Plex Sans Light" panose="020B04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
        <p:nvSpPr>
          <p:cNvPr id="13" name="Text Placeholder 6">
            <a:extLst>
              <a:ext uri="{FF2B5EF4-FFF2-40B4-BE49-F238E27FC236}">
                <a16:creationId xmlns:a16="http://schemas.microsoft.com/office/drawing/2014/main" id="{4E03333F-C9F4-9C57-BAAE-A49EA523AFB5}"/>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6">
            <a:extLst>
              <a:ext uri="{FF2B5EF4-FFF2-40B4-BE49-F238E27FC236}">
                <a16:creationId xmlns:a16="http://schemas.microsoft.com/office/drawing/2014/main" id="{CF3321C6-7CF8-EF30-4736-48A201B09471}"/>
              </a:ext>
            </a:extLst>
          </p:cNvPr>
          <p:cNvSpPr>
            <a:spLocks noGrp="1"/>
          </p:cNvSpPr>
          <p:nvPr>
            <p:ph type="body" sz="quarter" idx="19"/>
          </p:nvPr>
        </p:nvSpPr>
        <p:spPr>
          <a:xfrm>
            <a:off x="360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6">
            <a:extLst>
              <a:ext uri="{FF2B5EF4-FFF2-40B4-BE49-F238E27FC236}">
                <a16:creationId xmlns:a16="http://schemas.microsoft.com/office/drawing/2014/main" id="{AC67FA0E-EA85-0950-FCC7-3F6BF1A74144}"/>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6">
            <a:extLst>
              <a:ext uri="{FF2B5EF4-FFF2-40B4-BE49-F238E27FC236}">
                <a16:creationId xmlns:a16="http://schemas.microsoft.com/office/drawing/2014/main" id="{0EE67605-D889-6D38-2F1B-DF58E809AC59}"/>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77754632"/>
      </p:ext>
    </p:extLst>
  </p:cSld>
  <p:clrMapOvr>
    <a:masterClrMapping/>
  </p:clrMapOvr>
  <p:transition spd="med"/>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762794"/>
          </a:xfrm>
          <a:prstGeom prst="rect">
            <a:avLst/>
          </a:prstGeom>
        </p:spPr>
        <p:txBody>
          <a:bodyPr/>
          <a:lstStyle>
            <a:lvl1pPr>
              <a:lnSpc>
                <a:spcPct val="100000"/>
              </a:lnSpc>
              <a:spcBef>
                <a:spcPts val="0"/>
              </a:spcBef>
              <a:defRPr sz="2200" b="0" i="0">
                <a:solidFill>
                  <a:schemeClr val="tx1"/>
                </a:solidFill>
                <a:latin typeface="IBM Plex Sans Light" panose="020B0403050203000203" pitchFamily="34" charset="0"/>
              </a:defRPr>
            </a:lvl1pPr>
            <a:lvl2pPr marL="127990" indent="-127990">
              <a:lnSpc>
                <a:spcPct val="100000"/>
              </a:lnSpc>
              <a:spcBef>
                <a:spcPts val="0"/>
              </a:spcBef>
              <a:defRPr sz="2200" b="0" i="0">
                <a:solidFill>
                  <a:schemeClr val="tx1"/>
                </a:solidFill>
                <a:latin typeface="IBM Plex Sans Light" panose="020B0403050203000203" pitchFamily="34" charset="0"/>
              </a:defRPr>
            </a:lvl2pPr>
            <a:lvl3pPr marL="255981" indent="-127990">
              <a:lnSpc>
                <a:spcPct val="100000"/>
              </a:lnSpc>
              <a:spcBef>
                <a:spcPts val="0"/>
              </a:spcBef>
              <a:defRPr sz="2200" b="0" i="0">
                <a:solidFill>
                  <a:schemeClr val="tx1"/>
                </a:solidFill>
                <a:latin typeface="IBM Plex Sans Light" panose="020B0403050203000203" pitchFamily="34" charset="0"/>
              </a:defRPr>
            </a:lvl3pPr>
            <a:lvl4pPr marL="383971" indent="-127990">
              <a:lnSpc>
                <a:spcPct val="100000"/>
              </a:lnSpc>
              <a:spcBef>
                <a:spcPts val="0"/>
              </a:spcBef>
              <a:defRPr sz="2200" b="0" i="0">
                <a:solidFill>
                  <a:schemeClr val="tx1"/>
                </a:solidFill>
                <a:latin typeface="IBM Plex Sans Light" panose="020B0403050203000203" pitchFamily="34" charset="0"/>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a:prstGeom prst="rect">
            <a:avLst/>
          </a:prstGeom>
        </p:spPr>
        <p:txBody>
          <a:bodyPr/>
          <a:lstStyle>
            <a:lvl1pPr>
              <a:lnSpc>
                <a:spcPct val="100000"/>
              </a:lnSpc>
              <a:spcBef>
                <a:spcPts val="0"/>
              </a:spcBef>
              <a:defRPr sz="2200" b="0" i="0">
                <a:solidFill>
                  <a:schemeClr val="tx1"/>
                </a:solidFill>
                <a:latin typeface="IBM Plex Sans Light" panose="020B0403050203000203" pitchFamily="34" charset="0"/>
              </a:defRPr>
            </a:lvl1pPr>
            <a:lvl2pPr marL="127990" indent="-127990">
              <a:lnSpc>
                <a:spcPct val="100000"/>
              </a:lnSpc>
              <a:spcBef>
                <a:spcPts val="0"/>
              </a:spcBef>
              <a:defRPr sz="2200" b="0" i="0">
                <a:solidFill>
                  <a:schemeClr val="tx1"/>
                </a:solidFill>
                <a:latin typeface="IBM Plex Sans Light" panose="020B0403050203000203" pitchFamily="34" charset="0"/>
              </a:defRPr>
            </a:lvl2pPr>
            <a:lvl3pPr marL="255981" indent="-127990">
              <a:lnSpc>
                <a:spcPct val="100000"/>
              </a:lnSpc>
              <a:spcBef>
                <a:spcPts val="0"/>
              </a:spcBef>
              <a:defRPr sz="2200" b="0" i="0">
                <a:solidFill>
                  <a:schemeClr val="tx1"/>
                </a:solidFill>
                <a:latin typeface="IBM Plex Sans Light" panose="020B0403050203000203" pitchFamily="34" charset="0"/>
              </a:defRPr>
            </a:lvl3pPr>
            <a:lvl4pPr marL="383971" indent="-127990">
              <a:lnSpc>
                <a:spcPct val="100000"/>
              </a:lnSpc>
              <a:spcBef>
                <a:spcPts val="0"/>
              </a:spcBef>
              <a:defRPr sz="2200" b="0" i="0">
                <a:solidFill>
                  <a:schemeClr val="tx1"/>
                </a:solidFill>
                <a:latin typeface="IBM Plex Sans Light" panose="020B0403050203000203" pitchFamily="34" charset="0"/>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a:prstGeom prst="rect">
            <a:avLst/>
          </a:prstGeom>
        </p:spPr>
        <p:txBody>
          <a:bodyPr/>
          <a:lstStyle>
            <a:lvl1pPr>
              <a:lnSpc>
                <a:spcPct val="100000"/>
              </a:lnSpc>
              <a:spcBef>
                <a:spcPts val="0"/>
              </a:spcBef>
              <a:defRPr sz="2200" b="0" i="0">
                <a:solidFill>
                  <a:schemeClr val="tx1"/>
                </a:solidFill>
                <a:latin typeface="IBM Plex Sans Light" panose="020B0403050203000203" pitchFamily="34" charset="0"/>
              </a:defRPr>
            </a:lvl1pPr>
            <a:lvl2pPr marL="127990" indent="-127990">
              <a:lnSpc>
                <a:spcPct val="100000"/>
              </a:lnSpc>
              <a:spcBef>
                <a:spcPts val="0"/>
              </a:spcBef>
              <a:defRPr sz="2200" b="0" i="0">
                <a:solidFill>
                  <a:schemeClr val="tx1"/>
                </a:solidFill>
                <a:latin typeface="IBM Plex Sans Light" panose="020B0403050203000203" pitchFamily="34" charset="0"/>
              </a:defRPr>
            </a:lvl2pPr>
            <a:lvl3pPr marL="255981" indent="-127990">
              <a:lnSpc>
                <a:spcPct val="100000"/>
              </a:lnSpc>
              <a:spcBef>
                <a:spcPts val="0"/>
              </a:spcBef>
              <a:defRPr sz="2200" b="0" i="0">
                <a:solidFill>
                  <a:schemeClr val="tx1"/>
                </a:solidFill>
                <a:latin typeface="IBM Plex Sans Light" panose="020B0403050203000203" pitchFamily="34" charset="0"/>
              </a:defRPr>
            </a:lvl3pPr>
            <a:lvl4pPr marL="383971" indent="-127990">
              <a:lnSpc>
                <a:spcPct val="100000"/>
              </a:lnSpc>
              <a:spcBef>
                <a:spcPts val="0"/>
              </a:spcBef>
              <a:defRPr sz="2200" b="0" i="0">
                <a:solidFill>
                  <a:schemeClr val="tx1"/>
                </a:solidFill>
                <a:latin typeface="IBM Plex Sans Light" panose="020B0403050203000203" pitchFamily="34" charset="0"/>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a:p>
        </p:txBody>
      </p:sp>
      <p:sp>
        <p:nvSpPr>
          <p:cNvPr id="16" name="Text Placeholder 6">
            <a:extLst>
              <a:ext uri="{FF2B5EF4-FFF2-40B4-BE49-F238E27FC236}">
                <a16:creationId xmlns:a16="http://schemas.microsoft.com/office/drawing/2014/main" id="{F4F49B39-EB32-770F-5644-D3D938710775}"/>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6">
            <a:extLst>
              <a:ext uri="{FF2B5EF4-FFF2-40B4-BE49-F238E27FC236}">
                <a16:creationId xmlns:a16="http://schemas.microsoft.com/office/drawing/2014/main" id="{5D25B5E4-5513-DB6F-04BF-4A2A85E85763}"/>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6">
            <a:extLst>
              <a:ext uri="{FF2B5EF4-FFF2-40B4-BE49-F238E27FC236}">
                <a16:creationId xmlns:a16="http://schemas.microsoft.com/office/drawing/2014/main" id="{EC86775E-92B8-3897-2210-2993F34BA628}"/>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84935001"/>
      </p:ext>
    </p:extLst>
  </p:cSld>
  <p:clrMapOvr>
    <a:masterClrMapping/>
  </p:clrMapOvr>
  <p:transition spd="med"/>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192600"/>
            <a:ext cx="2474590" cy="1048544"/>
          </a:xfrm>
        </p:spPr>
        <p:txBody>
          <a:bodyPr/>
          <a:lstStyle>
            <a:lvl1pPr>
              <a:lnSpc>
                <a:spcPct val="100000"/>
              </a:lnSpc>
              <a:defRPr sz="1400" b="0" i="0">
                <a:solidFill>
                  <a:schemeClr val="tx2"/>
                </a:solidFill>
                <a:latin typeface="IBM Plex Sans Light" panose="020B040305020300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99" y="1714500"/>
            <a:ext cx="2477765" cy="2000250"/>
          </a:xfrm>
          <a:prstGeom prst="rect">
            <a:avLst/>
          </a:prstGeom>
        </p:spPr>
        <p:txBody>
          <a:bodyPr/>
          <a:lstStyle>
            <a:lvl1pPr>
              <a:lnSpc>
                <a:spcPct val="100000"/>
              </a:lnSpc>
              <a:spcBef>
                <a:spcPts val="0"/>
              </a:spcBef>
              <a:defRPr sz="3199" b="0" i="0">
                <a:solidFill>
                  <a:schemeClr val="tx1"/>
                </a:solidFill>
                <a:latin typeface="IBM Plex Sans Light" panose="020B0403050203000203" pitchFamily="34" charset="0"/>
              </a:defRPr>
            </a:lvl1pPr>
          </a:lstStyle>
          <a:p>
            <a:pPr lvl="0"/>
            <a:r>
              <a:rPr lang="en-US"/>
              <a:t>Click to edit Master text styles</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288036"/>
            <a:ext cx="607997" cy="608076"/>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13" name="Text Placeholder 6">
            <a:extLst>
              <a:ext uri="{FF2B5EF4-FFF2-40B4-BE49-F238E27FC236}">
                <a16:creationId xmlns:a16="http://schemas.microsoft.com/office/drawing/2014/main" id="{DCEA9C7F-1CB2-B0B0-AE4C-171B0AFC6E26}"/>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6">
            <a:extLst>
              <a:ext uri="{FF2B5EF4-FFF2-40B4-BE49-F238E27FC236}">
                <a16:creationId xmlns:a16="http://schemas.microsoft.com/office/drawing/2014/main" id="{2F4D72D8-0638-1E42-6480-21D9CF7A440E}"/>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6">
            <a:extLst>
              <a:ext uri="{FF2B5EF4-FFF2-40B4-BE49-F238E27FC236}">
                <a16:creationId xmlns:a16="http://schemas.microsoft.com/office/drawing/2014/main" id="{D6DDCC2C-4DA8-F28F-9BBF-ACD120C05B48}"/>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21354703"/>
      </p:ext>
    </p:extLst>
  </p:cSld>
  <p:clrMapOvr>
    <a:masterClrMapping/>
  </p:clrMapOvr>
  <p:transition spd="med"/>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Text, 1 wide colum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4" y="192024"/>
            <a:ext cx="2477765" cy="570706"/>
          </a:xfrm>
          <a:prstGeom prst="rect">
            <a:avLst/>
          </a:prstGeom>
        </p:spPr>
        <p:txBody>
          <a:bodyPr/>
          <a:lstStyle>
            <a:lvl1pPr>
              <a:lnSpc>
                <a:spcPct val="100000"/>
              </a:lnSpc>
              <a:spcBef>
                <a:spcPts val="0"/>
              </a:spcBef>
              <a:defRPr sz="3199" b="0" i="0">
                <a:solidFill>
                  <a:schemeClr val="tx2"/>
                </a:solidFill>
                <a:latin typeface="IBM Plex Sans Light" panose="020B0403050203000203" pitchFamily="34" charset="0"/>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lvl1pPr>
              <a:defRPr b="0" i="0">
                <a:latin typeface="IBM Plex Sans Light" panose="020B0403050203000203" pitchFamily="34" charset="0"/>
              </a:defRPr>
            </a:lvl1p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12" name="Text Placeholder 6">
            <a:extLst>
              <a:ext uri="{FF2B5EF4-FFF2-40B4-BE49-F238E27FC236}">
                <a16:creationId xmlns:a16="http://schemas.microsoft.com/office/drawing/2014/main" id="{AD98038E-FA9A-2E7F-DE4F-45D37F116DFD}"/>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ext Placeholder 6">
            <a:extLst>
              <a:ext uri="{FF2B5EF4-FFF2-40B4-BE49-F238E27FC236}">
                <a16:creationId xmlns:a16="http://schemas.microsoft.com/office/drawing/2014/main" id="{2B3FDBEC-0A0D-82A4-F347-00CE8AD711B9}"/>
              </a:ext>
            </a:extLst>
          </p:cNvPr>
          <p:cNvSpPr>
            <a:spLocks noGrp="1"/>
          </p:cNvSpPr>
          <p:nvPr>
            <p:ph type="body" sz="quarter" idx="21"/>
          </p:nvPr>
        </p:nvSpPr>
        <p:spPr>
          <a:xfrm>
            <a:off x="6368781" y="1714500"/>
            <a:ext cx="509125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737645336"/>
      </p:ext>
    </p:extLst>
  </p:cSld>
  <p:clrMapOvr>
    <a:masterClrMapping/>
  </p:clrMapOvr>
  <p:transition spd="med"/>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Text, 2 wid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192600"/>
            <a:ext cx="3711980" cy="9532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Text Placeholder 6">
            <a:extLst>
              <a:ext uri="{FF2B5EF4-FFF2-40B4-BE49-F238E27FC236}">
                <a16:creationId xmlns:a16="http://schemas.microsoft.com/office/drawing/2014/main" id="{5377FA90-E771-AC82-090E-6FBBAE2633AB}"/>
              </a:ext>
            </a:extLst>
          </p:cNvPr>
          <p:cNvSpPr>
            <a:spLocks noGrp="1"/>
          </p:cNvSpPr>
          <p:nvPr>
            <p:ph type="body" sz="quarter" idx="20"/>
          </p:nvPr>
        </p:nvSpPr>
        <p:spPr>
          <a:xfrm>
            <a:off x="6368781" y="1714500"/>
            <a:ext cx="509125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6">
            <a:extLst>
              <a:ext uri="{FF2B5EF4-FFF2-40B4-BE49-F238E27FC236}">
                <a16:creationId xmlns:a16="http://schemas.microsoft.com/office/drawing/2014/main" id="{83C39AE1-8603-84DA-CC2F-0C36A1C9D153}"/>
              </a:ext>
            </a:extLst>
          </p:cNvPr>
          <p:cNvSpPr>
            <a:spLocks noGrp="1"/>
          </p:cNvSpPr>
          <p:nvPr>
            <p:ph type="body" sz="quarter" idx="21"/>
          </p:nvPr>
        </p:nvSpPr>
        <p:spPr>
          <a:xfrm>
            <a:off x="287999" y="1714500"/>
            <a:ext cx="509125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6191249"/>
      </p:ext>
    </p:extLst>
  </p:cSld>
  <p:clrMapOvr>
    <a:masterClrMapping/>
  </p:clrMapOvr>
  <p:transition spd="med"/>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Text, 2 column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Text Placeholder 6">
            <a:extLst>
              <a:ext uri="{FF2B5EF4-FFF2-40B4-BE49-F238E27FC236}">
                <a16:creationId xmlns:a16="http://schemas.microsoft.com/office/drawing/2014/main" id="{A3A4153E-E96A-682A-6ADB-86D8329C1B21}"/>
              </a:ext>
            </a:extLst>
          </p:cNvPr>
          <p:cNvSpPr>
            <a:spLocks noGrp="1"/>
          </p:cNvSpPr>
          <p:nvPr>
            <p:ph type="body" sz="quarter" idx="10"/>
          </p:nvPr>
        </p:nvSpPr>
        <p:spPr>
          <a:xfrm>
            <a:off x="6386899" y="192022"/>
            <a:ext cx="2481638" cy="5715794"/>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6">
            <a:extLst>
              <a:ext uri="{FF2B5EF4-FFF2-40B4-BE49-F238E27FC236}">
                <a16:creationId xmlns:a16="http://schemas.microsoft.com/office/drawing/2014/main" id="{8AA778F7-DDE5-2F6E-F5FA-F5B0F120E06A}"/>
              </a:ext>
            </a:extLst>
          </p:cNvPr>
          <p:cNvSpPr>
            <a:spLocks noGrp="1"/>
          </p:cNvSpPr>
          <p:nvPr>
            <p:ph type="body" sz="quarter" idx="20"/>
          </p:nvPr>
        </p:nvSpPr>
        <p:spPr>
          <a:xfrm>
            <a:off x="9422364" y="192023"/>
            <a:ext cx="2481638" cy="571579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24416937"/>
      </p:ext>
    </p:extLst>
  </p:cSld>
  <p:clrMapOvr>
    <a:masterClrMapping/>
  </p:clrMapOvr>
  <p:transition spd="med"/>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Text, 2 column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192600"/>
            <a:ext cx="2476178" cy="2286794"/>
          </a:xfrm>
        </p:spPr>
        <p:txBody>
          <a:bodyPr/>
          <a:lstStyle>
            <a:lvl1pPr>
              <a:lnSpc>
                <a:spcPct val="100000"/>
              </a:lnSpc>
              <a:defRPr sz="2200"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6">
            <a:extLst>
              <a:ext uri="{FF2B5EF4-FFF2-40B4-BE49-F238E27FC236}">
                <a16:creationId xmlns:a16="http://schemas.microsoft.com/office/drawing/2014/main" id="{138C4317-85BF-2C36-29AD-9974CF6DE93C}"/>
              </a:ext>
            </a:extLst>
          </p:cNvPr>
          <p:cNvSpPr>
            <a:spLocks noGrp="1"/>
          </p:cNvSpPr>
          <p:nvPr>
            <p:ph type="body" sz="quarter" idx="10"/>
          </p:nvPr>
        </p:nvSpPr>
        <p:spPr>
          <a:xfrm>
            <a:off x="6386899" y="192022"/>
            <a:ext cx="2481638" cy="5715794"/>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11D0A98E-CDEF-685C-25C7-E4EA3AFDCDFD}"/>
              </a:ext>
            </a:extLst>
          </p:cNvPr>
          <p:cNvSpPr>
            <a:spLocks noGrp="1"/>
          </p:cNvSpPr>
          <p:nvPr>
            <p:ph type="body" sz="quarter" idx="20"/>
          </p:nvPr>
        </p:nvSpPr>
        <p:spPr>
          <a:xfrm>
            <a:off x="9422364" y="192023"/>
            <a:ext cx="2481638" cy="571579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97710889"/>
      </p:ext>
    </p:extLst>
  </p:cSld>
  <p:clrMapOvr>
    <a:masterClrMapping/>
  </p:clrMapOvr>
  <p:transition spd="med"/>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9" y="192024"/>
            <a:ext cx="5519019" cy="2286794"/>
          </a:xfrm>
        </p:spPr>
        <p:txBody>
          <a:bodyPr rIns="457200"/>
          <a:lstStyle>
            <a:lvl1pPr>
              <a:lnSpc>
                <a:spcPct val="100000"/>
              </a:lnSpc>
              <a:defRPr b="0" i="0">
                <a:solidFill>
                  <a:schemeClr val="tx2"/>
                </a:solidFill>
                <a:latin typeface="IBM Plex Sans Light" panose="020B0403050203000203" pitchFamily="34" charset="0"/>
              </a:defRPr>
            </a:lvl1pPr>
          </a:lstStyle>
          <a:p>
            <a:r>
              <a:rPr lang="en-US"/>
              <a:t>Click to edit Master title style</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11" name="Text Placeholder 6">
            <a:extLst>
              <a:ext uri="{FF2B5EF4-FFF2-40B4-BE49-F238E27FC236}">
                <a16:creationId xmlns:a16="http://schemas.microsoft.com/office/drawing/2014/main" id="{4401EF50-EF95-0C87-38FD-2E0B9FD3E33F}"/>
              </a:ext>
            </a:extLst>
          </p:cNvPr>
          <p:cNvSpPr>
            <a:spLocks noGrp="1"/>
          </p:cNvSpPr>
          <p:nvPr>
            <p:ph type="body" sz="quarter" idx="10"/>
          </p:nvPr>
        </p:nvSpPr>
        <p:spPr>
          <a:xfrm>
            <a:off x="6393058"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A7715D83-2EB0-631E-31DF-DAE49EE10509}"/>
              </a:ext>
            </a:extLst>
          </p:cNvPr>
          <p:cNvSpPr>
            <a:spLocks noGrp="1"/>
          </p:cNvSpPr>
          <p:nvPr>
            <p:ph type="body" sz="quarter" idx="21"/>
          </p:nvPr>
        </p:nvSpPr>
        <p:spPr>
          <a:xfrm>
            <a:off x="9428523" y="1714501"/>
            <a:ext cx="2481638" cy="4286249"/>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6">
            <a:extLst>
              <a:ext uri="{FF2B5EF4-FFF2-40B4-BE49-F238E27FC236}">
                <a16:creationId xmlns:a16="http://schemas.microsoft.com/office/drawing/2014/main" id="{72EE4CB5-8991-123D-EBF8-1ED34CC50FE6}"/>
              </a:ext>
            </a:extLst>
          </p:cNvPr>
          <p:cNvSpPr>
            <a:spLocks noGrp="1"/>
          </p:cNvSpPr>
          <p:nvPr>
            <p:ph type="body" sz="quarter" idx="22"/>
          </p:nvPr>
        </p:nvSpPr>
        <p:spPr>
          <a:xfrm>
            <a:off x="6393058" y="192024"/>
            <a:ext cx="2481638" cy="762794"/>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4ACB30C-F320-75FA-F4BC-8A4103FF2F36}"/>
              </a:ext>
            </a:extLst>
          </p:cNvPr>
          <p:cNvSpPr>
            <a:spLocks noGrp="1"/>
          </p:cNvSpPr>
          <p:nvPr>
            <p:ph type="body" sz="quarter" idx="23"/>
          </p:nvPr>
        </p:nvSpPr>
        <p:spPr>
          <a:xfrm>
            <a:off x="9422364" y="192024"/>
            <a:ext cx="2481638" cy="762794"/>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27083321"/>
      </p:ext>
    </p:extLst>
  </p:cSld>
  <p:clrMapOvr>
    <a:masterClrMapping/>
  </p:clrMapOvr>
  <p:transition spd="med"/>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192600"/>
            <a:ext cx="2474591" cy="2286794"/>
          </a:xfrm>
        </p:spPr>
        <p:txBody>
          <a:bodyPr rIns="0"/>
          <a:lstStyle>
            <a:lvl1pPr>
              <a:lnSpc>
                <a:spcPct val="100000"/>
              </a:lnSpc>
              <a:defRPr sz="2200" b="0" i="0">
                <a:solidFill>
                  <a:schemeClr val="tx2"/>
                </a:solidFill>
                <a:latin typeface="IBM Plex Sans Light" panose="020B0403050203000203" pitchFamily="34" charset="0"/>
              </a:defRPr>
            </a:lvl1pPr>
          </a:lstStyle>
          <a:p>
            <a:r>
              <a:rPr lang="en-US"/>
              <a:t>Click to edit Master title style</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C320D13A-B2E3-8109-F9A4-70AB45A14B5D}"/>
              </a:ext>
            </a:extLst>
          </p:cNvPr>
          <p:cNvSpPr>
            <a:spLocks noGrp="1"/>
          </p:cNvSpPr>
          <p:nvPr>
            <p:ph type="body" sz="quarter" idx="10"/>
          </p:nvPr>
        </p:nvSpPr>
        <p:spPr>
          <a:xfrm>
            <a:off x="6393058" y="1714500"/>
            <a:ext cx="2481638" cy="4286250"/>
          </a:xfrm>
          <a:prstGeom prst="rect">
            <a:avLst/>
          </a:prstGeom>
        </p:spPr>
        <p:txBody>
          <a:bodyPr/>
          <a:lstStyle>
            <a:lvl1pPr defTabSz="580528">
              <a:lnSpc>
                <a:spcPct val="100000"/>
              </a:lnSpc>
              <a:spcBef>
                <a:spcPts val="0"/>
              </a:spcBef>
              <a:defRPr sz="1400" b="0" i="0">
                <a:solidFill>
                  <a:schemeClr val="tx1"/>
                </a:solidFill>
                <a:latin typeface="IBM Plex Sans Light" panose="020B0403050203000203" pitchFamily="34" charset="0"/>
              </a:defRPr>
            </a:lvl1pPr>
            <a:lvl2pPr defTabSz="580528">
              <a:lnSpc>
                <a:spcPct val="100000"/>
              </a:lnSpc>
              <a:spcBef>
                <a:spcPts val="0"/>
              </a:spcBef>
              <a:defRPr sz="1400" b="0" i="0">
                <a:solidFill>
                  <a:schemeClr val="tx1"/>
                </a:solidFill>
                <a:latin typeface="IBM Plex Sans Light" panose="020B0403050203000203" pitchFamily="34" charset="0"/>
              </a:defRPr>
            </a:lvl2pPr>
            <a:lvl3pPr defTabSz="580528">
              <a:lnSpc>
                <a:spcPct val="100000"/>
              </a:lnSpc>
              <a:spcBef>
                <a:spcPts val="0"/>
              </a:spcBef>
              <a:defRPr sz="1400" b="0" i="0">
                <a:solidFill>
                  <a:schemeClr val="tx1"/>
                </a:solidFill>
                <a:latin typeface="IBM Plex Sans Light" panose="020B0403050203000203" pitchFamily="34" charset="0"/>
              </a:defRPr>
            </a:lvl3pPr>
            <a:lvl4pPr defTabSz="580528">
              <a:lnSpc>
                <a:spcPct val="100000"/>
              </a:lnSpc>
              <a:spcBef>
                <a:spcPts val="0"/>
              </a:spcBef>
              <a:defRPr sz="14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6">
            <a:extLst>
              <a:ext uri="{FF2B5EF4-FFF2-40B4-BE49-F238E27FC236}">
                <a16:creationId xmlns:a16="http://schemas.microsoft.com/office/drawing/2014/main" id="{974BDB94-1ECF-14DA-1C2A-F289E665E08B}"/>
              </a:ext>
            </a:extLst>
          </p:cNvPr>
          <p:cNvSpPr>
            <a:spLocks noGrp="1"/>
          </p:cNvSpPr>
          <p:nvPr>
            <p:ph type="body" sz="quarter" idx="21"/>
          </p:nvPr>
        </p:nvSpPr>
        <p:spPr>
          <a:xfrm>
            <a:off x="9428523" y="1714501"/>
            <a:ext cx="2481638" cy="4286249"/>
          </a:xfrm>
          <a:prstGeom prst="rect">
            <a:avLst/>
          </a:prstGeom>
        </p:spPr>
        <p:txBody>
          <a:bodyPr/>
          <a:lstStyle>
            <a:lvl1pPr defTabSz="580528">
              <a:lnSpc>
                <a:spcPct val="100000"/>
              </a:lnSpc>
              <a:spcBef>
                <a:spcPts val="0"/>
              </a:spcBef>
              <a:defRPr sz="1400" b="0" i="0">
                <a:solidFill>
                  <a:schemeClr val="tx1"/>
                </a:solidFill>
                <a:latin typeface="IBM Plex Sans Light" panose="020B0403050203000203" pitchFamily="34" charset="0"/>
              </a:defRPr>
            </a:lvl1pPr>
            <a:lvl2pPr defTabSz="580528">
              <a:lnSpc>
                <a:spcPct val="100000"/>
              </a:lnSpc>
              <a:spcBef>
                <a:spcPts val="0"/>
              </a:spcBef>
              <a:defRPr sz="1400" b="0" i="0">
                <a:solidFill>
                  <a:schemeClr val="tx1"/>
                </a:solidFill>
                <a:latin typeface="IBM Plex Sans Light" panose="020B0403050203000203" pitchFamily="34" charset="0"/>
              </a:defRPr>
            </a:lvl2pPr>
            <a:lvl3pPr defTabSz="580528">
              <a:lnSpc>
                <a:spcPct val="100000"/>
              </a:lnSpc>
              <a:spcBef>
                <a:spcPts val="0"/>
              </a:spcBef>
              <a:defRPr sz="1400" b="0" i="0">
                <a:solidFill>
                  <a:schemeClr val="tx1"/>
                </a:solidFill>
                <a:latin typeface="IBM Plex Sans Light" panose="020B0403050203000203" pitchFamily="34" charset="0"/>
              </a:defRPr>
            </a:lvl3pPr>
            <a:lvl4pPr defTabSz="580528">
              <a:lnSpc>
                <a:spcPct val="100000"/>
              </a:lnSpc>
              <a:spcBef>
                <a:spcPts val="0"/>
              </a:spcBef>
              <a:defRPr sz="14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6">
            <a:extLst>
              <a:ext uri="{FF2B5EF4-FFF2-40B4-BE49-F238E27FC236}">
                <a16:creationId xmlns:a16="http://schemas.microsoft.com/office/drawing/2014/main" id="{D6E55AA2-DCD0-9227-A831-24FD27E4CB54}"/>
              </a:ext>
            </a:extLst>
          </p:cNvPr>
          <p:cNvSpPr>
            <a:spLocks noGrp="1"/>
          </p:cNvSpPr>
          <p:nvPr>
            <p:ph type="body" sz="quarter" idx="22"/>
          </p:nvPr>
        </p:nvSpPr>
        <p:spPr>
          <a:xfrm>
            <a:off x="6393058" y="192024"/>
            <a:ext cx="2481638" cy="762794"/>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6">
            <a:extLst>
              <a:ext uri="{FF2B5EF4-FFF2-40B4-BE49-F238E27FC236}">
                <a16:creationId xmlns:a16="http://schemas.microsoft.com/office/drawing/2014/main" id="{08FF2718-83A0-A416-2862-0D7439636230}"/>
              </a:ext>
            </a:extLst>
          </p:cNvPr>
          <p:cNvSpPr>
            <a:spLocks noGrp="1"/>
          </p:cNvSpPr>
          <p:nvPr>
            <p:ph type="body" sz="quarter" idx="23"/>
          </p:nvPr>
        </p:nvSpPr>
        <p:spPr>
          <a:xfrm>
            <a:off x="9422364" y="192024"/>
            <a:ext cx="2481638" cy="762794"/>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284780410"/>
      </p:ext>
    </p:extLst>
  </p:cSld>
  <p:clrMapOvr>
    <a:masterClrMapping/>
  </p:clrMapOvr>
  <p:transition spd="med"/>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7"/>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570706"/>
          </a:xfrm>
          <a:prstGeom prst="rect">
            <a:avLst/>
          </a:prstGeom>
        </p:spPr>
        <p:txBody>
          <a:bodyPr/>
          <a:lstStyle>
            <a:lvl1pPr>
              <a:lnSpc>
                <a:spcPct val="100000"/>
              </a:lnSpc>
              <a:spcBef>
                <a:spcPts val="0"/>
              </a:spcBef>
              <a:defRPr sz="3199" b="0" i="0">
                <a:solidFill>
                  <a:schemeClr val="tx2"/>
                </a:solidFill>
                <a:latin typeface="IBM Plex Sans Light" panose="020B0403050203000203" pitchFamily="34" charset="0"/>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19" y="288036"/>
            <a:ext cx="607997" cy="607231"/>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a:prstGeom prst="rect">
            <a:avLst/>
          </a:prstGeom>
        </p:spPr>
        <p:txBody>
          <a:bodyPr anchor="ctr"/>
          <a:lstStyle>
            <a:lvl1pPr algn="ctr">
              <a:defRPr sz="800" b="0" i="0">
                <a:solidFill>
                  <a:schemeClr val="tx1"/>
                </a:solidFill>
                <a:latin typeface="IBM Plex Sans Light" panose="020B0403050203000203" pitchFamily="34" charset="0"/>
              </a:defRPr>
            </a:lvl1pPr>
          </a:lstStyle>
          <a:p>
            <a:r>
              <a:rPr lang="en-US"/>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16" name="Text Placeholder 6">
            <a:extLst>
              <a:ext uri="{FF2B5EF4-FFF2-40B4-BE49-F238E27FC236}">
                <a16:creationId xmlns:a16="http://schemas.microsoft.com/office/drawing/2014/main" id="{C6703E2E-EBF0-C866-7278-E844AFCB3A5F}"/>
              </a:ext>
            </a:extLst>
          </p:cNvPr>
          <p:cNvSpPr>
            <a:spLocks noGrp="1"/>
          </p:cNvSpPr>
          <p:nvPr>
            <p:ph type="body" sz="quarter" idx="10"/>
          </p:nvPr>
        </p:nvSpPr>
        <p:spPr>
          <a:xfrm>
            <a:off x="3333316"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6">
            <a:extLst>
              <a:ext uri="{FF2B5EF4-FFF2-40B4-BE49-F238E27FC236}">
                <a16:creationId xmlns:a16="http://schemas.microsoft.com/office/drawing/2014/main" id="{BD2030D9-4E2C-5A41-AC60-E9DAA791E354}"/>
              </a:ext>
            </a:extLst>
          </p:cNvPr>
          <p:cNvSpPr>
            <a:spLocks noGrp="1"/>
          </p:cNvSpPr>
          <p:nvPr>
            <p:ph type="body" sz="quarter" idx="20"/>
          </p:nvPr>
        </p:nvSpPr>
        <p:spPr>
          <a:xfrm>
            <a:off x="6368781" y="1714501"/>
            <a:ext cx="2481638" cy="4286250"/>
          </a:xfrm>
          <a:prstGeom prst="rect">
            <a:avLst/>
          </a:prstGeom>
        </p:spPr>
        <p:txBody>
          <a:bodyPr/>
          <a:lstStyle>
            <a:lvl1pPr defTabSz="580528">
              <a:lnSpc>
                <a:spcPct val="100000"/>
              </a:lnSpc>
              <a:spcBef>
                <a:spcPts val="0"/>
              </a:spcBef>
              <a:defRPr sz="1400" b="0" i="0">
                <a:solidFill>
                  <a:schemeClr val="tx1"/>
                </a:solidFill>
                <a:latin typeface="IBM Plex Sans Light" panose="020B0403050203000203" pitchFamily="34" charset="0"/>
              </a:defRPr>
            </a:lvl1pPr>
            <a:lvl2pPr defTabSz="580528">
              <a:lnSpc>
                <a:spcPct val="100000"/>
              </a:lnSpc>
              <a:spcBef>
                <a:spcPts val="0"/>
              </a:spcBef>
              <a:defRPr sz="1400" b="0" i="0">
                <a:solidFill>
                  <a:schemeClr val="tx1"/>
                </a:solidFill>
                <a:latin typeface="IBM Plex Sans Light" panose="020B0403050203000203" pitchFamily="34" charset="0"/>
              </a:defRPr>
            </a:lvl2pPr>
            <a:lvl3pPr defTabSz="580528">
              <a:lnSpc>
                <a:spcPct val="100000"/>
              </a:lnSpc>
              <a:spcBef>
                <a:spcPts val="0"/>
              </a:spcBef>
              <a:defRPr sz="1400" b="0" i="0">
                <a:solidFill>
                  <a:schemeClr val="tx1"/>
                </a:solidFill>
                <a:latin typeface="IBM Plex Sans Light" panose="020B0403050203000203" pitchFamily="34" charset="0"/>
              </a:defRPr>
            </a:lvl3pPr>
            <a:lvl4pPr defTabSz="580528">
              <a:lnSpc>
                <a:spcPct val="100000"/>
              </a:lnSpc>
              <a:spcBef>
                <a:spcPts val="0"/>
              </a:spcBef>
              <a:defRPr sz="14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6">
            <a:extLst>
              <a:ext uri="{FF2B5EF4-FFF2-40B4-BE49-F238E27FC236}">
                <a16:creationId xmlns:a16="http://schemas.microsoft.com/office/drawing/2014/main" id="{2473B493-1BC7-D878-AEAA-C60A2D67B762}"/>
              </a:ext>
            </a:extLst>
          </p:cNvPr>
          <p:cNvSpPr>
            <a:spLocks noGrp="1"/>
          </p:cNvSpPr>
          <p:nvPr>
            <p:ph type="body" sz="quarter" idx="21"/>
          </p:nvPr>
        </p:nvSpPr>
        <p:spPr>
          <a:xfrm>
            <a:off x="9428523" y="1714501"/>
            <a:ext cx="2481638" cy="4286250"/>
          </a:xfrm>
          <a:prstGeom prst="rect">
            <a:avLst/>
          </a:prstGeom>
        </p:spPr>
        <p:txBody>
          <a:bodyPr/>
          <a:lstStyle>
            <a:lvl1pPr defTabSz="580528">
              <a:lnSpc>
                <a:spcPct val="100000"/>
              </a:lnSpc>
              <a:spcBef>
                <a:spcPts val="0"/>
              </a:spcBef>
              <a:defRPr sz="1400" b="0" i="0">
                <a:solidFill>
                  <a:schemeClr val="tx1"/>
                </a:solidFill>
                <a:latin typeface="IBM Plex Sans Light" panose="020B0403050203000203" pitchFamily="34" charset="0"/>
              </a:defRPr>
            </a:lvl1pPr>
            <a:lvl2pPr defTabSz="580528">
              <a:lnSpc>
                <a:spcPct val="100000"/>
              </a:lnSpc>
              <a:spcBef>
                <a:spcPts val="0"/>
              </a:spcBef>
              <a:defRPr sz="1400" b="0" i="0">
                <a:solidFill>
                  <a:schemeClr val="tx1"/>
                </a:solidFill>
                <a:latin typeface="IBM Plex Sans Light" panose="020B0403050203000203" pitchFamily="34" charset="0"/>
              </a:defRPr>
            </a:lvl2pPr>
            <a:lvl3pPr defTabSz="580528">
              <a:lnSpc>
                <a:spcPct val="100000"/>
              </a:lnSpc>
              <a:spcBef>
                <a:spcPts val="0"/>
              </a:spcBef>
              <a:defRPr sz="1400" b="0" i="0">
                <a:solidFill>
                  <a:schemeClr val="tx1"/>
                </a:solidFill>
                <a:latin typeface="IBM Plex Sans Light" panose="020B0403050203000203" pitchFamily="34" charset="0"/>
              </a:defRPr>
            </a:lvl3pPr>
            <a:lvl4pPr defTabSz="580528">
              <a:lnSpc>
                <a:spcPct val="100000"/>
              </a:lnSpc>
              <a:spcBef>
                <a:spcPts val="0"/>
              </a:spcBef>
              <a:defRPr sz="14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99008310"/>
      </p:ext>
    </p:extLst>
  </p:cSld>
  <p:clrMapOvr>
    <a:masterClrMapping/>
  </p:clrMapOvr>
  <p:transition spd="med"/>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a:prstGeom prst="rect">
            <a:avLst/>
          </a:prstGeom>
        </p:spPr>
        <p:txBody>
          <a:bodyPr anchor="ctr"/>
          <a:lstStyle>
            <a:lvl1pPr algn="ctr">
              <a:defRPr sz="800" b="0" i="0">
                <a:latin typeface="IBM Plex Sans Light" panose="020B0403050203000203" pitchFamily="34" charset="0"/>
              </a:defRPr>
            </a:lvl1pPr>
          </a:lstStyle>
          <a:p>
            <a:r>
              <a:rPr lang="en-US"/>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19" y="288036"/>
            <a:ext cx="607997" cy="608076"/>
          </a:xfrm>
          <a:prstGeom prst="rect">
            <a:avLst/>
          </a:prstGeom>
        </p:spPr>
        <p:txBody>
          <a:bodyPr anchor="ctr"/>
          <a:lstStyle>
            <a:lvl1pPr algn="ctr">
              <a:defRPr sz="800" b="0" i="0">
                <a:latin typeface="IBM Plex Sans Light" panose="020B0403050203000203" pitchFamily="34" charset="0"/>
              </a:defRPr>
            </a:lvl1pPr>
          </a:lstStyle>
          <a:p>
            <a:r>
              <a:rPr lang="en-US"/>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a:prstGeom prst="rect">
            <a:avLst/>
          </a:prstGeom>
        </p:spPr>
        <p:txBody>
          <a:bodyPr anchor="ctr"/>
          <a:lstStyle>
            <a:lvl1pPr algn="ctr">
              <a:defRPr sz="800" b="0" i="0">
                <a:latin typeface="IBM Plex Sans Light" panose="020B0403050203000203" pitchFamily="34" charset="0"/>
              </a:defRPr>
            </a:lvl1pPr>
          </a:lstStyle>
          <a:p>
            <a:r>
              <a:rPr lang="en-US"/>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19" y="3238500"/>
            <a:ext cx="607997" cy="608076"/>
          </a:xfrm>
          <a:prstGeom prst="rect">
            <a:avLst/>
          </a:prstGeom>
        </p:spPr>
        <p:txBody>
          <a:bodyPr anchor="ctr"/>
          <a:lstStyle>
            <a:lvl1pPr algn="ctr">
              <a:defRPr sz="800" b="0" i="0">
                <a:latin typeface="IBM Plex Sans Light" panose="020B0403050203000203" pitchFamily="34" charset="0"/>
              </a:defRPr>
            </a:lvl1pPr>
          </a:lstStyle>
          <a:p>
            <a:r>
              <a:rPr lang="en-US"/>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lvl1pPr>
              <a:defRPr b="0" i="0">
                <a:latin typeface="IBM Plex Sans Light" panose="020B0403050203000203" pitchFamily="34" charset="0"/>
              </a:defRPr>
            </a:lvl1pPr>
          </a:lstStyle>
          <a:p>
            <a:endParaRPr lang="en-US"/>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6">
            <a:extLst>
              <a:ext uri="{FF2B5EF4-FFF2-40B4-BE49-F238E27FC236}">
                <a16:creationId xmlns:a16="http://schemas.microsoft.com/office/drawing/2014/main" id="{FE4E8AF0-4192-FB86-9702-8592B301CAB8}"/>
              </a:ext>
            </a:extLst>
          </p:cNvPr>
          <p:cNvSpPr>
            <a:spLocks noGrp="1"/>
          </p:cNvSpPr>
          <p:nvPr>
            <p:ph type="body" sz="quarter" idx="22"/>
          </p:nvPr>
        </p:nvSpPr>
        <p:spPr>
          <a:xfrm>
            <a:off x="280252" y="1228296"/>
            <a:ext cx="3334903" cy="1533952"/>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B5744FFC-849B-8FBD-FF73-B21942BA087F}"/>
              </a:ext>
            </a:extLst>
          </p:cNvPr>
          <p:cNvSpPr>
            <a:spLocks noGrp="1"/>
          </p:cNvSpPr>
          <p:nvPr>
            <p:ph type="body" sz="quarter" idx="23"/>
          </p:nvPr>
        </p:nvSpPr>
        <p:spPr>
          <a:xfrm>
            <a:off x="6380920" y="1228296"/>
            <a:ext cx="3334903" cy="1533951"/>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6">
            <a:extLst>
              <a:ext uri="{FF2B5EF4-FFF2-40B4-BE49-F238E27FC236}">
                <a16:creationId xmlns:a16="http://schemas.microsoft.com/office/drawing/2014/main" id="{70A13E8E-060C-6E01-AB11-41A2190116B1}"/>
              </a:ext>
            </a:extLst>
          </p:cNvPr>
          <p:cNvSpPr>
            <a:spLocks noGrp="1"/>
          </p:cNvSpPr>
          <p:nvPr>
            <p:ph type="body" sz="quarter" idx="24"/>
          </p:nvPr>
        </p:nvSpPr>
        <p:spPr>
          <a:xfrm>
            <a:off x="287999" y="4181048"/>
            <a:ext cx="3334903" cy="1533949"/>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6">
            <a:extLst>
              <a:ext uri="{FF2B5EF4-FFF2-40B4-BE49-F238E27FC236}">
                <a16:creationId xmlns:a16="http://schemas.microsoft.com/office/drawing/2014/main" id="{3277838E-5792-202A-65F5-342AF0992EF8}"/>
              </a:ext>
            </a:extLst>
          </p:cNvPr>
          <p:cNvSpPr>
            <a:spLocks noGrp="1"/>
          </p:cNvSpPr>
          <p:nvPr>
            <p:ph type="body" sz="quarter" idx="25"/>
          </p:nvPr>
        </p:nvSpPr>
        <p:spPr>
          <a:xfrm>
            <a:off x="6388667" y="4181048"/>
            <a:ext cx="3334903" cy="1533946"/>
          </a:xfrm>
          <a:prstGeom prst="rect">
            <a:avLst/>
          </a:prstGeom>
        </p:spPr>
        <p:txBody>
          <a:bodyPr/>
          <a:lstStyle>
            <a:lvl1pPr defTabSz="580528">
              <a:lnSpc>
                <a:spcPct val="100000"/>
              </a:lnSpc>
              <a:spcBef>
                <a:spcPts val="0"/>
              </a:spcBef>
              <a:defRPr sz="2200" b="0" i="0">
                <a:solidFill>
                  <a:schemeClr val="tx1"/>
                </a:solidFill>
                <a:latin typeface="IBM Plex Sans Light" panose="020B0403050203000203" pitchFamily="34" charset="0"/>
              </a:defRPr>
            </a:lvl1pPr>
            <a:lvl2pPr defTabSz="580528">
              <a:lnSpc>
                <a:spcPct val="100000"/>
              </a:lnSpc>
              <a:spcBef>
                <a:spcPts val="0"/>
              </a:spcBef>
              <a:defRPr sz="2200" b="0" i="0">
                <a:solidFill>
                  <a:schemeClr val="tx1"/>
                </a:solidFill>
                <a:latin typeface="IBM Plex Sans Light" panose="020B0403050203000203" pitchFamily="34" charset="0"/>
              </a:defRPr>
            </a:lvl2pPr>
            <a:lvl3pPr defTabSz="580528">
              <a:lnSpc>
                <a:spcPct val="100000"/>
              </a:lnSpc>
              <a:spcBef>
                <a:spcPts val="0"/>
              </a:spcBef>
              <a:defRPr sz="2200" b="0" i="0">
                <a:solidFill>
                  <a:schemeClr val="tx1"/>
                </a:solidFill>
                <a:latin typeface="IBM Plex Sans Light" panose="020B0403050203000203" pitchFamily="34" charset="0"/>
              </a:defRPr>
            </a:lvl3pPr>
            <a:lvl4pPr defTabSz="580528">
              <a:lnSpc>
                <a:spcPct val="100000"/>
              </a:lnSpc>
              <a:spcBef>
                <a:spcPts val="0"/>
              </a:spcBef>
              <a:defRPr sz="22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53859654"/>
      </p:ext>
    </p:extLst>
  </p:cSld>
  <p:clrMapOvr>
    <a:masterClrMapping/>
  </p:clrMapOvr>
  <p:transition spd="med"/>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Boxes, 4 stacked,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00000"/>
              </a:lnSpc>
              <a:defRPr sz="2200"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192600"/>
            <a:ext cx="2477765" cy="570706"/>
          </a:xfrm>
          <a:prstGeom prst="rect">
            <a:avLst/>
          </a:prstGeom>
        </p:spPr>
        <p:txBody>
          <a:bodyPr/>
          <a:lstStyle>
            <a:lvl1pPr>
              <a:defRPr sz="1400" b="0" i="0">
                <a:solidFill>
                  <a:schemeClr val="tx2"/>
                </a:solidFill>
                <a:latin typeface="IBM Plex Sans Light" panose="020B0403050203000203" pitchFamily="34" charset="0"/>
              </a:defRPr>
            </a:lvl1pPr>
          </a:lstStyle>
          <a:p>
            <a:pPr lvl="0"/>
            <a:r>
              <a:rPr lang="en-US"/>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Text Placeholder 6">
            <a:extLst>
              <a:ext uri="{FF2B5EF4-FFF2-40B4-BE49-F238E27FC236}">
                <a16:creationId xmlns:a16="http://schemas.microsoft.com/office/drawing/2014/main" id="{4FBB383F-F59D-AEC8-4D6C-AC28926B09FF}"/>
              </a:ext>
            </a:extLst>
          </p:cNvPr>
          <p:cNvSpPr>
            <a:spLocks noGrp="1"/>
          </p:cNvSpPr>
          <p:nvPr>
            <p:ph type="body" sz="quarter" idx="10"/>
          </p:nvPr>
        </p:nvSpPr>
        <p:spPr>
          <a:xfrm>
            <a:off x="6363186"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6053B001-EDB1-FA28-FFB0-F41FF2D33138}"/>
              </a:ext>
            </a:extLst>
          </p:cNvPr>
          <p:cNvSpPr>
            <a:spLocks noGrp="1"/>
          </p:cNvSpPr>
          <p:nvPr>
            <p:ph type="body" sz="quarter" idx="22"/>
          </p:nvPr>
        </p:nvSpPr>
        <p:spPr>
          <a:xfrm>
            <a:off x="9398651"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CD8F0E9F-03CA-D8CD-75A1-CB650A81E996}"/>
              </a:ext>
            </a:extLst>
          </p:cNvPr>
          <p:cNvSpPr>
            <a:spLocks noGrp="1"/>
          </p:cNvSpPr>
          <p:nvPr>
            <p:ph type="body" sz="quarter" idx="23"/>
          </p:nvPr>
        </p:nvSpPr>
        <p:spPr>
          <a:xfrm>
            <a:off x="6363186"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F16D24DB-6F94-3A9D-70FD-B96C2E9E8DB4}"/>
              </a:ext>
            </a:extLst>
          </p:cNvPr>
          <p:cNvSpPr>
            <a:spLocks noGrp="1"/>
          </p:cNvSpPr>
          <p:nvPr>
            <p:ph type="body" sz="quarter" idx="24"/>
          </p:nvPr>
        </p:nvSpPr>
        <p:spPr>
          <a:xfrm>
            <a:off x="9398651"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87490669"/>
      </p:ext>
    </p:extLst>
  </p:cSld>
  <p:clrMapOvr>
    <a:masterClrMapping/>
  </p:clrMapOvr>
  <p:transition spd="med"/>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Boxes, 4 stacked,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763524"/>
            <a:ext cx="5521401" cy="1138428"/>
          </a:xfrm>
        </p:spPr>
        <p:txBody>
          <a:bodyPr rIns="457200"/>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192600"/>
            <a:ext cx="2477765" cy="224028"/>
          </a:xfrm>
          <a:prstGeom prst="rect">
            <a:avLst/>
          </a:prstGeom>
        </p:spPr>
        <p:txBody>
          <a:bodyPr/>
          <a:lstStyle>
            <a:lvl1pPr>
              <a:lnSpc>
                <a:spcPct val="100000"/>
              </a:lnSpc>
              <a:defRPr sz="1400" b="0" i="0">
                <a:solidFill>
                  <a:schemeClr val="tx2"/>
                </a:solidFill>
                <a:latin typeface="IBM Plex Sans Light" panose="020B0403050203000203" pitchFamily="34" charset="0"/>
              </a:defRPr>
            </a:lvl1pPr>
          </a:lstStyle>
          <a:p>
            <a:pPr lvl="0"/>
            <a:r>
              <a:rPr lang="en-US"/>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14" name="Text Placeholder 6">
            <a:extLst>
              <a:ext uri="{FF2B5EF4-FFF2-40B4-BE49-F238E27FC236}">
                <a16:creationId xmlns:a16="http://schemas.microsoft.com/office/drawing/2014/main" id="{BEE7923F-2C08-E17F-72B0-F41C361C5372}"/>
              </a:ext>
            </a:extLst>
          </p:cNvPr>
          <p:cNvSpPr>
            <a:spLocks noGrp="1"/>
          </p:cNvSpPr>
          <p:nvPr>
            <p:ph type="body" sz="quarter" idx="10"/>
          </p:nvPr>
        </p:nvSpPr>
        <p:spPr>
          <a:xfrm>
            <a:off x="6363186"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6">
            <a:extLst>
              <a:ext uri="{FF2B5EF4-FFF2-40B4-BE49-F238E27FC236}">
                <a16:creationId xmlns:a16="http://schemas.microsoft.com/office/drawing/2014/main" id="{4F52302E-5C35-DCB5-2D11-CC0BE75371AE}"/>
              </a:ext>
            </a:extLst>
          </p:cNvPr>
          <p:cNvSpPr>
            <a:spLocks noGrp="1"/>
          </p:cNvSpPr>
          <p:nvPr>
            <p:ph type="body" sz="quarter" idx="22"/>
          </p:nvPr>
        </p:nvSpPr>
        <p:spPr>
          <a:xfrm>
            <a:off x="9398651"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6">
            <a:extLst>
              <a:ext uri="{FF2B5EF4-FFF2-40B4-BE49-F238E27FC236}">
                <a16:creationId xmlns:a16="http://schemas.microsoft.com/office/drawing/2014/main" id="{644BCD2A-7E42-10EE-E251-907F955BFCEB}"/>
              </a:ext>
            </a:extLst>
          </p:cNvPr>
          <p:cNvSpPr>
            <a:spLocks noGrp="1"/>
          </p:cNvSpPr>
          <p:nvPr>
            <p:ph type="body" sz="quarter" idx="23"/>
          </p:nvPr>
        </p:nvSpPr>
        <p:spPr>
          <a:xfrm>
            <a:off x="6363186"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6">
            <a:extLst>
              <a:ext uri="{FF2B5EF4-FFF2-40B4-BE49-F238E27FC236}">
                <a16:creationId xmlns:a16="http://schemas.microsoft.com/office/drawing/2014/main" id="{FEF5B836-0687-FE12-9EE1-7B2CB1124537}"/>
              </a:ext>
            </a:extLst>
          </p:cNvPr>
          <p:cNvSpPr>
            <a:spLocks noGrp="1"/>
          </p:cNvSpPr>
          <p:nvPr>
            <p:ph type="body" sz="quarter" idx="24"/>
          </p:nvPr>
        </p:nvSpPr>
        <p:spPr>
          <a:xfrm>
            <a:off x="9398651"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08598357"/>
      </p:ext>
    </p:extLst>
  </p:cSld>
  <p:clrMapOvr>
    <a:masterClrMapping/>
  </p:clrMapOvr>
  <p:transition spd="med"/>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Boxes, 4 horizontal,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600"/>
            <a:ext cx="2477765" cy="2286794"/>
          </a:xfrm>
        </p:spPr>
        <p:txBody>
          <a:bodyPr/>
          <a:lstStyle>
            <a:lvl1pPr>
              <a:lnSpc>
                <a:spcPct val="100000"/>
              </a:lnSpc>
              <a:defRPr sz="2200"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lvl1pPr>
              <a:defRPr b="0" i="0">
                <a:latin typeface="IBM Plex Sans Light" panose="020B0403050203000203" pitchFamily="34" charset="0"/>
              </a:defRPr>
            </a:lvl1p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7" name="Text Placeholder 6">
            <a:extLst>
              <a:ext uri="{FF2B5EF4-FFF2-40B4-BE49-F238E27FC236}">
                <a16:creationId xmlns:a16="http://schemas.microsoft.com/office/drawing/2014/main" id="{3E32141B-6D8C-ADDD-8D24-D2B360381383}"/>
              </a:ext>
            </a:extLst>
          </p:cNvPr>
          <p:cNvSpPr>
            <a:spLocks noGrp="1"/>
          </p:cNvSpPr>
          <p:nvPr>
            <p:ph type="body" sz="quarter" idx="23"/>
          </p:nvPr>
        </p:nvSpPr>
        <p:spPr>
          <a:xfrm>
            <a:off x="6363186"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7DBD6A3D-FB96-6A97-1F58-F61F03D37691}"/>
              </a:ext>
            </a:extLst>
          </p:cNvPr>
          <p:cNvSpPr>
            <a:spLocks noGrp="1"/>
          </p:cNvSpPr>
          <p:nvPr>
            <p:ph type="body" sz="quarter" idx="24"/>
          </p:nvPr>
        </p:nvSpPr>
        <p:spPr>
          <a:xfrm>
            <a:off x="9398651"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B54BA88F-5BD8-839D-33E8-DAC02350ACA1}"/>
              </a:ext>
            </a:extLst>
          </p:cNvPr>
          <p:cNvSpPr>
            <a:spLocks noGrp="1"/>
          </p:cNvSpPr>
          <p:nvPr>
            <p:ph type="body" sz="quarter" idx="25"/>
          </p:nvPr>
        </p:nvSpPr>
        <p:spPr>
          <a:xfrm>
            <a:off x="280252"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5BCA7C7E-4E8C-6B73-007A-21635527B083}"/>
              </a:ext>
            </a:extLst>
          </p:cNvPr>
          <p:cNvSpPr>
            <a:spLocks noGrp="1"/>
          </p:cNvSpPr>
          <p:nvPr>
            <p:ph type="body" sz="quarter" idx="26"/>
          </p:nvPr>
        </p:nvSpPr>
        <p:spPr>
          <a:xfrm>
            <a:off x="3315717"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710749314"/>
      </p:ext>
    </p:extLst>
  </p:cSld>
  <p:clrMapOvr>
    <a:masterClrMapping/>
  </p:clrMapOvr>
  <p:transition spd="med"/>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Boxes, 4 horizontal,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99" y="192024"/>
            <a:ext cx="5524575" cy="2286794"/>
          </a:xfrm>
        </p:spPr>
        <p:txBody>
          <a:bodyPr rIns="457200"/>
          <a:lstStyle>
            <a:lvl1pPr>
              <a:lnSpc>
                <a:spcPct val="100000"/>
              </a:lnSpc>
              <a:defRPr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lvl1pPr>
              <a:defRPr b="0" i="0">
                <a:latin typeface="IBM Plex Sans Light" panose="020B0403050203000203" pitchFamily="34" charset="0"/>
              </a:defRPr>
            </a:lvl1p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Text Placeholder 6">
            <a:extLst>
              <a:ext uri="{FF2B5EF4-FFF2-40B4-BE49-F238E27FC236}">
                <a16:creationId xmlns:a16="http://schemas.microsoft.com/office/drawing/2014/main" id="{34340CDF-396E-8FEA-9F33-A868AEB7DE6A}"/>
              </a:ext>
            </a:extLst>
          </p:cNvPr>
          <p:cNvSpPr>
            <a:spLocks noGrp="1"/>
          </p:cNvSpPr>
          <p:nvPr>
            <p:ph type="body" sz="quarter" idx="23"/>
          </p:nvPr>
        </p:nvSpPr>
        <p:spPr>
          <a:xfrm>
            <a:off x="6363186"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6">
            <a:extLst>
              <a:ext uri="{FF2B5EF4-FFF2-40B4-BE49-F238E27FC236}">
                <a16:creationId xmlns:a16="http://schemas.microsoft.com/office/drawing/2014/main" id="{F04B77E5-DBD6-E6DD-D620-C878361A7BB4}"/>
              </a:ext>
            </a:extLst>
          </p:cNvPr>
          <p:cNvSpPr>
            <a:spLocks noGrp="1"/>
          </p:cNvSpPr>
          <p:nvPr>
            <p:ph type="body" sz="quarter" idx="24"/>
          </p:nvPr>
        </p:nvSpPr>
        <p:spPr>
          <a:xfrm>
            <a:off x="9398651"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AC83D79D-159D-684B-A0A2-E6DD61C3A503}"/>
              </a:ext>
            </a:extLst>
          </p:cNvPr>
          <p:cNvSpPr>
            <a:spLocks noGrp="1"/>
          </p:cNvSpPr>
          <p:nvPr>
            <p:ph type="body" sz="quarter" idx="25"/>
          </p:nvPr>
        </p:nvSpPr>
        <p:spPr>
          <a:xfrm>
            <a:off x="280252"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550B9EEB-A8EA-2744-D650-EC7233DAFF4D}"/>
              </a:ext>
            </a:extLst>
          </p:cNvPr>
          <p:cNvSpPr>
            <a:spLocks noGrp="1"/>
          </p:cNvSpPr>
          <p:nvPr>
            <p:ph type="body" sz="quarter" idx="26"/>
          </p:nvPr>
        </p:nvSpPr>
        <p:spPr>
          <a:xfrm>
            <a:off x="3315717" y="3328416"/>
            <a:ext cx="2481638" cy="266712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68498438"/>
      </p:ext>
    </p:extLst>
  </p:cSld>
  <p:clrMapOvr>
    <a:masterClrMapping/>
  </p:clrMapOvr>
  <p:transition spd="med"/>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Boxes, 6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600"/>
            <a:ext cx="2474590" cy="2286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lvl1pPr>
              <a:defRPr b="0" i="0">
                <a:latin typeface="IBM Plex Sans Light" panose="020B0403050203000203" pitchFamily="34" charset="0"/>
              </a:defRPr>
            </a:lvl1p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19" name="Text Placeholder 6">
            <a:extLst>
              <a:ext uri="{FF2B5EF4-FFF2-40B4-BE49-F238E27FC236}">
                <a16:creationId xmlns:a16="http://schemas.microsoft.com/office/drawing/2014/main" id="{B74FE312-96C3-0801-8AFE-48C53A3855EF}"/>
              </a:ext>
            </a:extLst>
          </p:cNvPr>
          <p:cNvSpPr>
            <a:spLocks noGrp="1"/>
          </p:cNvSpPr>
          <p:nvPr>
            <p:ph type="body" sz="quarter" idx="10"/>
          </p:nvPr>
        </p:nvSpPr>
        <p:spPr>
          <a:xfrm>
            <a:off x="6363186"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6">
            <a:extLst>
              <a:ext uri="{FF2B5EF4-FFF2-40B4-BE49-F238E27FC236}">
                <a16:creationId xmlns:a16="http://schemas.microsoft.com/office/drawing/2014/main" id="{BFE072FD-410A-B1CF-4BD5-EFE459133BB6}"/>
              </a:ext>
            </a:extLst>
          </p:cNvPr>
          <p:cNvSpPr>
            <a:spLocks noGrp="1"/>
          </p:cNvSpPr>
          <p:nvPr>
            <p:ph type="body" sz="quarter" idx="23"/>
          </p:nvPr>
        </p:nvSpPr>
        <p:spPr>
          <a:xfrm>
            <a:off x="9398651"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6">
            <a:extLst>
              <a:ext uri="{FF2B5EF4-FFF2-40B4-BE49-F238E27FC236}">
                <a16:creationId xmlns:a16="http://schemas.microsoft.com/office/drawing/2014/main" id="{1C0822F6-B969-1E92-CC74-0CBB1126A9C8}"/>
              </a:ext>
            </a:extLst>
          </p:cNvPr>
          <p:cNvSpPr>
            <a:spLocks noGrp="1"/>
          </p:cNvSpPr>
          <p:nvPr>
            <p:ph type="body" sz="quarter" idx="24"/>
          </p:nvPr>
        </p:nvSpPr>
        <p:spPr>
          <a:xfrm>
            <a:off x="6363186"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6">
            <a:extLst>
              <a:ext uri="{FF2B5EF4-FFF2-40B4-BE49-F238E27FC236}">
                <a16:creationId xmlns:a16="http://schemas.microsoft.com/office/drawing/2014/main" id="{F9AB4B51-7CBC-4B83-F837-82517C33FEBA}"/>
              </a:ext>
            </a:extLst>
          </p:cNvPr>
          <p:cNvSpPr>
            <a:spLocks noGrp="1"/>
          </p:cNvSpPr>
          <p:nvPr>
            <p:ph type="body" sz="quarter" idx="25"/>
          </p:nvPr>
        </p:nvSpPr>
        <p:spPr>
          <a:xfrm>
            <a:off x="9398651"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Text Placeholder 6">
            <a:extLst>
              <a:ext uri="{FF2B5EF4-FFF2-40B4-BE49-F238E27FC236}">
                <a16:creationId xmlns:a16="http://schemas.microsoft.com/office/drawing/2014/main" id="{4AB00072-45AF-510F-C146-BAC3B20406FD}"/>
              </a:ext>
            </a:extLst>
          </p:cNvPr>
          <p:cNvSpPr>
            <a:spLocks noGrp="1"/>
          </p:cNvSpPr>
          <p:nvPr>
            <p:ph type="body" sz="quarter" idx="26"/>
          </p:nvPr>
        </p:nvSpPr>
        <p:spPr>
          <a:xfrm>
            <a:off x="3332555" y="288036"/>
            <a:ext cx="2481638" cy="2572542"/>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6">
            <a:extLst>
              <a:ext uri="{FF2B5EF4-FFF2-40B4-BE49-F238E27FC236}">
                <a16:creationId xmlns:a16="http://schemas.microsoft.com/office/drawing/2014/main" id="{C4503F3E-D426-7E9E-BDBD-CDA2B731934A}"/>
              </a:ext>
            </a:extLst>
          </p:cNvPr>
          <p:cNvSpPr>
            <a:spLocks noGrp="1"/>
          </p:cNvSpPr>
          <p:nvPr>
            <p:ph type="body" sz="quarter" idx="27"/>
          </p:nvPr>
        </p:nvSpPr>
        <p:spPr>
          <a:xfrm>
            <a:off x="3332555" y="3333749"/>
            <a:ext cx="2481638" cy="2476499"/>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13487171"/>
      </p:ext>
    </p:extLst>
  </p:cSld>
  <p:clrMapOvr>
    <a:masterClrMapping/>
  </p:clrMapOvr>
  <p:transition spd="med"/>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Boxes, 6 stacked,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6"/>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a:prstGeom prst="rect">
            <a:avLst/>
          </a:prstGeom>
        </p:spPr>
        <p:txBody>
          <a:bodyPr/>
          <a:lstStyle>
            <a:lvl1pPr>
              <a:defRPr sz="700" b="0" i="0">
                <a:solidFill>
                  <a:schemeClr val="tx1"/>
                </a:solidFill>
                <a:latin typeface="IBM Plex Sans Light" panose="020B0403050203000203" pitchFamily="34" charset="0"/>
              </a:defRPr>
            </a:lvl1pPr>
          </a:lstStyle>
          <a:p>
            <a:r>
              <a:rPr lang="en-US"/>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lvl1pPr>
              <a:defRPr b="0" i="0">
                <a:latin typeface="IBM Plex Sans Light" panose="020B0403050203000203" pitchFamily="34" charset="0"/>
              </a:defRPr>
            </a:lvl1pPr>
          </a:lstStyle>
          <a:p>
            <a:endParaRPr lang="en-US"/>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Text Placeholder 6">
            <a:extLst>
              <a:ext uri="{FF2B5EF4-FFF2-40B4-BE49-F238E27FC236}">
                <a16:creationId xmlns:a16="http://schemas.microsoft.com/office/drawing/2014/main" id="{0784E564-F094-C65E-4C30-6AD26FD6AE47}"/>
              </a:ext>
            </a:extLst>
          </p:cNvPr>
          <p:cNvSpPr>
            <a:spLocks noGrp="1"/>
          </p:cNvSpPr>
          <p:nvPr>
            <p:ph type="body" sz="quarter" idx="10"/>
          </p:nvPr>
        </p:nvSpPr>
        <p:spPr>
          <a:xfrm>
            <a:off x="6363186" y="713705"/>
            <a:ext cx="2481638" cy="1858041"/>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5B384162-F420-216E-B250-BA49ED23AA36}"/>
              </a:ext>
            </a:extLst>
          </p:cNvPr>
          <p:cNvSpPr>
            <a:spLocks noGrp="1"/>
          </p:cNvSpPr>
          <p:nvPr>
            <p:ph type="body" sz="quarter" idx="24"/>
          </p:nvPr>
        </p:nvSpPr>
        <p:spPr>
          <a:xfrm>
            <a:off x="9398651" y="713705"/>
            <a:ext cx="2481638" cy="1858038"/>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6">
            <a:extLst>
              <a:ext uri="{FF2B5EF4-FFF2-40B4-BE49-F238E27FC236}">
                <a16:creationId xmlns:a16="http://schemas.microsoft.com/office/drawing/2014/main" id="{2D5D50EC-56AE-CB68-AF0D-967D997C2277}"/>
              </a:ext>
            </a:extLst>
          </p:cNvPr>
          <p:cNvSpPr>
            <a:spLocks noGrp="1"/>
          </p:cNvSpPr>
          <p:nvPr>
            <p:ph type="body" sz="quarter" idx="25"/>
          </p:nvPr>
        </p:nvSpPr>
        <p:spPr>
          <a:xfrm>
            <a:off x="6363186" y="3759417"/>
            <a:ext cx="2481638" cy="1860328"/>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95DF0382-EAC2-42E6-8F3C-D78D99701167}"/>
              </a:ext>
            </a:extLst>
          </p:cNvPr>
          <p:cNvSpPr>
            <a:spLocks noGrp="1"/>
          </p:cNvSpPr>
          <p:nvPr>
            <p:ph type="body" sz="quarter" idx="26"/>
          </p:nvPr>
        </p:nvSpPr>
        <p:spPr>
          <a:xfrm>
            <a:off x="9398651" y="3759418"/>
            <a:ext cx="2481638" cy="1860326"/>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6">
            <a:extLst>
              <a:ext uri="{FF2B5EF4-FFF2-40B4-BE49-F238E27FC236}">
                <a16:creationId xmlns:a16="http://schemas.microsoft.com/office/drawing/2014/main" id="{DD63E7DA-FA91-79CE-F137-C4CFF4237814}"/>
              </a:ext>
            </a:extLst>
          </p:cNvPr>
          <p:cNvSpPr>
            <a:spLocks noGrp="1"/>
          </p:cNvSpPr>
          <p:nvPr>
            <p:ph type="body" sz="quarter" idx="27"/>
          </p:nvPr>
        </p:nvSpPr>
        <p:spPr>
          <a:xfrm>
            <a:off x="3332555" y="713704"/>
            <a:ext cx="2481638" cy="1858041"/>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6">
            <a:extLst>
              <a:ext uri="{FF2B5EF4-FFF2-40B4-BE49-F238E27FC236}">
                <a16:creationId xmlns:a16="http://schemas.microsoft.com/office/drawing/2014/main" id="{03E415E0-33AF-4F69-4718-A13AF38331B2}"/>
              </a:ext>
            </a:extLst>
          </p:cNvPr>
          <p:cNvSpPr>
            <a:spLocks noGrp="1"/>
          </p:cNvSpPr>
          <p:nvPr>
            <p:ph type="body" sz="quarter" idx="28"/>
          </p:nvPr>
        </p:nvSpPr>
        <p:spPr>
          <a:xfrm>
            <a:off x="3332555" y="3759417"/>
            <a:ext cx="2481638" cy="1860327"/>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23171427"/>
      </p:ext>
    </p:extLst>
  </p:cSld>
  <p:clrMapOvr>
    <a:masterClrMapping/>
  </p:clrMapOvr>
  <p:transition spd="med"/>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024"/>
            <a:ext cx="5519019" cy="1706563"/>
          </a:xfrm>
        </p:spPr>
        <p:txBody>
          <a:bodyPr rIns="457200"/>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5" name="Text Placeholder 6">
            <a:extLst>
              <a:ext uri="{FF2B5EF4-FFF2-40B4-BE49-F238E27FC236}">
                <a16:creationId xmlns:a16="http://schemas.microsoft.com/office/drawing/2014/main" id="{22EB5F78-B3F7-EBA1-BE53-B96CA397D9E3}"/>
              </a:ext>
            </a:extLst>
          </p:cNvPr>
          <p:cNvSpPr>
            <a:spLocks noGrp="1"/>
          </p:cNvSpPr>
          <p:nvPr>
            <p:ph type="body" sz="quarter" idx="10"/>
          </p:nvPr>
        </p:nvSpPr>
        <p:spPr>
          <a:xfrm>
            <a:off x="6363186"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6" name="Text Placeholder 6">
            <a:extLst>
              <a:ext uri="{FF2B5EF4-FFF2-40B4-BE49-F238E27FC236}">
                <a16:creationId xmlns:a16="http://schemas.microsoft.com/office/drawing/2014/main" id="{BFFEAD4C-1129-22EA-9ED5-9BE409A0C748}"/>
              </a:ext>
            </a:extLst>
          </p:cNvPr>
          <p:cNvSpPr>
            <a:spLocks noGrp="1"/>
          </p:cNvSpPr>
          <p:nvPr>
            <p:ph type="body" sz="quarter" idx="23"/>
          </p:nvPr>
        </p:nvSpPr>
        <p:spPr>
          <a:xfrm>
            <a:off x="9398651" y="288037"/>
            <a:ext cx="2481638"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7" name="Text Placeholder 6">
            <a:extLst>
              <a:ext uri="{FF2B5EF4-FFF2-40B4-BE49-F238E27FC236}">
                <a16:creationId xmlns:a16="http://schemas.microsoft.com/office/drawing/2014/main" id="{91719EAC-72ED-B4B5-CA48-EB23C5EB8B0A}"/>
              </a:ext>
            </a:extLst>
          </p:cNvPr>
          <p:cNvSpPr>
            <a:spLocks noGrp="1"/>
          </p:cNvSpPr>
          <p:nvPr>
            <p:ph type="body" sz="quarter" idx="24"/>
          </p:nvPr>
        </p:nvSpPr>
        <p:spPr>
          <a:xfrm>
            <a:off x="6363186"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8" name="Text Placeholder 6">
            <a:extLst>
              <a:ext uri="{FF2B5EF4-FFF2-40B4-BE49-F238E27FC236}">
                <a16:creationId xmlns:a16="http://schemas.microsoft.com/office/drawing/2014/main" id="{28C9C88E-05A2-25E3-4571-C794E968D7FC}"/>
              </a:ext>
            </a:extLst>
          </p:cNvPr>
          <p:cNvSpPr>
            <a:spLocks noGrp="1"/>
          </p:cNvSpPr>
          <p:nvPr>
            <p:ph type="body" sz="quarter" idx="25"/>
          </p:nvPr>
        </p:nvSpPr>
        <p:spPr>
          <a:xfrm>
            <a:off x="9398651" y="3333750"/>
            <a:ext cx="2481638" cy="247650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9" name="Text Placeholder 6">
            <a:extLst>
              <a:ext uri="{FF2B5EF4-FFF2-40B4-BE49-F238E27FC236}">
                <a16:creationId xmlns:a16="http://schemas.microsoft.com/office/drawing/2014/main" id="{D76302BE-E896-F153-8F88-B63A433B5C29}"/>
              </a:ext>
            </a:extLst>
          </p:cNvPr>
          <p:cNvSpPr>
            <a:spLocks noGrp="1"/>
          </p:cNvSpPr>
          <p:nvPr>
            <p:ph type="body" sz="quarter" idx="26"/>
          </p:nvPr>
        </p:nvSpPr>
        <p:spPr>
          <a:xfrm>
            <a:off x="287301" y="3332988"/>
            <a:ext cx="2481638" cy="2477257"/>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0" name="Text Placeholder 6">
            <a:extLst>
              <a:ext uri="{FF2B5EF4-FFF2-40B4-BE49-F238E27FC236}">
                <a16:creationId xmlns:a16="http://schemas.microsoft.com/office/drawing/2014/main" id="{FF14BC99-A0C2-45B6-C1F6-84D3EACEDF48}"/>
              </a:ext>
            </a:extLst>
          </p:cNvPr>
          <p:cNvSpPr>
            <a:spLocks noGrp="1"/>
          </p:cNvSpPr>
          <p:nvPr>
            <p:ph type="body" sz="quarter" idx="27"/>
          </p:nvPr>
        </p:nvSpPr>
        <p:spPr>
          <a:xfrm>
            <a:off x="3332555" y="3333749"/>
            <a:ext cx="2481638" cy="2476499"/>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defTabSz="580528">
              <a:lnSpc>
                <a:spcPct val="100000"/>
              </a:lnSpc>
              <a:spcBef>
                <a:spcPts val="0"/>
              </a:spcBef>
              <a:defRPr sz="1800" b="0" i="0">
                <a:solidFill>
                  <a:schemeClr val="tx1"/>
                </a:solidFill>
                <a:latin typeface="IBM Plex Sans Light" panose="020B0403050203000203" pitchFamily="34" charset="0"/>
              </a:defRPr>
            </a:lvl2pPr>
            <a:lvl3pPr defTabSz="580528">
              <a:lnSpc>
                <a:spcPct val="100000"/>
              </a:lnSpc>
              <a:spcBef>
                <a:spcPts val="0"/>
              </a:spcBef>
              <a:defRPr sz="1800" b="0" i="0">
                <a:solidFill>
                  <a:schemeClr val="tx1"/>
                </a:solidFill>
                <a:latin typeface="IBM Plex Sans Light" panose="020B0403050203000203" pitchFamily="34" charset="0"/>
              </a:defRPr>
            </a:lvl3pPr>
            <a:lvl4pPr defTabSz="580528">
              <a:lnSpc>
                <a:spcPct val="100000"/>
              </a:lnSpc>
              <a:spcBef>
                <a:spcPts val="0"/>
              </a:spcBef>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66644359"/>
      </p:ext>
    </p:extLst>
  </p:cSld>
  <p:clrMapOvr>
    <a:masterClrMapping/>
  </p:clrMapOvr>
  <p:transition spd="med"/>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600"/>
            <a:ext cx="2474590" cy="1706563"/>
          </a:xfrm>
        </p:spPr>
        <p:txBody>
          <a:bodyPr rIns="0"/>
          <a:lstStyle>
            <a:lvl1pPr>
              <a:lnSpc>
                <a:spcPct val="100000"/>
              </a:lnSpc>
              <a:defRPr sz="2200"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Text Placeholder 6">
            <a:extLst>
              <a:ext uri="{FF2B5EF4-FFF2-40B4-BE49-F238E27FC236}">
                <a16:creationId xmlns:a16="http://schemas.microsoft.com/office/drawing/2014/main" id="{FBA90B24-A7AA-EE26-4DF0-B0850F874CC1}"/>
              </a:ext>
            </a:extLst>
          </p:cNvPr>
          <p:cNvSpPr>
            <a:spLocks noGrp="1"/>
          </p:cNvSpPr>
          <p:nvPr>
            <p:ph type="body" sz="quarter" idx="20"/>
          </p:nvPr>
        </p:nvSpPr>
        <p:spPr>
          <a:xfrm>
            <a:off x="275969" y="3332987"/>
            <a:ext cx="2512742" cy="2477258"/>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6">
            <a:extLst>
              <a:ext uri="{FF2B5EF4-FFF2-40B4-BE49-F238E27FC236}">
                <a16:creationId xmlns:a16="http://schemas.microsoft.com/office/drawing/2014/main" id="{B293E5F0-8E0D-8611-485C-03E54EE01CAD}"/>
              </a:ext>
            </a:extLst>
          </p:cNvPr>
          <p:cNvSpPr>
            <a:spLocks noGrp="1"/>
          </p:cNvSpPr>
          <p:nvPr>
            <p:ph type="body" sz="quarter" idx="28"/>
          </p:nvPr>
        </p:nvSpPr>
        <p:spPr>
          <a:xfrm>
            <a:off x="3329263" y="3332988"/>
            <a:ext cx="2512742" cy="2477255"/>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7E5B5649-C746-EAC6-E506-88A5EE6297F2}"/>
              </a:ext>
            </a:extLst>
          </p:cNvPr>
          <p:cNvSpPr>
            <a:spLocks noGrp="1"/>
          </p:cNvSpPr>
          <p:nvPr>
            <p:ph type="body" sz="quarter" idx="29"/>
          </p:nvPr>
        </p:nvSpPr>
        <p:spPr>
          <a:xfrm>
            <a:off x="6361876" y="3350711"/>
            <a:ext cx="2512742" cy="245953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D1C336AE-32DC-6A3D-A0A5-FD3BEEE59FD9}"/>
              </a:ext>
            </a:extLst>
          </p:cNvPr>
          <p:cNvSpPr>
            <a:spLocks noGrp="1"/>
          </p:cNvSpPr>
          <p:nvPr>
            <p:ph type="body" sz="quarter" idx="30"/>
          </p:nvPr>
        </p:nvSpPr>
        <p:spPr>
          <a:xfrm>
            <a:off x="9394676" y="3332988"/>
            <a:ext cx="2489064" cy="2477249"/>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58F4A404-A74C-F889-564A-6677AB4E33D2}"/>
              </a:ext>
            </a:extLst>
          </p:cNvPr>
          <p:cNvSpPr>
            <a:spLocks noGrp="1"/>
          </p:cNvSpPr>
          <p:nvPr>
            <p:ph type="body" sz="quarter" idx="31"/>
          </p:nvPr>
        </p:nvSpPr>
        <p:spPr>
          <a:xfrm>
            <a:off x="9404886" y="288037"/>
            <a:ext cx="2489064" cy="257254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4D20BC60-A254-2972-5466-846B4E395A1C}"/>
              </a:ext>
            </a:extLst>
          </p:cNvPr>
          <p:cNvSpPr>
            <a:spLocks noGrp="1"/>
          </p:cNvSpPr>
          <p:nvPr>
            <p:ph type="body" sz="quarter" idx="32"/>
          </p:nvPr>
        </p:nvSpPr>
        <p:spPr>
          <a:xfrm>
            <a:off x="6345360" y="288036"/>
            <a:ext cx="2489064" cy="257254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81767626"/>
      </p:ext>
    </p:extLst>
  </p:cSld>
  <p:clrMapOvr>
    <a:masterClrMapping/>
  </p:clrMapOvr>
  <p:transition spd="med"/>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Video or imagery, half,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lvl1pPr>
              <a:defRPr b="0" i="0">
                <a:latin typeface="IBM Plex Sans Light" panose="020B0403050203000203" pitchFamily="34" charset="0"/>
              </a:defRPr>
            </a:lvl1pPr>
          </a:lstStyle>
          <a:p>
            <a:endParaRPr lang="en-US"/>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4956"/>
            <a:ext cx="5523781" cy="6287294"/>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6" name="Text Placeholder 6">
            <a:extLst>
              <a:ext uri="{FF2B5EF4-FFF2-40B4-BE49-F238E27FC236}">
                <a16:creationId xmlns:a16="http://schemas.microsoft.com/office/drawing/2014/main" id="{F97050FE-79BA-7876-7C87-1EBC54ABDE3B}"/>
              </a:ext>
            </a:extLst>
          </p:cNvPr>
          <p:cNvSpPr>
            <a:spLocks noGrp="1"/>
          </p:cNvSpPr>
          <p:nvPr>
            <p:ph type="body" sz="quarter" idx="21"/>
          </p:nvPr>
        </p:nvSpPr>
        <p:spPr>
          <a:xfrm>
            <a:off x="275969" y="1714500"/>
            <a:ext cx="2485921"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0F1D7D74-3344-9F6B-7157-4A7E1AB48342}"/>
              </a:ext>
            </a:extLst>
          </p:cNvPr>
          <p:cNvSpPr>
            <a:spLocks noGrp="1"/>
          </p:cNvSpPr>
          <p:nvPr>
            <p:ph type="body" sz="quarter" idx="22"/>
          </p:nvPr>
        </p:nvSpPr>
        <p:spPr>
          <a:xfrm>
            <a:off x="3334110" y="1714500"/>
            <a:ext cx="2485921"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03340352"/>
      </p:ext>
    </p:extLst>
  </p:cSld>
  <p:clrMapOvr>
    <a:masterClrMapping/>
  </p:clrMapOvr>
  <p:transition spd="med"/>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Video or imagery, 3/4, ble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866" y="6452314"/>
            <a:ext cx="133834" cy="123111"/>
          </a:xfrm>
          <a:prstGeom prst="rect">
            <a:avLst/>
          </a:prstGeom>
        </p:spPr>
        <p:txBody>
          <a:bodyPr/>
          <a:lstStyle>
            <a:lvl1pPr>
              <a:defRPr b="0" i="0">
                <a:latin typeface="IBM Plex Sans Light" panose="020B0403050203000203" pitchFamily="34" charset="0"/>
              </a:defRPr>
            </a:lvl1pPr>
          </a:lstStyle>
          <a:p>
            <a:fld id="{86CB4B4D-7CA3-9044-876B-883B54F8677D}" type="slidenum">
              <a:rPr lang="en-US" smtClean="0"/>
              <a:pPr/>
              <a:t>‹#›</a:t>
            </a:fld>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7" name="Text Placeholder 6">
            <a:extLst>
              <a:ext uri="{FF2B5EF4-FFF2-40B4-BE49-F238E27FC236}">
                <a16:creationId xmlns:a16="http://schemas.microsoft.com/office/drawing/2014/main" id="{C7581521-9341-A586-10B8-D3CD3EBBADFC}"/>
              </a:ext>
            </a:extLst>
          </p:cNvPr>
          <p:cNvSpPr>
            <a:spLocks noGrp="1"/>
          </p:cNvSpPr>
          <p:nvPr>
            <p:ph type="body" sz="quarter" idx="20"/>
          </p:nvPr>
        </p:nvSpPr>
        <p:spPr>
          <a:xfrm>
            <a:off x="275969" y="1714500"/>
            <a:ext cx="2485921"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54888090"/>
      </p:ext>
    </p:extLst>
  </p:cSld>
  <p:clrMapOvr>
    <a:masterClrMapping/>
  </p:clrMapOvr>
  <p:transition spd="med"/>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Video or imagery, 3/4,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866" y="6452314"/>
            <a:ext cx="133834" cy="123111"/>
          </a:xfrm>
          <a:prstGeom prst="rect">
            <a:avLst/>
          </a:prstGeom>
        </p:spPr>
        <p:txBody>
          <a:bodyPr/>
          <a:lstStyle>
            <a:lvl1pPr>
              <a:defRPr b="0" i="0">
                <a:latin typeface="IBM Plex Sans Light" panose="020B0403050203000203" pitchFamily="34" charset="0"/>
              </a:defRPr>
            </a:lvl1pPr>
          </a:lstStyle>
          <a:p>
            <a:fld id="{86CB4B4D-7CA3-9044-876B-883B54F8677D}" type="slidenum">
              <a:rPr lang="en-US" smtClean="0"/>
              <a:pPr/>
              <a:t>‹#›</a:t>
            </a:fld>
            <a:endParaRPr lang="en-US"/>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5"/>
            <a:ext cx="8574559" cy="6289675"/>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5" name="Text Placeholder 6">
            <a:extLst>
              <a:ext uri="{FF2B5EF4-FFF2-40B4-BE49-F238E27FC236}">
                <a16:creationId xmlns:a16="http://schemas.microsoft.com/office/drawing/2014/main" id="{4D171C2C-D5EE-B66A-FC5F-45245937D132}"/>
              </a:ext>
            </a:extLst>
          </p:cNvPr>
          <p:cNvSpPr>
            <a:spLocks noGrp="1"/>
          </p:cNvSpPr>
          <p:nvPr>
            <p:ph type="body" sz="quarter" idx="19"/>
          </p:nvPr>
        </p:nvSpPr>
        <p:spPr>
          <a:xfrm>
            <a:off x="281498" y="1714500"/>
            <a:ext cx="2481638" cy="4286250"/>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24438615"/>
      </p:ext>
    </p:extLst>
  </p:cSld>
  <p:clrMapOvr>
    <a:masterClrMapping/>
  </p:clrMapOvr>
  <p:transition spd="med"/>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Video or imagery, blee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392528191"/>
      </p:ext>
    </p:extLst>
  </p:cSld>
  <p:clrMapOvr>
    <a:masterClrMapping/>
  </p:clrMapOvr>
  <p:transition spd="med"/>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Video or imagery, inse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4"/>
            <a:ext cx="134652" cy="123111"/>
          </a:xfrm>
          <a:prstGeom prst="rect">
            <a:avLst/>
          </a:prstGeom>
        </p:spPr>
        <p:txBody>
          <a:bodyPr/>
          <a:lstStyle/>
          <a:p>
            <a:fld id="{86CB4B4D-7CA3-9044-876B-883B54F8677D}" type="slidenum">
              <a:rPr lang="en-US" smtClean="0"/>
              <a:t>‹#›</a:t>
            </a:fld>
            <a:endParaRPr lang="en-US"/>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prstGeom prst="rect">
            <a:avLst/>
          </a:prstGeo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2428768"/>
      </p:ext>
    </p:extLst>
  </p:cSld>
  <p:clrMapOvr>
    <a:masterClrMapping/>
  </p:clrMapOvr>
  <p:transition spd="med"/>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Contacts, profiles, contributors">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58561"/>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lvl1pPr>
              <a:defRPr b="0" i="0">
                <a:latin typeface="IBM Plex Sans Light" panose="020B0403050203000203" pitchFamily="34" charset="0"/>
              </a:defRPr>
            </a:lvl1pPr>
          </a:lstStyle>
          <a:p>
            <a:endParaRPr lang="en-US"/>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09437"/>
            <a:ext cx="1236501" cy="12382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5" y="30607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5" y="4762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5" y="13335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Picture Placeholder 7">
            <a:extLst>
              <a:ext uri="{FF2B5EF4-FFF2-40B4-BE49-F238E27FC236}">
                <a16:creationId xmlns:a16="http://schemas.microsoft.com/office/drawing/2014/main" id="{2BD9F85F-FC85-6E91-ADD3-38F0F5BEE2E9}"/>
              </a:ext>
            </a:extLst>
          </p:cNvPr>
          <p:cNvSpPr>
            <a:spLocks noGrp="1"/>
          </p:cNvSpPr>
          <p:nvPr>
            <p:ph type="pic" sz="quarter" idx="31" hasCustomPrompt="1"/>
          </p:nvPr>
        </p:nvSpPr>
        <p:spPr>
          <a:xfrm>
            <a:off x="6381618" y="3058561"/>
            <a:ext cx="1163957"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3" name="Picture Placeholder 7">
            <a:extLst>
              <a:ext uri="{FF2B5EF4-FFF2-40B4-BE49-F238E27FC236}">
                <a16:creationId xmlns:a16="http://schemas.microsoft.com/office/drawing/2014/main" id="{8FF7CC5C-A250-D817-B1E6-EBD584F08B1B}"/>
              </a:ext>
            </a:extLst>
          </p:cNvPr>
          <p:cNvSpPr>
            <a:spLocks noGrp="1"/>
          </p:cNvSpPr>
          <p:nvPr>
            <p:ph type="pic" sz="quarter" idx="32" hasCustomPrompt="1"/>
          </p:nvPr>
        </p:nvSpPr>
        <p:spPr>
          <a:xfrm>
            <a:off x="6381618" y="4762500"/>
            <a:ext cx="1163957"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4" name="Picture Placeholder 7">
            <a:extLst>
              <a:ext uri="{FF2B5EF4-FFF2-40B4-BE49-F238E27FC236}">
                <a16:creationId xmlns:a16="http://schemas.microsoft.com/office/drawing/2014/main" id="{9416EBE0-0E9C-366F-583C-0BE751DA2B30}"/>
              </a:ext>
            </a:extLst>
          </p:cNvPr>
          <p:cNvSpPr>
            <a:spLocks noGrp="1"/>
          </p:cNvSpPr>
          <p:nvPr>
            <p:ph type="pic" sz="quarter" idx="33" hasCustomPrompt="1"/>
          </p:nvPr>
        </p:nvSpPr>
        <p:spPr>
          <a:xfrm>
            <a:off x="6381618" y="1323037"/>
            <a:ext cx="1163957" cy="12382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2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18" name="Text Placeholder 6">
            <a:extLst>
              <a:ext uri="{FF2B5EF4-FFF2-40B4-BE49-F238E27FC236}">
                <a16:creationId xmlns:a16="http://schemas.microsoft.com/office/drawing/2014/main" id="{64C60C05-9B2E-E5AA-E325-3B56BC1B4589}"/>
              </a:ext>
            </a:extLst>
          </p:cNvPr>
          <p:cNvSpPr>
            <a:spLocks noGrp="1"/>
          </p:cNvSpPr>
          <p:nvPr>
            <p:ph type="body" sz="quarter" idx="37"/>
          </p:nvPr>
        </p:nvSpPr>
        <p:spPr>
          <a:xfrm>
            <a:off x="1674594" y="1309437"/>
            <a:ext cx="2877873" cy="126231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6">
            <a:extLst>
              <a:ext uri="{FF2B5EF4-FFF2-40B4-BE49-F238E27FC236}">
                <a16:creationId xmlns:a16="http://schemas.microsoft.com/office/drawing/2014/main" id="{E5379598-B132-493E-3A4A-13641BF453F4}"/>
              </a:ext>
            </a:extLst>
          </p:cNvPr>
          <p:cNvSpPr>
            <a:spLocks noGrp="1"/>
          </p:cNvSpPr>
          <p:nvPr>
            <p:ph type="body" sz="quarter" idx="38"/>
          </p:nvPr>
        </p:nvSpPr>
        <p:spPr>
          <a:xfrm>
            <a:off x="1674594" y="3058562"/>
            <a:ext cx="2877873" cy="123015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6">
            <a:extLst>
              <a:ext uri="{FF2B5EF4-FFF2-40B4-BE49-F238E27FC236}">
                <a16:creationId xmlns:a16="http://schemas.microsoft.com/office/drawing/2014/main" id="{D387A7EC-6D77-1F31-248D-AF22142944DA}"/>
              </a:ext>
            </a:extLst>
          </p:cNvPr>
          <p:cNvSpPr>
            <a:spLocks noGrp="1"/>
          </p:cNvSpPr>
          <p:nvPr>
            <p:ph type="body" sz="quarter" idx="39"/>
          </p:nvPr>
        </p:nvSpPr>
        <p:spPr>
          <a:xfrm>
            <a:off x="1674593" y="4762500"/>
            <a:ext cx="2921430" cy="123015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Picture Placeholder 7">
            <a:extLst>
              <a:ext uri="{FF2B5EF4-FFF2-40B4-BE49-F238E27FC236}">
                <a16:creationId xmlns:a16="http://schemas.microsoft.com/office/drawing/2014/main" id="{79C6738A-ED82-E7BB-C9BF-8057E77ED4B9}"/>
              </a:ext>
            </a:extLst>
          </p:cNvPr>
          <p:cNvSpPr>
            <a:spLocks noGrp="1"/>
          </p:cNvSpPr>
          <p:nvPr>
            <p:ph type="pic" sz="quarter" idx="40" hasCustomPrompt="1"/>
          </p:nvPr>
        </p:nvSpPr>
        <p:spPr>
          <a:xfrm>
            <a:off x="6377613" y="3072162"/>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33" name="Picture Placeholder 7">
            <a:extLst>
              <a:ext uri="{FF2B5EF4-FFF2-40B4-BE49-F238E27FC236}">
                <a16:creationId xmlns:a16="http://schemas.microsoft.com/office/drawing/2014/main" id="{24967257-4251-A48B-9DE6-F07EC4EC0362}"/>
              </a:ext>
            </a:extLst>
          </p:cNvPr>
          <p:cNvSpPr>
            <a:spLocks noGrp="1"/>
          </p:cNvSpPr>
          <p:nvPr>
            <p:ph type="pic" sz="quarter" idx="41" hasCustomPrompt="1"/>
          </p:nvPr>
        </p:nvSpPr>
        <p:spPr>
          <a:xfrm>
            <a:off x="6377613" y="4776100"/>
            <a:ext cx="1236501"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34" name="Picture Placeholder 7">
            <a:extLst>
              <a:ext uri="{FF2B5EF4-FFF2-40B4-BE49-F238E27FC236}">
                <a16:creationId xmlns:a16="http://schemas.microsoft.com/office/drawing/2014/main" id="{4A6B1635-0D2E-93F5-D353-C9B1B58E7780}"/>
              </a:ext>
            </a:extLst>
          </p:cNvPr>
          <p:cNvSpPr>
            <a:spLocks noGrp="1"/>
          </p:cNvSpPr>
          <p:nvPr>
            <p:ph type="pic" sz="quarter" idx="42" hasCustomPrompt="1"/>
          </p:nvPr>
        </p:nvSpPr>
        <p:spPr>
          <a:xfrm>
            <a:off x="6377613" y="1323037"/>
            <a:ext cx="1236501" cy="12382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44" name="Picture Placeholder 7">
            <a:extLst>
              <a:ext uri="{FF2B5EF4-FFF2-40B4-BE49-F238E27FC236}">
                <a16:creationId xmlns:a16="http://schemas.microsoft.com/office/drawing/2014/main" id="{0541A3D3-1296-6D28-80F6-210E0C86167C}"/>
              </a:ext>
            </a:extLst>
          </p:cNvPr>
          <p:cNvSpPr>
            <a:spLocks noGrp="1"/>
          </p:cNvSpPr>
          <p:nvPr>
            <p:ph type="pic" sz="quarter" idx="46" hasCustomPrompt="1"/>
          </p:nvPr>
        </p:nvSpPr>
        <p:spPr>
          <a:xfrm>
            <a:off x="6377613" y="3082625"/>
            <a:ext cx="1145388"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45" name="Picture Placeholder 7">
            <a:extLst>
              <a:ext uri="{FF2B5EF4-FFF2-40B4-BE49-F238E27FC236}">
                <a16:creationId xmlns:a16="http://schemas.microsoft.com/office/drawing/2014/main" id="{EE31C9DF-6A33-F9E3-7394-0B59091621E3}"/>
              </a:ext>
            </a:extLst>
          </p:cNvPr>
          <p:cNvSpPr>
            <a:spLocks noGrp="1"/>
          </p:cNvSpPr>
          <p:nvPr>
            <p:ph type="pic" sz="quarter" idx="47" hasCustomPrompt="1"/>
          </p:nvPr>
        </p:nvSpPr>
        <p:spPr>
          <a:xfrm>
            <a:off x="6377613" y="4786563"/>
            <a:ext cx="1145388" cy="1238250"/>
          </a:xfrm>
          <a:prstGeom prst="rect">
            <a:avLst/>
          </a:prstGeo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46" name="Picture Placeholder 7">
            <a:extLst>
              <a:ext uri="{FF2B5EF4-FFF2-40B4-BE49-F238E27FC236}">
                <a16:creationId xmlns:a16="http://schemas.microsoft.com/office/drawing/2014/main" id="{2CAAA857-D33B-2769-F70D-96215C29A417}"/>
              </a:ext>
            </a:extLst>
          </p:cNvPr>
          <p:cNvSpPr>
            <a:spLocks noGrp="1"/>
          </p:cNvSpPr>
          <p:nvPr>
            <p:ph type="pic" sz="quarter" idx="48" hasCustomPrompt="1"/>
          </p:nvPr>
        </p:nvSpPr>
        <p:spPr>
          <a:xfrm>
            <a:off x="6377613" y="1333500"/>
            <a:ext cx="1145388" cy="123825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a:t>Place imagery here</a:t>
            </a:r>
          </a:p>
        </p:txBody>
      </p:sp>
      <p:sp>
        <p:nvSpPr>
          <p:cNvPr id="47" name="Text Placeholder 6">
            <a:extLst>
              <a:ext uri="{FF2B5EF4-FFF2-40B4-BE49-F238E27FC236}">
                <a16:creationId xmlns:a16="http://schemas.microsoft.com/office/drawing/2014/main" id="{3412D36A-B5BE-A294-20DF-30B55A06C5A9}"/>
              </a:ext>
            </a:extLst>
          </p:cNvPr>
          <p:cNvSpPr>
            <a:spLocks noGrp="1"/>
          </p:cNvSpPr>
          <p:nvPr>
            <p:ph type="body" sz="quarter" idx="49"/>
          </p:nvPr>
        </p:nvSpPr>
        <p:spPr>
          <a:xfrm>
            <a:off x="7764207" y="1333500"/>
            <a:ext cx="2921430" cy="126231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8" name="Text Placeholder 6">
            <a:extLst>
              <a:ext uri="{FF2B5EF4-FFF2-40B4-BE49-F238E27FC236}">
                <a16:creationId xmlns:a16="http://schemas.microsoft.com/office/drawing/2014/main" id="{ED900610-36FC-D7DA-7651-CC7E3D3200DB}"/>
              </a:ext>
            </a:extLst>
          </p:cNvPr>
          <p:cNvSpPr>
            <a:spLocks noGrp="1"/>
          </p:cNvSpPr>
          <p:nvPr>
            <p:ph type="body" sz="quarter" idx="50"/>
          </p:nvPr>
        </p:nvSpPr>
        <p:spPr>
          <a:xfrm>
            <a:off x="7764207" y="3082625"/>
            <a:ext cx="2921430" cy="123015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9" name="Text Placeholder 6">
            <a:extLst>
              <a:ext uri="{FF2B5EF4-FFF2-40B4-BE49-F238E27FC236}">
                <a16:creationId xmlns:a16="http://schemas.microsoft.com/office/drawing/2014/main" id="{BFEAE0F0-F94C-F405-C850-B3545368F695}"/>
              </a:ext>
            </a:extLst>
          </p:cNvPr>
          <p:cNvSpPr>
            <a:spLocks noGrp="1"/>
          </p:cNvSpPr>
          <p:nvPr>
            <p:ph type="body" sz="quarter" idx="51"/>
          </p:nvPr>
        </p:nvSpPr>
        <p:spPr>
          <a:xfrm>
            <a:off x="7764207" y="4786563"/>
            <a:ext cx="2921430" cy="1230153"/>
          </a:xfrm>
          <a:prstGeom prst="rect">
            <a:avLst/>
          </a:prstGeom>
        </p:spPr>
        <p:txBody>
          <a:bodyPr/>
          <a:lstStyle>
            <a:lvl1pPr defTabSz="580528">
              <a:lnSpc>
                <a:spcPct val="100000"/>
              </a:lnSpc>
              <a:spcBef>
                <a:spcPts val="0"/>
              </a:spcBef>
              <a:defRPr sz="1800" b="0" i="0">
                <a:solidFill>
                  <a:schemeClr val="tx1"/>
                </a:solidFill>
                <a:latin typeface="IBM Plex Sans Light" panose="020B0403050203000203" pitchFamily="34" charset="0"/>
              </a:defRPr>
            </a:lvl1pPr>
            <a:lvl2pPr marL="163767"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34"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01" indent="-163767" defTabSz="580528">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289176589"/>
      </p:ext>
    </p:extLst>
  </p:cSld>
  <p:clrMapOvr>
    <a:masterClrMapping/>
  </p:clrMapOvr>
  <p:transition spd="med"/>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228679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a:prstGeom prst="rect">
            <a:avLst/>
          </a:prstGeom>
        </p:spPr>
        <p:txBody>
          <a:bodyPr anchor="ctr"/>
          <a:lstStyle>
            <a:lvl1pPr algn="ctr">
              <a:defRPr b="0" i="0">
                <a:solidFill>
                  <a:schemeClr val="tx1"/>
                </a:solidFill>
                <a:latin typeface="IBM Plex Sans Light" panose="020B0403050203000203" pitchFamily="34" charset="0"/>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89486909"/>
      </p:ext>
    </p:extLst>
  </p:cSld>
  <p:clrMapOvr>
    <a:masterClrMapping/>
  </p:clrMapOvr>
  <p:transition spd="med"/>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Legal disclaimer, one colum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600"/>
            <a:ext cx="2477765" cy="1429544"/>
          </a:xfrm>
          <a:prstGeom prst="rect">
            <a:avLst/>
          </a:prstGeom>
        </p:spPr>
        <p:txBody>
          <a:bodyPr/>
          <a:lstStyle>
            <a:lvl1pPr>
              <a:lnSpc>
                <a:spcPct val="100000"/>
              </a:lnSpc>
              <a:spcBef>
                <a:spcPts val="0"/>
              </a:spcBef>
              <a:defRPr sz="3199" b="0" i="0">
                <a:solidFill>
                  <a:schemeClr val="tx2"/>
                </a:solidFill>
                <a:latin typeface="IBM Plex Sans Light" panose="020B0403050203000203" pitchFamily="34" charset="0"/>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a:prstGeom prst="rect">
            <a:avLst/>
          </a:prstGeom>
        </p:spPr>
        <p:txBody>
          <a:bodyPr/>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lvl1pPr>
              <a:defRPr b="0" i="0">
                <a:latin typeface="IBM Plex Sans Light" panose="020B0403050203000203" pitchFamily="34" charset="0"/>
              </a:defRPr>
            </a:lvl1p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59242689"/>
      </p:ext>
    </p:extLst>
  </p:cSld>
  <p:clrMapOvr>
    <a:masterClrMapping/>
  </p:clrMapOvr>
  <p:transition spd="med"/>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0" cy="763524"/>
          </a:xfrm>
        </p:spPr>
        <p:txBody>
          <a:bodyPr/>
          <a:lstStyle>
            <a:lvl1pPr>
              <a:lnSpc>
                <a:spcPct val="100000"/>
              </a:lnSpc>
              <a:defRPr sz="3199" b="0" i="0">
                <a:solidFill>
                  <a:schemeClr val="tx2"/>
                </a:solidFill>
                <a:latin typeface="IBM Plex Sans Light" panose="020B0403050203000203" pitchFamily="34" charset="0"/>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91717743"/>
      </p:ext>
    </p:extLst>
  </p:cSld>
  <p:clrMapOvr>
    <a:masterClrMapping/>
  </p:clrMapOvr>
  <p:transition spd="med"/>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Legal disclaimer, two colum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99" y="192600"/>
            <a:ext cx="2477765" cy="1429544"/>
          </a:xfrm>
          <a:prstGeom prst="rect">
            <a:avLst/>
          </a:prstGeom>
        </p:spPr>
        <p:txBody>
          <a:bodyPr/>
          <a:lstStyle>
            <a:lvl1pPr>
              <a:lnSpc>
                <a:spcPct val="100000"/>
              </a:lnSpc>
              <a:spcBef>
                <a:spcPts val="0"/>
              </a:spcBef>
              <a:defRPr sz="3199" b="0" i="0">
                <a:solidFill>
                  <a:schemeClr val="tx2"/>
                </a:solidFill>
                <a:latin typeface="IBM Plex Sans Light" panose="020B0403050203000203" pitchFamily="34" charset="0"/>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a:prstGeom prst="rect">
            <a:avLst/>
          </a:prstGeom>
        </p:spPr>
        <p:txBody>
          <a:bodyPr/>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4" y="6402388"/>
            <a:ext cx="2477765" cy="190500"/>
          </a:xfrm>
        </p:spPr>
        <p:txBody>
          <a:bodyPr/>
          <a:lstStyle>
            <a:lvl1pPr>
              <a:defRPr b="0" i="0">
                <a:latin typeface="IBM Plex Sans Light" panose="020B0403050203000203" pitchFamily="34" charset="0"/>
              </a:defRPr>
            </a:lvl1pPr>
          </a:lstStyle>
          <a:p>
            <a:endParaRPr lang="en-US"/>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a:prstGeom prst="rect">
            <a:avLst/>
          </a:prstGeom>
        </p:spPr>
        <p:txBody>
          <a:bodyPr/>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02245642"/>
      </p:ext>
    </p:extLst>
  </p:cSld>
  <p:clrMapOvr>
    <a:masterClrMapping/>
  </p:clrMapOvr>
  <p:transition spd="med"/>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2568404538"/>
      </p:ext>
    </p:extLst>
  </p:cSld>
  <p:clrMapOvr>
    <a:masterClrMapping/>
  </p:clrMapOvr>
  <p:transition spd="med"/>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accent2"/>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pic>
        <p:nvPicPr>
          <p:cNvPr id="6" name="Picture"/>
          <p:cNvPicPr>
            <a:picLocks noChangeAspect="1"/>
          </p:cNvPicPr>
          <p:nvPr userDrawn="1"/>
        </p:nvPicPr>
        <p:blipFill>
          <a:blip r:embed="rId2"/>
          <a:srcRect/>
          <a:stretch/>
        </p:blipFill>
        <p:spPr>
          <a:xfrm>
            <a:off x="11191752" y="6273671"/>
            <a:ext cx="695449" cy="277477"/>
          </a:xfrm>
          <a:prstGeom prst="rect">
            <a:avLst/>
          </a:prstGeom>
        </p:spPr>
      </p:pic>
    </p:spTree>
    <p:extLst>
      <p:ext uri="{BB962C8B-B14F-4D97-AF65-F5344CB8AC3E}">
        <p14:creationId xmlns:p14="http://schemas.microsoft.com/office/powerpoint/2010/main" val="4217873795"/>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68" y="610"/>
            <a:ext cx="12178064" cy="6856780"/>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pic>
        <p:nvPicPr>
          <p:cNvPr id="10" name="Picture">
            <a:extLst>
              <a:ext uri="{FF2B5EF4-FFF2-40B4-BE49-F238E27FC236}">
                <a16:creationId xmlns:a16="http://schemas.microsoft.com/office/drawing/2014/main" id="{AF27D010-9F2C-E24B-9425-1712E900993B}"/>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1558305057"/>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68" y="609"/>
            <a:ext cx="12178064" cy="6856779"/>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pic>
        <p:nvPicPr>
          <p:cNvPr id="9" name="Picture">
            <a:extLst>
              <a:ext uri="{FF2B5EF4-FFF2-40B4-BE49-F238E27FC236}">
                <a16:creationId xmlns:a16="http://schemas.microsoft.com/office/drawing/2014/main" id="{F7EA8AAE-0BDE-7D4C-B52A-496FD9C298D3}"/>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1295468956"/>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cover, imag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0" y="609"/>
            <a:ext cx="12178061" cy="6856779"/>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pic>
        <p:nvPicPr>
          <p:cNvPr id="9" name="Picture">
            <a:extLst>
              <a:ext uri="{FF2B5EF4-FFF2-40B4-BE49-F238E27FC236}">
                <a16:creationId xmlns:a16="http://schemas.microsoft.com/office/drawing/2014/main" id="{2F8C8987-724F-6B47-A6B9-8E11DF00B812}"/>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2740806827"/>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cover, image 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0" y="610"/>
            <a:ext cx="12178061" cy="685677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pic>
        <p:nvPicPr>
          <p:cNvPr id="9" name="Picture">
            <a:extLst>
              <a:ext uri="{FF2B5EF4-FFF2-40B4-BE49-F238E27FC236}">
                <a16:creationId xmlns:a16="http://schemas.microsoft.com/office/drawing/2014/main" id="{7B48B5CA-5BC1-8844-81E1-24543A8F2C9A}"/>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4031527478"/>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cover, image 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596131-38DE-3A44-BE82-CDD2A1709808}"/>
              </a:ext>
            </a:extLst>
          </p:cNvPr>
          <p:cNvPicPr>
            <a:picLocks noChangeAspect="1"/>
          </p:cNvPicPr>
          <p:nvPr userDrawn="1"/>
        </p:nvPicPr>
        <p:blipFill>
          <a:blip r:embed="rId2"/>
          <a:stretch>
            <a:fillRect/>
          </a:stretch>
        </p:blipFill>
        <p:spPr>
          <a:xfrm>
            <a:off x="0" y="0"/>
            <a:ext cx="12192000" cy="686462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p>
            <a:r>
              <a:rPr lang="en-US"/>
              <a:t>Data Fabric / March, 2022 / © 2022 IBM Corporation</a:t>
            </a:r>
          </a:p>
        </p:txBody>
      </p:sp>
      <p:pic>
        <p:nvPicPr>
          <p:cNvPr id="6" name="Picture"/>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556564395"/>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cover, image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6EA217-D975-DE4B-A991-B3A7FEFBAC32}"/>
              </a:ext>
            </a:extLst>
          </p:cNvPr>
          <p:cNvPicPr>
            <a:picLocks noChangeAspect="1"/>
          </p:cNvPicPr>
          <p:nvPr userDrawn="1"/>
        </p:nvPicPr>
        <p:blipFill>
          <a:blip r:embed="rId2"/>
          <a:srcRect/>
          <a:stretch/>
        </p:blipFill>
        <p:spPr>
          <a:xfrm>
            <a:off x="14916" y="5080"/>
            <a:ext cx="12171208" cy="6852920"/>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pic>
        <p:nvPicPr>
          <p:cNvPr id="9" name="Picture">
            <a:extLst>
              <a:ext uri="{FF2B5EF4-FFF2-40B4-BE49-F238E27FC236}">
                <a16:creationId xmlns:a16="http://schemas.microsoft.com/office/drawing/2014/main" id="{9FC9FB8B-2D23-D949-963B-B1200DEDE836}"/>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2170427531"/>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0" y="610"/>
            <a:ext cx="12178060" cy="685677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pic>
        <p:nvPicPr>
          <p:cNvPr id="9" name="Picture">
            <a:extLst>
              <a:ext uri="{FF2B5EF4-FFF2-40B4-BE49-F238E27FC236}">
                <a16:creationId xmlns:a16="http://schemas.microsoft.com/office/drawing/2014/main" id="{14C6F24E-1E96-144E-A44F-8124FE9D9BA3}"/>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4115273850"/>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0" y="609"/>
            <a:ext cx="12178060" cy="6856776"/>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pic>
        <p:nvPicPr>
          <p:cNvPr id="9" name="Picture">
            <a:extLst>
              <a:ext uri="{FF2B5EF4-FFF2-40B4-BE49-F238E27FC236}">
                <a16:creationId xmlns:a16="http://schemas.microsoft.com/office/drawing/2014/main" id="{BE20C7ED-E83C-DE49-B49C-6FE6E39CB338}"/>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3463060797"/>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accent2"/>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790286723"/>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lvl1pPr>
              <a:defRPr>
                <a:solidFill>
                  <a:schemeClr val="accent2"/>
                </a:solidFill>
              </a:defRPr>
            </a:lvl1pPr>
          </a:lstStyle>
          <a:p>
            <a:r>
              <a:rPr lang="pt-BR"/>
              <a:t>Clique para editar o título Mestre</a:t>
            </a:r>
            <a:endParaRPr lang="en-US"/>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solidFill>
                  <a:schemeClr val="accent2"/>
                </a:solidFill>
              </a:defRPr>
            </a:lvl1pPr>
            <a:lvl2pPr marL="0" indent="0">
              <a:spcBef>
                <a:spcPts val="0"/>
              </a:spcBef>
              <a:buNone/>
              <a:defRPr>
                <a:solidFill>
                  <a:schemeClr val="accent2"/>
                </a:solidFill>
              </a:defRPr>
            </a:lvl2pPr>
            <a:lvl3pPr marL="268813" indent="0">
              <a:buNone/>
              <a:defRPr/>
            </a:lvl3pPr>
            <a:lvl4pPr marL="579960" indent="0">
              <a:buNone/>
              <a:defRPr/>
            </a:lvl4pPr>
            <a:lvl5pPr marL="842423" indent="0">
              <a:buNone/>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solidFill>
                  <a:schemeClr val="accent2"/>
                </a:solidFill>
              </a:defRPr>
            </a:lvl1pPr>
            <a:lvl2pPr marL="0" indent="0">
              <a:spcBef>
                <a:spcPts val="0"/>
              </a:spcBef>
              <a:buNone/>
              <a:defRPr>
                <a:solidFill>
                  <a:schemeClr val="accent2"/>
                </a:solidFill>
              </a:defRPr>
            </a:lvl2pPr>
            <a:lvl3pPr marL="268813" indent="0">
              <a:buNone/>
              <a:defRPr/>
            </a:lvl3pPr>
            <a:lvl4pPr marL="579960" indent="0">
              <a:buNone/>
              <a:defRPr/>
            </a:lvl4pPr>
            <a:lvl5pPr marL="842423" indent="0">
              <a:buNone/>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632936982"/>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solidFill>
                  <a:schemeClr val="accent2"/>
                </a:solidFill>
              </a:defRPr>
            </a:lvl1pPr>
          </a:lstStyle>
          <a:p>
            <a:r>
              <a:rPr lang="pt-BR"/>
              <a:t>Clique para editar o título Mestre</a:t>
            </a:r>
            <a:endParaRPr lang="en-US"/>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0" i="0">
                <a:solidFill>
                  <a:schemeClr val="accent2"/>
                </a:solidFill>
                <a:latin typeface="IBM Plex Sans Light" panose="020B0403050203000203" pitchFamily="34" charset="0"/>
              </a:defRPr>
            </a:lvl1pPr>
          </a:lstStyle>
          <a:p>
            <a:pPr lvl="0"/>
            <a:r>
              <a:rPr lang="pt-BR"/>
              <a:t>Clique para editar os estilos de texto Mestres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975135218"/>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b="0" i="0">
                <a:solidFill>
                  <a:schemeClr val="accent2"/>
                </a:solidFill>
                <a:latin typeface="IBM Plex Sans Light" panose="020B0403050203000203" pitchFamily="34" charset="0"/>
              </a:defRPr>
            </a:lvl1pPr>
          </a:lstStyle>
          <a:p>
            <a:r>
              <a:rPr lang="pt-BR"/>
              <a:t>Clique para editar o título Mestre</a:t>
            </a:r>
            <a:endParaRPr lang="en-US"/>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0" i="0">
                <a:solidFill>
                  <a:schemeClr val="accent2"/>
                </a:solidFill>
                <a:latin typeface="IBM Plex Sans Light" panose="020B0403050203000203" pitchFamily="34" charset="0"/>
              </a:defRPr>
            </a:lvl1pPr>
          </a:lstStyle>
          <a:p>
            <a:pPr lvl="0"/>
            <a:r>
              <a:rPr lang="pt-BR"/>
              <a:t>Clique para editar os estilos de texto Mestres</a:t>
            </a:r>
          </a:p>
        </p:txBody>
      </p:sp>
      <p:sp>
        <p:nvSpPr>
          <p:cNvPr id="7" name="Picture Placeholder"/>
          <p:cNvSpPr>
            <a:spLocks noGrp="1"/>
          </p:cNvSpPr>
          <p:nvPr>
            <p:ph type="pic" sz="quarter" idx="13"/>
          </p:nvPr>
        </p:nvSpPr>
        <p:spPr>
          <a:xfrm>
            <a:off x="6096000" y="0"/>
            <a:ext cx="6096000" cy="6858000"/>
          </a:xfrm>
        </p:spPr>
        <p:txBody>
          <a:bodyPr lIns="91440" tIns="91440" rIns="91440" bIns="91440"/>
          <a:lstStyle>
            <a:lvl1pPr>
              <a:defRPr b="0" i="0" baseline="0">
                <a:solidFill>
                  <a:schemeClr val="tx1"/>
                </a:solidFill>
                <a:latin typeface="IBM Plex Sans Light" panose="020B0403050203000203" pitchFamily="34" charset="0"/>
              </a:defRPr>
            </a:lvl1pPr>
          </a:lstStyle>
          <a:p>
            <a:r>
              <a:rPr lang="pt-BR"/>
              <a:t>Clique no ícone para adicionar uma imagem</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688671812"/>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2" y="121920"/>
            <a:ext cx="11704229" cy="5872480"/>
          </a:xfrm>
        </p:spPr>
        <p:txBody>
          <a:bodyPr/>
          <a:lstStyle>
            <a:lvl1pPr>
              <a:defRPr sz="12800" b="0" i="0">
                <a:solidFill>
                  <a:schemeClr val="accent2"/>
                </a:solidFill>
                <a:latin typeface="IBM Plex Sans Light" panose="020B0403050203000203" pitchFamily="34" charset="0"/>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137777192"/>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7416713" cy="5726176"/>
          </a:xfrm>
        </p:spPr>
        <p:txBody>
          <a:bodyPr/>
          <a:lstStyle>
            <a:lvl1pPr>
              <a:defRPr>
                <a:solidFill>
                  <a:schemeClr val="accent2"/>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095454638"/>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pt-BR"/>
              <a:t>Clique para editar o título Mestre</a:t>
            </a:r>
            <a:endParaRPr lang="en-US"/>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632138053"/>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8" name="Text Placeholder 1"/>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Text Placeholder 2"/>
          <p:cNvSpPr>
            <a:spLocks noGrp="1"/>
          </p:cNvSpPr>
          <p:nvPr>
            <p:ph type="body" sz="quarter" idx="12"/>
          </p:nvPr>
        </p:nvSpPr>
        <p:spPr>
          <a:xfrm>
            <a:off x="6388610" y="1658112"/>
            <a:ext cx="5498501"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488204890"/>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7" name="Content Placeholder"/>
          <p:cNvSpPr>
            <a:spLocks noGrp="1"/>
          </p:cNvSpPr>
          <p:nvPr>
            <p:ph sz="quarter" idx="13"/>
          </p:nvPr>
        </p:nvSpPr>
        <p:spPr>
          <a:xfrm>
            <a:off x="280416" y="1621536"/>
            <a:ext cx="5522976" cy="4372864"/>
          </a:xfrm>
        </p:spPr>
        <p:txBody>
          <a:bodyPr/>
          <a:lstStyle>
            <a:lvl1pPr>
              <a:defRPr sz="3200">
                <a:solidFill>
                  <a:schemeClr val="tx1"/>
                </a:solidFill>
              </a:defRPr>
            </a:lvl1pPr>
          </a:lstStyle>
          <a:p>
            <a:pPr lvl="0"/>
            <a:r>
              <a:rPr lang="pt-BR"/>
              <a:t>Clique para editar os estilos de texto Mestres</a:t>
            </a:r>
          </a:p>
        </p:txBody>
      </p:sp>
      <p:sp>
        <p:nvSpPr>
          <p:cNvPr id="6" name="Text Placeholder"/>
          <p:cNvSpPr>
            <a:spLocks noGrp="1"/>
          </p:cNvSpPr>
          <p:nvPr>
            <p:ph type="body" sz="quarter" idx="12"/>
          </p:nvPr>
        </p:nvSpPr>
        <p:spPr>
          <a:xfrm>
            <a:off x="6388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0340613"/>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6" name="Text Placeholder 1"/>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8" name="Text Placeholder 2"/>
          <p:cNvSpPr>
            <a:spLocks noGrp="1"/>
          </p:cNvSpPr>
          <p:nvPr>
            <p:ph type="body" sz="quarter" idx="13"/>
          </p:nvPr>
        </p:nvSpPr>
        <p:spPr>
          <a:xfrm>
            <a:off x="3340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0" name="Text Placeholder 3"/>
          <p:cNvSpPr>
            <a:spLocks noGrp="1"/>
          </p:cNvSpPr>
          <p:nvPr>
            <p:ph type="body" sz="quarter" idx="14"/>
          </p:nvPr>
        </p:nvSpPr>
        <p:spPr>
          <a:xfrm>
            <a:off x="6388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2" name="Text Placeholder 4"/>
          <p:cNvSpPr>
            <a:spLocks noGrp="1"/>
          </p:cNvSpPr>
          <p:nvPr>
            <p:ph type="body" sz="quarter" idx="15"/>
          </p:nvPr>
        </p:nvSpPr>
        <p:spPr>
          <a:xfrm>
            <a:off x="9436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399901781"/>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8" name="Text Placeholder"/>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pt-BR"/>
              <a:t>Clique no ícone para adicionar uma imagem</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917273677"/>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pt-BR"/>
              <a:t>Clique para editar o título Mestre</a:t>
            </a:r>
            <a:endParaRPr lang="en-US"/>
          </a:p>
        </p:txBody>
      </p:sp>
      <p:sp>
        <p:nvSpPr>
          <p:cNvPr id="6" name="Text Placeholder 1"/>
          <p:cNvSpPr>
            <a:spLocks noGrp="1"/>
          </p:cNvSpPr>
          <p:nvPr>
            <p:ph type="body" sz="quarter" idx="12"/>
          </p:nvPr>
        </p:nvSpPr>
        <p:spPr>
          <a:xfrm>
            <a:off x="6388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Text Placeholder 2"/>
          <p:cNvSpPr>
            <a:spLocks noGrp="1"/>
          </p:cNvSpPr>
          <p:nvPr>
            <p:ph type="body" sz="quarter" idx="13"/>
          </p:nvPr>
        </p:nvSpPr>
        <p:spPr>
          <a:xfrm>
            <a:off x="9436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128477524"/>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5522885" cy="5726176"/>
          </a:xfrm>
        </p:spPr>
        <p:txBody>
          <a:bodyPr/>
          <a:lstStyle>
            <a:lvl1pPr>
              <a:defRPr>
                <a:solidFill>
                  <a:schemeClr val="tx1"/>
                </a:solidFill>
              </a:defRPr>
            </a:lvl1pPr>
          </a:lstStyle>
          <a:p>
            <a:r>
              <a:rPr lang="pt-BR"/>
              <a:t>Clique para editar o título Mestre</a:t>
            </a:r>
            <a:endParaRPr lang="en-US"/>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tx2"/>
          </a:solidFill>
        </p:spPr>
        <p:txBody>
          <a:bodyPr wrap="square" lIns="0" tIns="0" rIns="0" bIns="0" rtlCol="0" anchor="ctr">
            <a:noAutofit/>
          </a:bodyPr>
          <a:lstStyle/>
          <a:p>
            <a:pPr algn="ctr"/>
            <a:endParaRPr lang="en-US" sz="1600" b="0" i="0">
              <a:solidFill>
                <a:schemeClr val="tx1"/>
              </a:solidFill>
              <a:latin typeface="IBM Plex Sans Light" panose="020B0503050203000203" pitchFamily="34" charset="0"/>
              <a:cs typeface="IBM Plex Sans Light"/>
            </a:endParaRPr>
          </a:p>
        </p:txBody>
      </p:sp>
      <p:sp>
        <p:nvSpPr>
          <p:cNvPr id="6" name="Text Placeholder"/>
          <p:cNvSpPr>
            <a:spLocks noGrp="1"/>
          </p:cNvSpPr>
          <p:nvPr>
            <p:ph type="body" sz="quarter" idx="12"/>
          </p:nvPr>
        </p:nvSpPr>
        <p:spPr>
          <a:xfrm>
            <a:off x="6388608" y="268224"/>
            <a:ext cx="5498592" cy="5726176"/>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932468860"/>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pt-BR"/>
              <a:t>Clique para editar o título Mestre</a:t>
            </a:r>
            <a:endParaRPr lang="en-US"/>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pt-BR"/>
              <a:t>Clique no ícone para adicionar uma imagem</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277417653"/>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533736417"/>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464734798"/>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8" name="Text Placeholder"/>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9" name="Content Placeholder 1"/>
          <p:cNvSpPr>
            <a:spLocks noGrp="1"/>
          </p:cNvSpPr>
          <p:nvPr>
            <p:ph sz="quarter" idx="17"/>
          </p:nvPr>
        </p:nvSpPr>
        <p:spPr>
          <a:xfrm>
            <a:off x="6096000" y="0"/>
            <a:ext cx="3048000" cy="3429000"/>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pt-BR"/>
              <a:t>Clique para editar os estilos de texto Mestres</a:t>
            </a:r>
          </a:p>
        </p:txBody>
      </p:sp>
      <p:sp>
        <p:nvSpPr>
          <p:cNvPr id="10" name="Content Placeholder 2"/>
          <p:cNvSpPr>
            <a:spLocks noGrp="1"/>
          </p:cNvSpPr>
          <p:nvPr>
            <p:ph sz="quarter" idx="18"/>
          </p:nvPr>
        </p:nvSpPr>
        <p:spPr>
          <a:xfrm>
            <a:off x="9144000" y="0"/>
            <a:ext cx="3048000" cy="3429000"/>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pt-BR"/>
              <a:t>Clique para editar os estilos de texto Mestres</a:t>
            </a:r>
          </a:p>
        </p:txBody>
      </p:sp>
      <p:sp>
        <p:nvSpPr>
          <p:cNvPr id="12" name="Content Placeholder 3"/>
          <p:cNvSpPr>
            <a:spLocks noGrp="1"/>
          </p:cNvSpPr>
          <p:nvPr>
            <p:ph sz="quarter" idx="19"/>
          </p:nvPr>
        </p:nvSpPr>
        <p:spPr>
          <a:xfrm>
            <a:off x="6096000" y="3426885"/>
            <a:ext cx="6096000" cy="3431116"/>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pt-BR"/>
              <a:t>Clique para editar os estilos de texto Mestres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6096000"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9139245" y="313269"/>
            <a:ext cx="0" cy="2822545"/>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6389817" y="3426884"/>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85652988"/>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noFill/>
        </p:spPr>
        <p:txBody>
          <a:bodyPr lIns="210312" tIns="201168" rIns="228600" bIns="228600"/>
          <a:lstStyle>
            <a:lvl1pPr>
              <a:defRPr>
                <a:solidFill>
                  <a:schemeClr val="tx1"/>
                </a:solidFill>
              </a:defRPr>
            </a:lvl1pPr>
          </a:lstStyle>
          <a:p>
            <a:r>
              <a:rPr lang="pt-BR"/>
              <a:t>Clique para editar o título Mestre</a:t>
            </a:r>
            <a:endParaRPr lang="en-US"/>
          </a:p>
        </p:txBody>
      </p:sp>
      <p:sp>
        <p:nvSpPr>
          <p:cNvPr id="6" name="Content Placeholder 1"/>
          <p:cNvSpPr>
            <a:spLocks noGrp="1"/>
          </p:cNvSpPr>
          <p:nvPr>
            <p:ph sz="quarter" idx="17"/>
          </p:nvPr>
        </p:nvSpPr>
        <p:spPr>
          <a:xfrm>
            <a:off x="6096000" y="0"/>
            <a:ext cx="3048000" cy="3429000"/>
          </a:xfrm>
          <a:noFill/>
          <a:ln>
            <a:noFill/>
          </a:ln>
        </p:spPr>
        <p:txBody>
          <a:bodyPr lIns="219456" tIns="201168" rIns="228600" bIns="228600"/>
          <a:lstStyle>
            <a:lvl1pPr>
              <a:defRPr>
                <a:solidFill>
                  <a:schemeClr val="tx1"/>
                </a:solidFill>
              </a:defRPr>
            </a:lvl1pPr>
          </a:lstStyle>
          <a:p>
            <a:pPr lvl="0"/>
            <a:r>
              <a:rPr lang="pt-BR"/>
              <a:t>Clique para editar os estilos de texto Mestres</a:t>
            </a:r>
          </a:p>
        </p:txBody>
      </p:sp>
      <p:sp>
        <p:nvSpPr>
          <p:cNvPr id="11" name="Content Placeholder 2"/>
          <p:cNvSpPr>
            <a:spLocks noGrp="1"/>
          </p:cNvSpPr>
          <p:nvPr>
            <p:ph sz="quarter" idx="18"/>
          </p:nvPr>
        </p:nvSpPr>
        <p:spPr>
          <a:xfrm>
            <a:off x="9144000" y="0"/>
            <a:ext cx="3048000" cy="3429000"/>
          </a:xfrm>
          <a:noFill/>
          <a:ln>
            <a:noFill/>
          </a:ln>
        </p:spPr>
        <p:txBody>
          <a:bodyPr lIns="219456" tIns="201168" rIns="228600" bIns="228600"/>
          <a:lstStyle>
            <a:lvl1pPr>
              <a:defRPr>
                <a:solidFill>
                  <a:schemeClr val="tx1"/>
                </a:solidFill>
              </a:defRPr>
            </a:lvl1pPr>
          </a:lstStyle>
          <a:p>
            <a:pPr lvl="0"/>
            <a:r>
              <a:rPr lang="pt-BR"/>
              <a:t>Clique para editar os estilos de texto Mestres</a:t>
            </a:r>
          </a:p>
        </p:txBody>
      </p:sp>
      <p:sp>
        <p:nvSpPr>
          <p:cNvPr id="7" name="Content Placeholder 3"/>
          <p:cNvSpPr>
            <a:spLocks noGrp="1"/>
          </p:cNvSpPr>
          <p:nvPr>
            <p:ph sz="quarter" idx="20"/>
          </p:nvPr>
        </p:nvSpPr>
        <p:spPr>
          <a:xfrm>
            <a:off x="0" y="3426885"/>
            <a:ext cx="6096000" cy="3431116"/>
          </a:xfrm>
          <a:noFill/>
        </p:spPr>
        <p:txBody>
          <a:bodyPr lIns="219456" tIns="201168" rIns="228600" bIns="228600"/>
          <a:lstStyle>
            <a:lvl1pPr>
              <a:defRPr>
                <a:solidFill>
                  <a:schemeClr val="tx1"/>
                </a:solidFill>
              </a:defRPr>
            </a:lvl1pPr>
          </a:lstStyle>
          <a:p>
            <a:pPr lvl="0"/>
            <a:r>
              <a:rPr lang="pt-BR"/>
              <a:t>Clique para editar os estilos de texto Mestres</a:t>
            </a:r>
          </a:p>
        </p:txBody>
      </p:sp>
      <p:sp>
        <p:nvSpPr>
          <p:cNvPr id="14" name="Content Placeholder 4"/>
          <p:cNvSpPr>
            <a:spLocks noGrp="1"/>
          </p:cNvSpPr>
          <p:nvPr>
            <p:ph sz="quarter" idx="19"/>
          </p:nvPr>
        </p:nvSpPr>
        <p:spPr>
          <a:xfrm>
            <a:off x="6096000" y="3426885"/>
            <a:ext cx="6096000" cy="3431116"/>
          </a:xfrm>
          <a:noFill/>
          <a:ln>
            <a:noFill/>
          </a:ln>
        </p:spPr>
        <p:txBody>
          <a:bodyPr lIns="219456" tIns="201168" rIns="228600" bIns="228600"/>
          <a:lstStyle>
            <a:lvl1pPr>
              <a:defRPr>
                <a:solidFill>
                  <a:schemeClr val="tx1"/>
                </a:solidFill>
              </a:defRPr>
            </a:lvl1pPr>
          </a:lstStyle>
          <a:p>
            <a:pPr lvl="0"/>
            <a:r>
              <a:rPr lang="pt-BR"/>
              <a:t>Clique para editar os estilos de texto Mestres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6096000"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304801" y="3422651"/>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6389817" y="3422651"/>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9141024" y="313269"/>
            <a:ext cx="0" cy="2822545"/>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38036962"/>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12192000" cy="3425951"/>
          </a:xfrm>
          <a:noFill/>
        </p:spPr>
        <p:txBody>
          <a:bodyPr lIns="182880" tIns="164592" rIns="228600" bIns="228600"/>
          <a:lstStyle>
            <a:lvl1pPr>
              <a:defRPr sz="6400">
                <a:solidFill>
                  <a:schemeClr val="tx1"/>
                </a:solidFill>
              </a:defRPr>
            </a:lvl1pPr>
          </a:lstStyle>
          <a:p>
            <a:r>
              <a:rPr lang="pt-BR"/>
              <a:t>Clique para editar o título Mestre</a:t>
            </a:r>
            <a:endParaRPr lang="en-US"/>
          </a:p>
        </p:txBody>
      </p:sp>
      <p:sp>
        <p:nvSpPr>
          <p:cNvPr id="13" name="Content Placeholder 1"/>
          <p:cNvSpPr>
            <a:spLocks noGrp="1"/>
          </p:cNvSpPr>
          <p:nvPr>
            <p:ph sz="quarter" idx="20"/>
          </p:nvPr>
        </p:nvSpPr>
        <p:spPr>
          <a:xfrm>
            <a:off x="0" y="3426885"/>
            <a:ext cx="3048000" cy="3431116"/>
          </a:xfrm>
          <a:noFill/>
        </p:spPr>
        <p:txBody>
          <a:bodyPr lIns="219456" tIns="201168" rIns="228600" bIns="228600"/>
          <a:lstStyle>
            <a:lvl1pPr>
              <a:defRPr>
                <a:solidFill>
                  <a:schemeClr val="tx1"/>
                </a:solidFill>
              </a:defRPr>
            </a:lvl1pPr>
          </a:lstStyle>
          <a:p>
            <a:pPr lvl="0"/>
            <a:r>
              <a:rPr lang="pt-BR"/>
              <a:t>Clique para editar os estilos de texto Mestres</a:t>
            </a:r>
          </a:p>
        </p:txBody>
      </p:sp>
      <p:sp>
        <p:nvSpPr>
          <p:cNvPr id="12" name="Content Placeholder 2"/>
          <p:cNvSpPr>
            <a:spLocks noGrp="1"/>
          </p:cNvSpPr>
          <p:nvPr>
            <p:ph sz="quarter" idx="19"/>
          </p:nvPr>
        </p:nvSpPr>
        <p:spPr>
          <a:xfrm>
            <a:off x="3048001" y="3426885"/>
            <a:ext cx="3048000" cy="3431116"/>
          </a:xfrm>
          <a:noFill/>
          <a:ln>
            <a:noFill/>
          </a:ln>
        </p:spPr>
        <p:txBody>
          <a:bodyPr lIns="219456" tIns="201168" rIns="228600" bIns="228600"/>
          <a:lstStyle>
            <a:lvl1pPr>
              <a:defRPr>
                <a:solidFill>
                  <a:schemeClr val="tx1"/>
                </a:solidFill>
              </a:defRPr>
            </a:lvl1pPr>
          </a:lstStyle>
          <a:p>
            <a:pPr lvl="0"/>
            <a:r>
              <a:rPr lang="pt-BR"/>
              <a:t>Clique para editar os estilos de texto Mestres</a:t>
            </a:r>
          </a:p>
        </p:txBody>
      </p:sp>
      <p:sp>
        <p:nvSpPr>
          <p:cNvPr id="9" name="Content Placeholder 3"/>
          <p:cNvSpPr>
            <a:spLocks noGrp="1"/>
          </p:cNvSpPr>
          <p:nvPr>
            <p:ph sz="quarter" idx="17"/>
          </p:nvPr>
        </p:nvSpPr>
        <p:spPr>
          <a:xfrm>
            <a:off x="6096000" y="3426883"/>
            <a:ext cx="3048000" cy="3431117"/>
          </a:xfrm>
          <a:noFill/>
          <a:ln>
            <a:noFill/>
          </a:ln>
        </p:spPr>
        <p:txBody>
          <a:bodyPr lIns="219456" tIns="201168" rIns="228600" bIns="228600"/>
          <a:lstStyle>
            <a:lvl1pPr>
              <a:defRPr>
                <a:solidFill>
                  <a:schemeClr val="tx1"/>
                </a:solidFill>
              </a:defRPr>
            </a:lvl1pPr>
          </a:lstStyle>
          <a:p>
            <a:pPr lvl="0"/>
            <a:r>
              <a:rPr lang="pt-BR"/>
              <a:t>Clique para editar os estilos de texto Mestres</a:t>
            </a:r>
          </a:p>
        </p:txBody>
      </p:sp>
      <p:sp>
        <p:nvSpPr>
          <p:cNvPr id="10" name="Content Placeholder 4"/>
          <p:cNvSpPr>
            <a:spLocks noGrp="1"/>
          </p:cNvSpPr>
          <p:nvPr>
            <p:ph sz="quarter" idx="18"/>
          </p:nvPr>
        </p:nvSpPr>
        <p:spPr>
          <a:xfrm>
            <a:off x="9144000" y="3426883"/>
            <a:ext cx="3048000" cy="3431117"/>
          </a:xfrm>
          <a:noFill/>
          <a:ln>
            <a:noFill/>
          </a:ln>
        </p:spPr>
        <p:txBody>
          <a:bodyPr lIns="219456" tIns="201168" rIns="228600" bIns="228600"/>
          <a:lstStyle>
            <a:lvl1pPr>
              <a:defRPr>
                <a:solidFill>
                  <a:schemeClr val="tx1"/>
                </a:solidFill>
              </a:defRPr>
            </a:lvl1pPr>
          </a:lstStyle>
          <a:p>
            <a:pPr lvl="0"/>
            <a:r>
              <a:rPr lang="pt-BR"/>
              <a:t>Clique para editar os estilos de texto Mestres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3048000" y="3722189"/>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6096000" y="3722189"/>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9144000" y="3722189"/>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304800" y="3429000"/>
            <a:ext cx="115824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46157459"/>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2"/>
          </a:solidFill>
        </p:spPr>
        <p:txBody>
          <a:bodyPr lIns="210312" tIns="201168" rIns="228600" bIns="228600"/>
          <a:lstStyle>
            <a:lvl1pPr>
              <a:defRPr>
                <a:solidFill>
                  <a:schemeClr val="tx1"/>
                </a:solidFill>
              </a:defRPr>
            </a:lvl1pPr>
          </a:lstStyle>
          <a:p>
            <a:r>
              <a:rPr lang="pt-BR"/>
              <a:t>Clique para editar o título Mestre</a:t>
            </a:r>
            <a:endParaRPr lang="en-US"/>
          </a:p>
        </p:txBody>
      </p:sp>
      <p:sp>
        <p:nvSpPr>
          <p:cNvPr id="6" name="Picture Placeholder"/>
          <p:cNvSpPr>
            <a:spLocks noGrp="1"/>
          </p:cNvSpPr>
          <p:nvPr>
            <p:ph type="pic" sz="quarter" idx="12"/>
          </p:nvPr>
        </p:nvSpPr>
        <p:spPr>
          <a:xfrm>
            <a:off x="0" y="1701800"/>
            <a:ext cx="12192000" cy="5156200"/>
          </a:xfrm>
        </p:spPr>
        <p:txBody>
          <a:bodyPr lIns="91440" tIns="91440" rIns="91440" bIns="91440"/>
          <a:lstStyle>
            <a:lvl1pPr>
              <a:defRPr>
                <a:solidFill>
                  <a:schemeClr val="tx1"/>
                </a:solidFill>
              </a:defRPr>
            </a:lvl1pPr>
          </a:lstStyle>
          <a:p>
            <a:r>
              <a:rPr lang="pt-BR"/>
              <a:t>Clique no ícone para adicionar uma imagem</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928254034"/>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lvl1pPr>
              <a:defRPr>
                <a:solidFill>
                  <a:schemeClr val="tx1"/>
                </a:solidFill>
              </a:defRPr>
            </a:lvl1pPr>
          </a:lstStyle>
          <a:p>
            <a:r>
              <a:rPr lang="pt-BR"/>
              <a:t>Clique no ícone para adicionar uma imagem</a:t>
            </a:r>
            <a:endParaRPr lang="en-US"/>
          </a:p>
        </p:txBody>
      </p:sp>
      <p:sp>
        <p:nvSpPr>
          <p:cNvPr id="6" name="Text Placeholder"/>
          <p:cNvSpPr>
            <a:spLocks noGrp="1"/>
          </p:cNvSpPr>
          <p:nvPr>
            <p:ph type="body" sz="quarter" idx="12"/>
          </p:nvPr>
        </p:nvSpPr>
        <p:spPr>
          <a:xfrm>
            <a:off x="-3" y="3429000"/>
            <a:ext cx="3048004" cy="342900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333">
                <a:solidFill>
                  <a:schemeClr val="tx1"/>
                </a:solidFill>
              </a:defRPr>
            </a:lvl2pPr>
            <a:lvl3pPr>
              <a:buClr>
                <a:srgbClr val="001141"/>
              </a:buClr>
              <a:defRPr sz="1333">
                <a:solidFill>
                  <a:schemeClr val="tx1"/>
                </a:solidFill>
              </a:defRPr>
            </a:lvl3pPr>
            <a:lvl4pPr>
              <a:buClr>
                <a:srgbClr val="001141"/>
              </a:buClr>
              <a:defRPr sz="1333">
                <a:solidFill>
                  <a:schemeClr val="tx1"/>
                </a:solidFill>
              </a:defRPr>
            </a:lvl4pPr>
            <a:lvl5pPr>
              <a:buClr>
                <a:srgbClr val="001141"/>
              </a:buClr>
              <a:defRPr sz="1333">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803104207"/>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4" name="Content Placeholder 2"/>
          <p:cNvSpPr>
            <a:spLocks noGrp="1"/>
          </p:cNvSpPr>
          <p:nvPr>
            <p:ph sz="quarter" idx="13"/>
          </p:nvPr>
        </p:nvSpPr>
        <p:spPr>
          <a:xfrm>
            <a:off x="3048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6" name="Content Placeholder 3"/>
          <p:cNvSpPr>
            <a:spLocks noGrp="1"/>
          </p:cNvSpPr>
          <p:nvPr>
            <p:ph sz="quarter" idx="14"/>
          </p:nvPr>
        </p:nvSpPr>
        <p:spPr>
          <a:xfrm>
            <a:off x="6096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8" name="Content Placeholder 4"/>
          <p:cNvSpPr>
            <a:spLocks noGrp="1"/>
          </p:cNvSpPr>
          <p:nvPr>
            <p:ph sz="quarter" idx="15"/>
          </p:nvPr>
        </p:nvSpPr>
        <p:spPr>
          <a:xfrm>
            <a:off x="9144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6096000"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3045025"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9141025"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3453313"/>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6" name="Text Placeholder"/>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Content Placeholder"/>
          <p:cNvSpPr>
            <a:spLocks noGrp="1"/>
          </p:cNvSpPr>
          <p:nvPr>
            <p:ph sz="quarter" idx="13"/>
          </p:nvPr>
        </p:nvSpPr>
        <p:spPr>
          <a:xfrm>
            <a:off x="3352800" y="1658112"/>
            <a:ext cx="8534400"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386374540"/>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6" name="Text Placeholder"/>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952772381"/>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8" name="Text Placeholder 1"/>
          <p:cNvSpPr>
            <a:spLocks noGrp="1"/>
          </p:cNvSpPr>
          <p:nvPr>
            <p:ph type="body" sz="quarter" idx="13"/>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Text Placeholder 2"/>
          <p:cNvSpPr>
            <a:spLocks noGrp="1"/>
          </p:cNvSpPr>
          <p:nvPr>
            <p:ph type="body" sz="quarter" idx="15"/>
          </p:nvPr>
        </p:nvSpPr>
        <p:spPr>
          <a:xfrm>
            <a:off x="3340608" y="1679501"/>
            <a:ext cx="2450592" cy="4336288"/>
          </a:xfrm>
        </p:spPr>
        <p:txBody>
          <a:bodyPr/>
          <a:lstStyle>
            <a:lvl1pPr>
              <a:spcBef>
                <a:spcPts val="400"/>
              </a:spcBef>
              <a:defRPr sz="1867">
                <a:solidFill>
                  <a:schemeClr val="tx1"/>
                </a:solidFill>
              </a:defRPr>
            </a:lvl1pPr>
            <a:lvl2pPr>
              <a:spcBef>
                <a:spcPts val="1467"/>
              </a:spcBef>
              <a:defRPr sz="1867">
                <a:solidFill>
                  <a:schemeClr val="tx1"/>
                </a:solidFill>
              </a:defRPr>
            </a:lvl2pPr>
            <a:lvl3pPr>
              <a:spcBef>
                <a:spcPts val="1467"/>
              </a:spcBef>
              <a:defRPr sz="1867">
                <a:solidFill>
                  <a:schemeClr val="tx1"/>
                </a:solidFill>
              </a:defRPr>
            </a:lvl3pPr>
            <a:lvl4pPr>
              <a:spcBef>
                <a:spcPts val="1467"/>
              </a:spcBef>
              <a:defRPr sz="1867">
                <a:solidFill>
                  <a:schemeClr val="tx1"/>
                </a:solidFill>
              </a:defRPr>
            </a:lvl4pPr>
            <a:lvl5pPr>
              <a:spcBef>
                <a:spcPts val="1467"/>
              </a:spcBef>
              <a:defRPr sz="1867">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pt-BR"/>
              <a:t>Clique no ícone para adicionar uma imagem</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213243327"/>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6" name="Text Placeholder 1"/>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8" name="Text Placeholder 2"/>
          <p:cNvSpPr>
            <a:spLocks noGrp="1"/>
          </p:cNvSpPr>
          <p:nvPr>
            <p:ph type="body" sz="quarter" idx="13"/>
          </p:nvPr>
        </p:nvSpPr>
        <p:spPr>
          <a:xfrm>
            <a:off x="3340608" y="1683512"/>
            <a:ext cx="2450592" cy="4336288"/>
          </a:xfrm>
        </p:spPr>
        <p:txBody>
          <a:bodyPr/>
          <a:lstStyle>
            <a:lvl1pPr>
              <a:spcBef>
                <a:spcPts val="400"/>
              </a:spcBef>
              <a:defRPr sz="1333">
                <a:solidFill>
                  <a:schemeClr val="tx1"/>
                </a:solidFill>
              </a:defRPr>
            </a:lvl1pPr>
            <a:lvl2pPr>
              <a:spcBef>
                <a:spcPts val="400"/>
              </a:spcBef>
              <a:defRPr sz="1333">
                <a:solidFill>
                  <a:schemeClr val="tx1"/>
                </a:solidFill>
              </a:defRPr>
            </a:lvl2pPr>
            <a:lvl3pPr>
              <a:spcBef>
                <a:spcPts val="400"/>
              </a:spcBef>
              <a:defRPr sz="1333">
                <a:solidFill>
                  <a:schemeClr val="tx1"/>
                </a:solidFill>
              </a:defRPr>
            </a:lvl3pPr>
            <a:lvl4pPr>
              <a:spcBef>
                <a:spcPts val="400"/>
              </a:spcBef>
              <a:defRPr sz="1333">
                <a:solidFill>
                  <a:schemeClr val="tx1"/>
                </a:solidFill>
              </a:defRPr>
            </a:lvl4pPr>
            <a:lvl5pPr>
              <a:spcBef>
                <a:spcPts val="400"/>
              </a:spcBef>
              <a:defRPr sz="1333">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0" name="Text Placeholder 3"/>
          <p:cNvSpPr>
            <a:spLocks noGrp="1"/>
          </p:cNvSpPr>
          <p:nvPr>
            <p:ph type="body" sz="quarter" idx="14"/>
          </p:nvPr>
        </p:nvSpPr>
        <p:spPr>
          <a:xfrm>
            <a:off x="6364224" y="1621536"/>
            <a:ext cx="5522976" cy="4372864"/>
          </a:xfrm>
        </p:spPr>
        <p:txBody>
          <a:bodyPr/>
          <a:lstStyle>
            <a:lvl1pPr>
              <a:defRPr sz="3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0745820"/>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Table Placeholder"/>
          <p:cNvSpPr>
            <a:spLocks noGrp="1"/>
          </p:cNvSpPr>
          <p:nvPr>
            <p:ph type="tbl" sz="quarter" idx="13"/>
          </p:nvPr>
        </p:nvSpPr>
        <p:spPr>
          <a:xfrm>
            <a:off x="3340609" y="268224"/>
            <a:ext cx="8546501" cy="5726176"/>
          </a:xfrm>
        </p:spPr>
        <p:txBody>
          <a:bodyPr lIns="0" tIns="0" rIns="91440" bIns="91440"/>
          <a:lstStyle>
            <a:lvl1pPr>
              <a:defRPr>
                <a:solidFill>
                  <a:schemeClr val="tx1"/>
                </a:solidFill>
              </a:defRPr>
            </a:lvl1pPr>
          </a:lstStyle>
          <a:p>
            <a:r>
              <a:rPr lang="pt-BR"/>
              <a:t>Clique no ícone para adicionar tabela</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059262798"/>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87962090"/>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4248102"/>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8" name="Text Placeholder 1"/>
          <p:cNvSpPr>
            <a:spLocks noGrp="1"/>
          </p:cNvSpPr>
          <p:nvPr>
            <p:ph type="body" sz="quarter" idx="13"/>
          </p:nvPr>
        </p:nvSpPr>
        <p:spPr>
          <a:xfrm>
            <a:off x="292608" y="1682496"/>
            <a:ext cx="5498592" cy="1746504"/>
          </a:xfrm>
        </p:spPr>
        <p:txBody>
          <a:bodyPr/>
          <a:lstStyle>
            <a:lvl1pPr>
              <a:spcBef>
                <a:spcPts val="0"/>
              </a:spcBef>
              <a:defRPr sz="1333">
                <a:solidFill>
                  <a:schemeClr val="tx1"/>
                </a:solidFill>
              </a:defRPr>
            </a:lvl1pPr>
            <a:lvl2pPr marL="0" indent="0">
              <a:spcBef>
                <a:spcPts val="0"/>
              </a:spcBef>
              <a:buNone/>
              <a:defRPr/>
            </a:lvl2pPr>
            <a:lvl3pPr marL="268813" indent="0">
              <a:buNone/>
              <a:defRPr/>
            </a:lvl3pPr>
            <a:lvl4pPr marL="579960" indent="0">
              <a:buNone/>
              <a:defRPr/>
            </a:lvl4pPr>
            <a:lvl5pPr marL="842423" indent="0">
              <a:buNone/>
              <a:defRPr/>
            </a:lvl5pPr>
          </a:lstStyle>
          <a:p>
            <a:pPr lvl="0"/>
            <a:r>
              <a:rPr lang="pt-BR"/>
              <a:t>Clique para editar os estilos de texto Mestres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92608" y="4279392"/>
            <a:ext cx="8546592" cy="1743456"/>
          </a:xfrm>
        </p:spPr>
        <p:txBody>
          <a:bodyPr anchor="b"/>
          <a:lstStyle>
            <a:lvl1pPr>
              <a:spcBef>
                <a:spcPts val="400"/>
              </a:spcBef>
              <a:defRPr sz="800">
                <a:solidFill>
                  <a:schemeClr val="tx1"/>
                </a:solidFill>
              </a:defRPr>
            </a:lvl1pPr>
            <a:lvl2pPr>
              <a:defRPr sz="800"/>
            </a:lvl2pPr>
            <a:lvl3pPr>
              <a:defRPr sz="800"/>
            </a:lvl3pPr>
            <a:lvl4pPr>
              <a:defRPr sz="800"/>
            </a:lvl4pPr>
            <a:lvl5pPr>
              <a:defRPr sz="800"/>
            </a:lvl5pPr>
          </a:lstStyle>
          <a:p>
            <a:pPr lvl="0"/>
            <a:r>
              <a:rPr lang="pt-BR"/>
              <a:t>Clique para editar os estilos de texto Mestres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Data Fabric / March,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135667572"/>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0" y="3083847"/>
            <a:ext cx="1730141" cy="690308"/>
          </a:xfrm>
          <a:prstGeom prst="rect">
            <a:avLst/>
          </a:prstGeom>
        </p:spPr>
      </p:pic>
    </p:spTree>
    <p:extLst>
      <p:ext uri="{BB962C8B-B14F-4D97-AF65-F5344CB8AC3E}">
        <p14:creationId xmlns:p14="http://schemas.microsoft.com/office/powerpoint/2010/main" val="2376086947"/>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ibm sign-off (blue8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1" y="3083847"/>
            <a:ext cx="1730139" cy="690308"/>
          </a:xfrm>
          <a:prstGeom prst="rect">
            <a:avLst/>
          </a:prstGeom>
        </p:spPr>
      </p:pic>
    </p:spTree>
    <p:extLst>
      <p:ext uri="{BB962C8B-B14F-4D97-AF65-F5344CB8AC3E}">
        <p14:creationId xmlns:p14="http://schemas.microsoft.com/office/powerpoint/2010/main" val="913404195"/>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0" y="3083846"/>
            <a:ext cx="1730141" cy="690309"/>
          </a:xfrm>
          <a:prstGeom prst="rect">
            <a:avLst/>
          </a:prstGeom>
        </p:spPr>
      </p:pic>
    </p:spTree>
    <p:extLst>
      <p:ext uri="{BB962C8B-B14F-4D97-AF65-F5344CB8AC3E}">
        <p14:creationId xmlns:p14="http://schemas.microsoft.com/office/powerpoint/2010/main" val="3864558168"/>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9">
                <a:solidFill>
                  <a:schemeClr val="tx2"/>
                </a:solidFill>
              </a:defRPr>
            </a:lvl1pPr>
          </a:lstStyle>
          <a:p>
            <a:r>
              <a:rPr lang="en-US"/>
              <a:t>Click to edit Master title style</a:t>
            </a:r>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5" name="Picture 2" descr="IBM Logo Black PNG - First Tee - Metropolitan New York">
            <a:extLst>
              <a:ext uri="{FF2B5EF4-FFF2-40B4-BE49-F238E27FC236}">
                <a16:creationId xmlns:a16="http://schemas.microsoft.com/office/drawing/2014/main" id="{0F2C3855-ACE4-1C66-81FA-10E1F02E716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0361" y="6366971"/>
            <a:ext cx="881555" cy="440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511915"/>
      </p:ext>
    </p:extLst>
  </p:cSld>
  <p:clrMapOvr>
    <a:masterClrMapping/>
  </p:clrMapOvr>
  <p:transition spd="med"/>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bg1"/>
                </a:solidFill>
              </a:defRPr>
            </a:lvl1pPr>
          </a:lstStyle>
          <a:p>
            <a:r>
              <a:rPr lang="en-US"/>
              <a:t>Click to edit Master title style</a:t>
            </a:r>
          </a:p>
        </p:txBody>
      </p:sp>
      <p:pic>
        <p:nvPicPr>
          <p:cNvPr id="7" name="Picture" descr="IBM 8-bar logo"/>
          <p:cNvPicPr>
            <a:picLocks noChangeAspect="1"/>
          </p:cNvPicPr>
          <p:nvPr userDrawn="1"/>
        </p:nvPicPr>
        <p:blipFill>
          <a:blip r:embed="rId2"/>
          <a:stretch>
            <a:fillRect/>
          </a:stretch>
        </p:blipFill>
        <p:spPr>
          <a:xfrm>
            <a:off x="11191750" y="6257437"/>
            <a:ext cx="695452" cy="275721"/>
          </a:xfrm>
          <a:prstGeom prst="rect">
            <a:avLst/>
          </a:prstGeom>
        </p:spPr>
      </p:pic>
      <p:pic>
        <p:nvPicPr>
          <p:cNvPr id="5" name="Picture 4" descr="A close up of a sign&#10;&#10;Description automatically generated">
            <a:extLst>
              <a:ext uri="{FF2B5EF4-FFF2-40B4-BE49-F238E27FC236}">
                <a16:creationId xmlns:a16="http://schemas.microsoft.com/office/drawing/2014/main" id="{1FE40CCE-4D26-C04C-BE6A-001FD7138703}"/>
              </a:ext>
            </a:extLst>
          </p:cNvPr>
          <p:cNvPicPr>
            <a:picLocks noChangeAspect="1"/>
          </p:cNvPicPr>
          <p:nvPr userDrawn="1"/>
        </p:nvPicPr>
        <p:blipFill>
          <a:blip r:embed="rId3"/>
          <a:stretch>
            <a:fillRect/>
          </a:stretch>
        </p:blipFill>
        <p:spPr>
          <a:xfrm>
            <a:off x="280416" y="6113586"/>
            <a:ext cx="493803" cy="461244"/>
          </a:xfrm>
          <a:prstGeom prst="rect">
            <a:avLst/>
          </a:prstGeom>
        </p:spPr>
      </p:pic>
    </p:spTree>
    <p:extLst>
      <p:ext uri="{BB962C8B-B14F-4D97-AF65-F5344CB8AC3E}">
        <p14:creationId xmlns:p14="http://schemas.microsoft.com/office/powerpoint/2010/main" val="4208772920"/>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121380729"/>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094098681"/>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805581845"/>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1" i="0">
                <a:latin typeface="IBM Plex Sans" panose="020B0503050203000203" pitchFamily="34" charset="0"/>
              </a:defRPr>
            </a:lvl1pPr>
          </a:lstStyle>
          <a:p>
            <a:pPr lvl="0"/>
            <a:r>
              <a:rPr lang="en-US"/>
              <a:t>Click to edit Master text styles</a:t>
            </a:r>
          </a:p>
        </p:txBody>
      </p:sp>
      <p:sp>
        <p:nvSpPr>
          <p:cNvPr id="7" name="Picture Placeholder">
            <a:extLst>
              <a:ext uri="{C183D7F6-B498-43B3-948B-1728B52AA6E4}">
                <adec:decorative xmlns:adec="http://schemas.microsoft.com/office/drawing/2017/decorative" val="1"/>
              </a:ext>
            </a:extLst>
          </p:cNvPr>
          <p:cNvSpPr>
            <a:spLocks noGrp="1"/>
          </p:cNvSpPr>
          <p:nvPr>
            <p:ph type="pic" sz="quarter" idx="13"/>
          </p:nvPr>
        </p:nvSpPr>
        <p:spPr>
          <a:xfrm>
            <a:off x="6096000" y="0"/>
            <a:ext cx="6096000" cy="6858000"/>
          </a:xfrm>
        </p:spPr>
        <p:txBody>
          <a:bodyPr lIns="91440" tIns="91440" rIns="91440" bIns="91440"/>
          <a:lstStyle>
            <a:lvl1pPr>
              <a:defRPr baseline="0"/>
            </a:lvl1pPr>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4010928602"/>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2" y="121920"/>
            <a:ext cx="11704229" cy="5872480"/>
          </a:xfrm>
        </p:spPr>
        <p:txBody>
          <a:bodyPr/>
          <a:lstStyle>
            <a:lvl1pPr>
              <a:defRPr sz="12800" b="1" i="0">
                <a:latin typeface="IBM Plex Sans" panose="020B0503050203000203" pitchFamily="34" charset="0"/>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latin typeface="IBM Plex Sans" panose="020B0503050203000203" pitchFamily="34" charset="0"/>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latin typeface="IBM Plex Sans" panose="020B0503050203000203" pitchFamily="34" charset="0"/>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841953825"/>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7416713" cy="5726176"/>
          </a:xfrm>
        </p:spPr>
        <p:txBody>
          <a:bodyPr/>
          <a:lstStyle/>
          <a:p>
            <a:r>
              <a:rPr lang="en-US"/>
              <a:t>Click to edit Master title style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841588387"/>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p:cNvSpPr>
            <a:spLocks noGrp="1"/>
          </p:cNvSpPr>
          <p:nvPr>
            <p:ph type="body" sz="quarter" idx="12"/>
          </p:nvPr>
        </p:nvSpPr>
        <p:spPr>
          <a:xfrm>
            <a:off x="6388608" y="268224"/>
            <a:ext cx="5498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740899274"/>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p:cNvSpPr>
            <a:spLocks noGrp="1"/>
          </p:cNvSpPr>
          <p:nvPr>
            <p:ph type="body" sz="quarter" idx="12"/>
          </p:nvPr>
        </p:nvSpPr>
        <p:spPr>
          <a:xfrm>
            <a:off x="6388610" y="1658112"/>
            <a:ext cx="5498501"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672432418"/>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7" name="Content Placeholder"/>
          <p:cNvSpPr>
            <a:spLocks noGrp="1"/>
          </p:cNvSpPr>
          <p:nvPr>
            <p:ph sz="quarter" idx="13"/>
          </p:nvPr>
        </p:nvSpPr>
        <p:spPr>
          <a:xfrm>
            <a:off x="280416" y="1621536"/>
            <a:ext cx="5522976" cy="4372864"/>
          </a:xfrm>
        </p:spPr>
        <p:txBody>
          <a:bodyPr/>
          <a:lstStyle>
            <a:lvl1pPr>
              <a:defRPr sz="3200"/>
            </a:lvl1pPr>
          </a:lstStyle>
          <a:p>
            <a:pPr lvl="0"/>
            <a:r>
              <a:rPr lang="en-US"/>
              <a:t>Click to edit Master text styles</a:t>
            </a:r>
          </a:p>
        </p:txBody>
      </p:sp>
      <p:sp>
        <p:nvSpPr>
          <p:cNvPr id="6" name="Text Placeholder"/>
          <p:cNvSpPr>
            <a:spLocks noGrp="1"/>
          </p:cNvSpPr>
          <p:nvPr>
            <p:ph type="body" sz="quarter" idx="12"/>
          </p:nvPr>
        </p:nvSpPr>
        <p:spPr>
          <a:xfrm>
            <a:off x="6388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8" name="Footer Placeholder">
            <a:extLst>
              <a:ext uri="{FF2B5EF4-FFF2-40B4-BE49-F238E27FC236}">
                <a16:creationId xmlns:a16="http://schemas.microsoft.com/office/drawing/2014/main" id="{1B2BCB7B-859C-4F17-9DBE-4073E4F5A6AD}"/>
              </a:ext>
            </a:extLst>
          </p:cNvPr>
          <p:cNvSpPr>
            <a:spLocks noGrp="1"/>
          </p:cNvSpPr>
          <p:nvPr>
            <p:ph type="ftr" sz="quarter" idx="10"/>
          </p:nvPr>
        </p:nvSpPr>
        <p:spPr>
          <a:xfrm>
            <a:off x="304889" y="6383868"/>
            <a:ext cx="5486313" cy="222249"/>
          </a:xfrm>
        </p:spPr>
        <p:txBody>
          <a:bodyPr/>
          <a:lstStyle/>
          <a:p>
            <a:r>
              <a:rPr lang="de-DE" sz="1067"/>
              <a:t>IBM Confidential    </a:t>
            </a:r>
            <a:r>
              <a:rPr lang="de-DE"/>
              <a:t>IBM Select / © 2021 IBM Corporation</a:t>
            </a:r>
            <a:endParaRPr lang="en-US"/>
          </a:p>
        </p:txBody>
      </p:sp>
    </p:spTree>
    <p:extLst>
      <p:ext uri="{BB962C8B-B14F-4D97-AF65-F5344CB8AC3E}">
        <p14:creationId xmlns:p14="http://schemas.microsoft.com/office/powerpoint/2010/main" val="771775477"/>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88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p:cNvSpPr>
            <a:spLocks noGrp="1"/>
          </p:cNvSpPr>
          <p:nvPr>
            <p:ph type="body" sz="quarter" idx="15"/>
          </p:nvPr>
        </p:nvSpPr>
        <p:spPr>
          <a:xfrm>
            <a:off x="9436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461222640"/>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683329447"/>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6" name="Text Placeholder 1"/>
          <p:cNvSpPr>
            <a:spLocks noGrp="1"/>
          </p:cNvSpPr>
          <p:nvPr>
            <p:ph type="body" sz="quarter" idx="12"/>
          </p:nvPr>
        </p:nvSpPr>
        <p:spPr>
          <a:xfrm>
            <a:off x="6388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3"/>
          </p:nvPr>
        </p:nvSpPr>
        <p:spPr>
          <a:xfrm>
            <a:off x="9436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57303844"/>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5522885" cy="5726176"/>
          </a:xfrm>
        </p:spPr>
        <p:txBody>
          <a:bodyPr/>
          <a:lstStyle>
            <a:lvl1pPr>
              <a:defRPr>
                <a:latin typeface="IBM Plex Sans" panose="020B0503050203000203" pitchFamily="34" charset="0"/>
              </a:defRPr>
            </a:lvl1pPr>
          </a:lstStyle>
          <a:p>
            <a:r>
              <a:rPr lang="en-US"/>
              <a:t>Click to edit Master title style</a:t>
            </a:r>
          </a:p>
        </p:txBody>
      </p:sp>
      <p:sp>
        <p:nvSpPr>
          <p:cNvPr id="7" name="Cool gray 10 rectangle">
            <a:extLst>
              <a:ext uri="{FF2B5EF4-FFF2-40B4-BE49-F238E27FC236}">
                <a16:creationId xmlns:a16="http://schemas.microsoft.com/office/drawing/2014/main" id="{838ABCAC-D266-7244-9068-DAD3FE4E7C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F3F3F3"/>
          </a:solidFill>
        </p:spPr>
        <p:txBody>
          <a:bodyPr wrap="square" lIns="0" tIns="0" rIns="0" bIns="0" rtlCol="0" anchor="ctr">
            <a:noAutofit/>
          </a:bodyPr>
          <a:lstStyle/>
          <a:p>
            <a:pPr algn="ctr"/>
            <a:endParaRPr lang="en-US" sz="1600" b="0" i="0">
              <a:solidFill>
                <a:srgbClr val="FFFFFF"/>
              </a:solidFill>
              <a:latin typeface="IBM Plex Sans" panose="020B0503050203000203" pitchFamily="34" charset="0"/>
              <a:cs typeface="Arial"/>
            </a:endParaRPr>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latin typeface="IBM Plex Sans" panose="020B0503050203000203" pitchFamily="34" charset="0"/>
              </a:defRPr>
            </a:lvl1pPr>
            <a:lvl2pPr>
              <a:buClr>
                <a:schemeClr val="tx1"/>
              </a:buClr>
              <a:defRPr>
                <a:solidFill>
                  <a:schemeClr val="tx1"/>
                </a:solidFill>
                <a:latin typeface="IBM Plex Sans" panose="020B0503050203000203" pitchFamily="34" charset="0"/>
              </a:defRPr>
            </a:lvl2pPr>
            <a:lvl3pPr>
              <a:buClr>
                <a:schemeClr val="tx1"/>
              </a:buClr>
              <a:defRPr>
                <a:solidFill>
                  <a:schemeClr val="tx1"/>
                </a:solidFill>
                <a:latin typeface="IBM Plex Sans" panose="020B0503050203000203" pitchFamily="34" charset="0"/>
              </a:defRPr>
            </a:lvl3pPr>
            <a:lvl4pPr>
              <a:buClr>
                <a:schemeClr val="tx1"/>
              </a:buClr>
              <a:defRPr>
                <a:solidFill>
                  <a:schemeClr val="tx1"/>
                </a:solidFill>
                <a:latin typeface="IBM Plex Sans" panose="020B0503050203000203" pitchFamily="34" charset="0"/>
              </a:defRPr>
            </a:lvl4pPr>
            <a:lvl5pPr>
              <a:buClr>
                <a:schemeClr val="tx1"/>
              </a:buClr>
              <a:defRPr>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latin typeface="IBM Plex Sans" panose="020B0503050203000203" pitchFamily="34" charset="0"/>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tx1"/>
                </a:solidFill>
                <a:latin typeface="IBM Plex Sans" panose="020B0503050203000203" pitchFamily="34" charset="0"/>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414498063"/>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334251975"/>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p>
            <a:r>
              <a:rPr lang="en-US"/>
              <a:t>Click to edit Master title style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2462976933"/>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522161204"/>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2" name="Content Placeholder 3"/>
          <p:cNvSpPr>
            <a:spLocks noGrp="1"/>
          </p:cNvSpPr>
          <p:nvPr>
            <p:ph sz="quarter" idx="19"/>
          </p:nvPr>
        </p:nvSpPr>
        <p:spPr>
          <a:xfrm>
            <a:off x="6096000" y="3426885"/>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82207630"/>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solidFill>
            <a:srgbClr val="0530AD"/>
          </a:solidFill>
        </p:spPr>
        <p:txBody>
          <a:bodyPr lIns="210312" tIns="201168" rIns="228600" bIns="228600"/>
          <a:lstStyle>
            <a:lvl1pPr>
              <a:defRPr>
                <a:solidFill>
                  <a:schemeClr val="bg1"/>
                </a:solidFill>
              </a:defRPr>
            </a:lvl1pPr>
          </a:lstStyle>
          <a:p>
            <a:r>
              <a:rPr lang="en-US"/>
              <a:t>Click to edit Master title style</a:t>
            </a:r>
          </a:p>
        </p:txBody>
      </p:sp>
      <p:sp>
        <p:nvSpPr>
          <p:cNvPr id="6" name="Content Placeholder 1"/>
          <p:cNvSpPr>
            <a:spLocks noGrp="1"/>
          </p:cNvSpPr>
          <p:nvPr>
            <p:ph sz="quarter" idx="17"/>
          </p:nvPr>
        </p:nvSpPr>
        <p:spPr>
          <a:xfrm>
            <a:off x="6096000" y="0"/>
            <a:ext cx="3048000" cy="3429000"/>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2"/>
          <p:cNvSpPr>
            <a:spLocks noGrp="1"/>
          </p:cNvSpPr>
          <p:nvPr>
            <p:ph sz="quarter" idx="18"/>
          </p:nvPr>
        </p:nvSpPr>
        <p:spPr>
          <a:xfrm>
            <a:off x="9144000" y="0"/>
            <a:ext cx="3048000" cy="3429000"/>
          </a:xfrm>
          <a:solidFill>
            <a:srgbClr val="061F80"/>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7" name="Content Placeholder 3"/>
          <p:cNvSpPr>
            <a:spLocks noGrp="1"/>
          </p:cNvSpPr>
          <p:nvPr>
            <p:ph sz="quarter" idx="20"/>
          </p:nvPr>
        </p:nvSpPr>
        <p:spPr>
          <a:xfrm>
            <a:off x="0" y="3426885"/>
            <a:ext cx="6096000" cy="3431116"/>
          </a:xfrm>
          <a:solidFill>
            <a:schemeClr val="tx1"/>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5"/>
            <a:ext cx="6096000" cy="3431116"/>
          </a:xfrm>
          <a:solidFill>
            <a:srgbClr val="0530AD"/>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bg1"/>
                </a:solidFill>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871051221"/>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12192000" cy="3425951"/>
          </a:xfrm>
          <a:noFill/>
        </p:spPr>
        <p:txBody>
          <a:bodyPr lIns="182880" tIns="164592" rIns="228600" bIns="228600"/>
          <a:lstStyle>
            <a:lvl1pPr>
              <a:defRPr sz="6400"/>
            </a:lvl1pPr>
          </a:lstStyle>
          <a:p>
            <a:r>
              <a:rPr lang="en-US"/>
              <a:t>Click to edit Master title style</a:t>
            </a:r>
          </a:p>
        </p:txBody>
      </p:sp>
      <p:sp>
        <p:nvSpPr>
          <p:cNvPr id="7" name="Content Placeholder 1"/>
          <p:cNvSpPr>
            <a:spLocks noGrp="1"/>
          </p:cNvSpPr>
          <p:nvPr>
            <p:ph sz="quarter" idx="20"/>
          </p:nvPr>
        </p:nvSpPr>
        <p:spPr>
          <a:xfrm>
            <a:off x="0" y="3426885"/>
            <a:ext cx="3048000" cy="3431116"/>
          </a:xfrm>
          <a:solidFill>
            <a:srgbClr val="061F80"/>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2"/>
          <p:cNvSpPr>
            <a:spLocks noGrp="1"/>
          </p:cNvSpPr>
          <p:nvPr>
            <p:ph sz="quarter" idx="19"/>
          </p:nvPr>
        </p:nvSpPr>
        <p:spPr>
          <a:xfrm>
            <a:off x="3048001" y="3426885"/>
            <a:ext cx="3048000" cy="3431116"/>
          </a:xfrm>
          <a:solidFill>
            <a:srgbClr val="054ADA"/>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6" name="Content Placeholder 3"/>
          <p:cNvSpPr>
            <a:spLocks noGrp="1"/>
          </p:cNvSpPr>
          <p:nvPr>
            <p:ph sz="quarter" idx="17"/>
          </p:nvPr>
        </p:nvSpPr>
        <p:spPr>
          <a:xfrm>
            <a:off x="6096000" y="3426883"/>
            <a:ext cx="3048000" cy="3431117"/>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4"/>
          <p:cNvSpPr>
            <a:spLocks noGrp="1"/>
          </p:cNvSpPr>
          <p:nvPr>
            <p:ph sz="quarter" idx="18"/>
          </p:nvPr>
        </p:nvSpPr>
        <p:spPr>
          <a:xfrm>
            <a:off x="9144000" y="3426883"/>
            <a:ext cx="3048000" cy="3431117"/>
          </a:xfrm>
          <a:solidFill>
            <a:srgbClr val="6EA6FF"/>
          </a:solid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bg1"/>
                </a:solidFill>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42526228"/>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userDrawn="1">
  <p:cSld name="title (black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1"/>
          </a:solidFill>
        </p:spPr>
        <p:txBody>
          <a:bodyPr lIns="210312" tIns="201168" rIns="228600" bIns="228600"/>
          <a:lstStyle>
            <a:lvl1pPr>
              <a:defRPr>
                <a:solidFill>
                  <a:schemeClr val="bg1"/>
                </a:solidFill>
              </a:defRPr>
            </a:lvl1pPr>
          </a:lstStyle>
          <a:p>
            <a:r>
              <a:rPr lang="en-US"/>
              <a:t>Click to edit Master title style</a:t>
            </a:r>
          </a:p>
        </p:txBody>
      </p:sp>
      <p:sp>
        <p:nvSpPr>
          <p:cNvPr id="6" name="Picture Placeholder"/>
          <p:cNvSpPr>
            <a:spLocks noGrp="1"/>
          </p:cNvSpPr>
          <p:nvPr>
            <p:ph type="pic" sz="quarter" idx="12"/>
          </p:nvPr>
        </p:nvSpPr>
        <p:spPr>
          <a:xfrm>
            <a:off x="0" y="1701800"/>
            <a:ext cx="12192000" cy="5156200"/>
          </a:xfrm>
        </p:spPr>
        <p:txBody>
          <a:bodyPr lIns="91440" tIns="91440" rIns="91440" bIns="91440"/>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4088614065"/>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text (black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p>
            <a:r>
              <a:rPr lang="en-US"/>
              <a:t>Click icon to add picture</a:t>
            </a:r>
          </a:p>
        </p:txBody>
      </p:sp>
      <p:sp>
        <p:nvSpPr>
          <p:cNvPr id="6" name="Text Placeholder"/>
          <p:cNvSpPr>
            <a:spLocks noGrp="1"/>
          </p:cNvSpPr>
          <p:nvPr>
            <p:ph type="body" sz="quarter" idx="12"/>
          </p:nvPr>
        </p:nvSpPr>
        <p:spPr>
          <a:xfrm>
            <a:off x="-3" y="3429000"/>
            <a:ext cx="3048004" cy="3429000"/>
          </a:xfrm>
          <a:solidFill>
            <a:schemeClr val="tx1"/>
          </a:solidFill>
        </p:spPr>
        <p:txBody>
          <a:bodyPr lIns="219456" tIns="201168" rIns="228600" bIns="228600"/>
          <a:lstStyle>
            <a:lvl1pPr>
              <a:buClr>
                <a:schemeClr val="bg1"/>
              </a:buClr>
              <a:defRPr>
                <a:solidFill>
                  <a:schemeClr val="bg1"/>
                </a:solidFill>
              </a:defRPr>
            </a:lvl1pPr>
            <a:lvl2pPr>
              <a:buClr>
                <a:schemeClr val="bg1"/>
              </a:buClr>
              <a:defRPr sz="1333">
                <a:solidFill>
                  <a:schemeClr val="bg1"/>
                </a:solidFill>
              </a:defRPr>
            </a:lvl2pPr>
            <a:lvl3pPr>
              <a:buClr>
                <a:schemeClr val="bg1"/>
              </a:buClr>
              <a:defRPr sz="1333">
                <a:solidFill>
                  <a:schemeClr val="bg1"/>
                </a:solidFill>
              </a:defRPr>
            </a:lvl3pPr>
            <a:lvl4pPr>
              <a:buClr>
                <a:schemeClr val="bg1"/>
              </a:buClr>
              <a:defRPr sz="1333">
                <a:solidFill>
                  <a:schemeClr val="bg1"/>
                </a:solidFill>
              </a:defRPr>
            </a:lvl4pPr>
            <a:lvl5pPr>
              <a:buClr>
                <a:schemeClr val="bg1"/>
              </a:buClr>
              <a:defRPr sz="133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
        <p:nvSpPr>
          <p:cNvPr id="7" name="Title" hidden="1">
            <a:extLst>
              <a:ext uri="{FF2B5EF4-FFF2-40B4-BE49-F238E27FC236}">
                <a16:creationId xmlns:a16="http://schemas.microsoft.com/office/drawing/2014/main" id="{0C4F1C52-4E00-9B42-8B21-690C46B2CCFA}"/>
              </a:ext>
            </a:extLst>
          </p:cNvPr>
          <p:cNvSpPr>
            <a:spLocks noGrp="1"/>
          </p:cNvSpPr>
          <p:nvPr>
            <p:ph type="title" idx="4294967295"/>
          </p:nvPr>
        </p:nvSpPr>
        <p:spPr>
          <a:xfrm>
            <a:off x="304889" y="268818"/>
            <a:ext cx="5524500" cy="5725583"/>
          </a:xfrm>
        </p:spPr>
        <p:txBody>
          <a:bodyPr/>
          <a:lstStyle/>
          <a:p>
            <a:r>
              <a:rPr lang="en-US"/>
              <a:t>Click to edit Master title style</a:t>
            </a:r>
          </a:p>
        </p:txBody>
      </p:sp>
    </p:spTree>
    <p:extLst>
      <p:ext uri="{BB962C8B-B14F-4D97-AF65-F5344CB8AC3E}">
        <p14:creationId xmlns:p14="http://schemas.microsoft.com/office/powerpoint/2010/main" val="4173819804"/>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solidFill>
            <a:srgbClr val="061F80"/>
          </a:solidFill>
        </p:spPr>
        <p:txBody>
          <a:bodyPr lIns="219456" tIns="201168" rIns="228600" bIns="2286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sz="quarter" idx="13"/>
          </p:nvPr>
        </p:nvSpPr>
        <p:spPr>
          <a:xfrm>
            <a:off x="3048000" y="0"/>
            <a:ext cx="3048000" cy="6864096"/>
          </a:xfrm>
          <a:solidFill>
            <a:srgbClr val="054ADA"/>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14"/>
          </p:nvPr>
        </p:nvSpPr>
        <p:spPr>
          <a:xfrm>
            <a:off x="6096000" y="0"/>
            <a:ext cx="3048000" cy="6864096"/>
          </a:xfrm>
          <a:solidFill>
            <a:schemeClr val="accent2"/>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p:cNvSpPr>
            <a:spLocks noGrp="1"/>
          </p:cNvSpPr>
          <p:nvPr>
            <p:ph sz="quarter" idx="15"/>
          </p:nvPr>
        </p:nvSpPr>
        <p:spPr>
          <a:xfrm>
            <a:off x="9144000" y="0"/>
            <a:ext cx="3048000" cy="6864096"/>
          </a:xfrm>
          <a:solidFill>
            <a:srgbClr val="6EA6FF"/>
          </a:solidFill>
        </p:spPr>
        <p:txBody>
          <a:bodyPr lIns="219456" tIns="201168" rIns="228600" bIns="228600"/>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bg1"/>
                </a:solidFill>
              </a:defRPr>
            </a:lvl1pPr>
          </a:lstStyle>
          <a:p>
            <a:r>
              <a:rPr lang="de-DE" sz="1067"/>
              <a:t>IBM Confidential    </a:t>
            </a:r>
            <a:r>
              <a:rPr lang="de-DE"/>
              <a:t>IBM Select / © 2021 IBM Corporation</a:t>
            </a:r>
            <a:endParaRPr lang="en-US"/>
          </a:p>
        </p:txBody>
      </p:sp>
      <p:sp>
        <p:nvSpPr>
          <p:cNvPr id="4" name="Slide Number Placeholde"/>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416123675"/>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p:cNvSpPr>
            <a:spLocks noGrp="1"/>
          </p:cNvSpPr>
          <p:nvPr>
            <p:ph sz="quarter" idx="13"/>
          </p:nvPr>
        </p:nvSpPr>
        <p:spPr>
          <a:xfrm>
            <a:off x="3352800" y="1658112"/>
            <a:ext cx="8534400"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4133714901"/>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551973343"/>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5"/>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p>
            <a:r>
              <a:rPr lang="en-US"/>
              <a:t>Click icon to add picture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872526964"/>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64224" y="1621536"/>
            <a:ext cx="5522976" cy="4372864"/>
          </a:xfrm>
        </p:spPr>
        <p:txBody>
          <a:bodyPr/>
          <a:lstStyle>
            <a:lvl1pPr>
              <a:defRPr sz="3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4017438256"/>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ble Placeholder"/>
          <p:cNvSpPr>
            <a:spLocks noGrp="1"/>
          </p:cNvSpPr>
          <p:nvPr>
            <p:ph type="tbl" sz="quarter" idx="13"/>
          </p:nvPr>
        </p:nvSpPr>
        <p:spPr>
          <a:xfrm>
            <a:off x="3340609" y="268224"/>
            <a:ext cx="8546501" cy="5726176"/>
          </a:xfrm>
        </p:spPr>
        <p:txBody>
          <a:bodyPr lIns="0" tIns="0" rIns="91440" bIns="91440"/>
          <a:lstStyle/>
          <a:p>
            <a:r>
              <a:rPr lang="en-US"/>
              <a:t>Click icon to add table</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a:p>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500946080"/>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157405638"/>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83810636"/>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10784" cy="1072896"/>
          </a:xfrm>
        </p:spPr>
        <p:txBody>
          <a:bodyPr/>
          <a:lstStyle/>
          <a:p>
            <a:r>
              <a:rPr lang="en-US"/>
              <a:t>Click to edit Master title style</a:t>
            </a:r>
          </a:p>
        </p:txBody>
      </p:sp>
      <p:sp>
        <p:nvSpPr>
          <p:cNvPr id="8" name="Text Placeholder 1"/>
          <p:cNvSpPr>
            <a:spLocks noGrp="1"/>
          </p:cNvSpPr>
          <p:nvPr>
            <p:ph type="body" sz="quarter" idx="13"/>
          </p:nvPr>
        </p:nvSpPr>
        <p:spPr>
          <a:xfrm>
            <a:off x="292608" y="1682498"/>
            <a:ext cx="5498592" cy="1746503"/>
          </a:xfrm>
        </p:spPr>
        <p:txBody>
          <a:bodyPr/>
          <a:lstStyle>
            <a:lvl1pPr>
              <a:spcBef>
                <a:spcPts val="0"/>
              </a:spcBef>
              <a:defRPr sz="1333"/>
            </a:lvl1pPr>
            <a:lvl2pPr marL="0" indent="0">
              <a:spcBef>
                <a:spcPts val="0"/>
              </a:spcBef>
              <a:buNone/>
              <a:defRPr/>
            </a:lvl2pPr>
            <a:lvl3pPr marL="268813" indent="0">
              <a:buNone/>
              <a:defRPr/>
            </a:lvl3pPr>
            <a:lvl4pPr marL="579960" indent="0">
              <a:buNone/>
              <a:defRPr/>
            </a:lvl4pPr>
            <a:lvl5pPr marL="84242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B66D531-042B-494C-8702-5C43B76E6584}"/>
              </a:ext>
            </a:extLst>
          </p:cNvPr>
          <p:cNvSpPr>
            <a:spLocks noGrp="1"/>
          </p:cNvSpPr>
          <p:nvPr>
            <p:ph type="body" sz="quarter" idx="14"/>
          </p:nvPr>
        </p:nvSpPr>
        <p:spPr>
          <a:xfrm>
            <a:off x="298211" y="4274263"/>
            <a:ext cx="8540991" cy="1746501"/>
          </a:xfrm>
        </p:spPr>
        <p:txBody>
          <a:bodyPr anchor="b"/>
          <a:lstStyle>
            <a:lvl1pPr>
              <a:spcBef>
                <a:spcPts val="400"/>
              </a:spcBef>
              <a:defRPr sz="800"/>
            </a:lvl1pPr>
            <a:lvl2pPr>
              <a:defRPr sz="800"/>
            </a:lvl2pPr>
            <a:lvl3pPr>
              <a:defRPr sz="800"/>
            </a:lvl3pPr>
            <a:lvl4pPr>
              <a:defRPr sz="800"/>
            </a:lvl4pPr>
            <a:lvl5pPr>
              <a:defRPr sz="800"/>
            </a:lvl5pPr>
          </a:lstStyle>
          <a:p>
            <a:pPr lvl="0"/>
            <a:r>
              <a:rPr lang="en-US"/>
              <a:t>Click to edit Master text styles</a:t>
            </a:r>
          </a:p>
        </p:txBody>
      </p:sp>
      <p:sp>
        <p:nvSpPr>
          <p:cNvPr id="3" name="Footer Placeholder"/>
          <p:cNvSpPr>
            <a:spLocks noGrp="1"/>
          </p:cNvSpPr>
          <p:nvPr>
            <p:ph type="ftr" sz="quarter" idx="10"/>
          </p:nvPr>
        </p:nvSpPr>
        <p:spPr/>
        <p:txBody>
          <a:body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a:p>
        </p:txBody>
      </p:sp>
    </p:spTree>
    <p:extLst>
      <p:ext uri="{BB962C8B-B14F-4D97-AF65-F5344CB8AC3E}">
        <p14:creationId xmlns:p14="http://schemas.microsoft.com/office/powerpoint/2010/main" val="3218297706"/>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userDrawn="1">
  <p:cSld name="4_ibm sign-off">
    <p:bg>
      <p:bgPr>
        <a:solidFill>
          <a:schemeClr val="tx1"/>
        </a:solidFill>
        <a:effectLst/>
      </p:bgPr>
    </p:bg>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bg1"/>
                </a:solidFill>
              </a:defRPr>
            </a:lvl1pPr>
          </a:lstStyle>
          <a:p>
            <a:r>
              <a:rPr lang="de-DE" sz="1067"/>
              <a:t>IBM Confidential    </a:t>
            </a:r>
            <a:r>
              <a:rPr lang="de-DE"/>
              <a:t>IBM Select / © 2021 IBM Corporation</a:t>
            </a:r>
            <a:endParaRPr lang="en-US"/>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a:p>
        </p:txBody>
      </p:sp>
      <p:pic>
        <p:nvPicPr>
          <p:cNvPr id="6" name="Picture 5">
            <a:extLst>
              <a:ext uri="{FF2B5EF4-FFF2-40B4-BE49-F238E27FC236}">
                <a16:creationId xmlns:a16="http://schemas.microsoft.com/office/drawing/2014/main" id="{E9F9B627-0F89-514D-85B9-78E485ABC781}"/>
              </a:ext>
            </a:extLst>
          </p:cNvPr>
          <p:cNvPicPr>
            <a:picLocks noChangeAspect="1"/>
          </p:cNvPicPr>
          <p:nvPr userDrawn="1"/>
        </p:nvPicPr>
        <p:blipFill>
          <a:blip r:embed="rId2"/>
          <a:stretch>
            <a:fillRect/>
          </a:stretch>
        </p:blipFill>
        <p:spPr>
          <a:xfrm>
            <a:off x="5232737" y="3074990"/>
            <a:ext cx="1714163" cy="712380"/>
          </a:xfrm>
          <a:prstGeom prst="rect">
            <a:avLst/>
          </a:prstGeom>
        </p:spPr>
      </p:pic>
    </p:spTree>
    <p:extLst>
      <p:ext uri="{BB962C8B-B14F-4D97-AF65-F5344CB8AC3E}">
        <p14:creationId xmlns:p14="http://schemas.microsoft.com/office/powerpoint/2010/main" val="2307616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theme" Target="../theme/theme2.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26" Type="http://schemas.openxmlformats.org/officeDocument/2006/relationships/slideLayout" Target="../slideLayouts/slideLayout120.xml"/><Relationship Id="rId3" Type="http://schemas.openxmlformats.org/officeDocument/2006/relationships/slideLayout" Target="../slideLayouts/slideLayout97.xml"/><Relationship Id="rId21" Type="http://schemas.openxmlformats.org/officeDocument/2006/relationships/slideLayout" Target="../slideLayouts/slideLayout115.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5" Type="http://schemas.openxmlformats.org/officeDocument/2006/relationships/slideLayout" Target="../slideLayouts/slideLayout119.xml"/><Relationship Id="rId33" Type="http://schemas.openxmlformats.org/officeDocument/2006/relationships/theme" Target="../theme/theme3.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0" Type="http://schemas.openxmlformats.org/officeDocument/2006/relationships/slideLayout" Target="../slideLayouts/slideLayout114.xml"/><Relationship Id="rId29" Type="http://schemas.openxmlformats.org/officeDocument/2006/relationships/slideLayout" Target="../slideLayouts/slideLayout123.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24" Type="http://schemas.openxmlformats.org/officeDocument/2006/relationships/slideLayout" Target="../slideLayouts/slideLayout118.xml"/><Relationship Id="rId32" Type="http://schemas.openxmlformats.org/officeDocument/2006/relationships/slideLayout" Target="../slideLayouts/slideLayout126.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23" Type="http://schemas.openxmlformats.org/officeDocument/2006/relationships/slideLayout" Target="../slideLayouts/slideLayout117.xml"/><Relationship Id="rId28" Type="http://schemas.openxmlformats.org/officeDocument/2006/relationships/slideLayout" Target="../slideLayouts/slideLayout122.xml"/><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31" Type="http://schemas.openxmlformats.org/officeDocument/2006/relationships/slideLayout" Target="../slideLayouts/slideLayout125.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 Id="rId22" Type="http://schemas.openxmlformats.org/officeDocument/2006/relationships/slideLayout" Target="../slideLayouts/slideLayout116.xml"/><Relationship Id="rId27" Type="http://schemas.openxmlformats.org/officeDocument/2006/relationships/slideLayout" Target="../slideLayouts/slideLayout121.xml"/><Relationship Id="rId30" Type="http://schemas.openxmlformats.org/officeDocument/2006/relationships/slideLayout" Target="../slideLayouts/slideLayout124.xml"/><Relationship Id="rId8" Type="http://schemas.openxmlformats.org/officeDocument/2006/relationships/slideLayout" Target="../slideLayouts/slideLayout10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18" Type="http://schemas.openxmlformats.org/officeDocument/2006/relationships/slideLayout" Target="../slideLayouts/slideLayout144.xml"/><Relationship Id="rId26" Type="http://schemas.openxmlformats.org/officeDocument/2006/relationships/slideLayout" Target="../slideLayouts/slideLayout152.xml"/><Relationship Id="rId3" Type="http://schemas.openxmlformats.org/officeDocument/2006/relationships/slideLayout" Target="../slideLayouts/slideLayout129.xml"/><Relationship Id="rId21" Type="http://schemas.openxmlformats.org/officeDocument/2006/relationships/slideLayout" Target="../slideLayouts/slideLayout147.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slideLayout" Target="../slideLayouts/slideLayout143.xml"/><Relationship Id="rId25" Type="http://schemas.openxmlformats.org/officeDocument/2006/relationships/slideLayout" Target="../slideLayouts/slideLayout151.xml"/><Relationship Id="rId2" Type="http://schemas.openxmlformats.org/officeDocument/2006/relationships/slideLayout" Target="../slideLayouts/slideLayout128.xml"/><Relationship Id="rId16" Type="http://schemas.openxmlformats.org/officeDocument/2006/relationships/slideLayout" Target="../slideLayouts/slideLayout142.xml"/><Relationship Id="rId20" Type="http://schemas.openxmlformats.org/officeDocument/2006/relationships/slideLayout" Target="../slideLayouts/slideLayout146.xml"/><Relationship Id="rId29" Type="http://schemas.openxmlformats.org/officeDocument/2006/relationships/slideLayout" Target="../slideLayouts/slideLayout155.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24" Type="http://schemas.openxmlformats.org/officeDocument/2006/relationships/slideLayout" Target="../slideLayouts/slideLayout150.xml"/><Relationship Id="rId32" Type="http://schemas.openxmlformats.org/officeDocument/2006/relationships/theme" Target="../theme/theme4.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23" Type="http://schemas.openxmlformats.org/officeDocument/2006/relationships/slideLayout" Target="../slideLayouts/slideLayout149.xml"/><Relationship Id="rId28" Type="http://schemas.openxmlformats.org/officeDocument/2006/relationships/slideLayout" Target="../slideLayouts/slideLayout154.xml"/><Relationship Id="rId10" Type="http://schemas.openxmlformats.org/officeDocument/2006/relationships/slideLayout" Target="../slideLayouts/slideLayout136.xml"/><Relationship Id="rId19" Type="http://schemas.openxmlformats.org/officeDocument/2006/relationships/slideLayout" Target="../slideLayouts/slideLayout145.xml"/><Relationship Id="rId31" Type="http://schemas.openxmlformats.org/officeDocument/2006/relationships/slideLayout" Target="../slideLayouts/slideLayout157.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 Id="rId22" Type="http://schemas.openxmlformats.org/officeDocument/2006/relationships/slideLayout" Target="../slideLayouts/slideLayout148.xml"/><Relationship Id="rId27" Type="http://schemas.openxmlformats.org/officeDocument/2006/relationships/slideLayout" Target="../slideLayouts/slideLayout153.xml"/><Relationship Id="rId30" Type="http://schemas.openxmlformats.org/officeDocument/2006/relationships/slideLayout" Target="../slideLayouts/slideLayout15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70.xml"/><Relationship Id="rId18" Type="http://schemas.openxmlformats.org/officeDocument/2006/relationships/slideLayout" Target="../slideLayouts/slideLayout175.xml"/><Relationship Id="rId26" Type="http://schemas.openxmlformats.org/officeDocument/2006/relationships/slideLayout" Target="../slideLayouts/slideLayout183.xml"/><Relationship Id="rId3" Type="http://schemas.openxmlformats.org/officeDocument/2006/relationships/slideLayout" Target="../slideLayouts/slideLayout160.xml"/><Relationship Id="rId21" Type="http://schemas.openxmlformats.org/officeDocument/2006/relationships/slideLayout" Target="../slideLayouts/slideLayout178.xml"/><Relationship Id="rId7" Type="http://schemas.openxmlformats.org/officeDocument/2006/relationships/slideLayout" Target="../slideLayouts/slideLayout164.xml"/><Relationship Id="rId12" Type="http://schemas.openxmlformats.org/officeDocument/2006/relationships/slideLayout" Target="../slideLayouts/slideLayout169.xml"/><Relationship Id="rId17" Type="http://schemas.openxmlformats.org/officeDocument/2006/relationships/slideLayout" Target="../slideLayouts/slideLayout174.xml"/><Relationship Id="rId25" Type="http://schemas.openxmlformats.org/officeDocument/2006/relationships/slideLayout" Target="../slideLayouts/slideLayout182.xml"/><Relationship Id="rId33" Type="http://schemas.openxmlformats.org/officeDocument/2006/relationships/theme" Target="../theme/theme5.xml"/><Relationship Id="rId2" Type="http://schemas.openxmlformats.org/officeDocument/2006/relationships/slideLayout" Target="../slideLayouts/slideLayout159.xml"/><Relationship Id="rId16" Type="http://schemas.openxmlformats.org/officeDocument/2006/relationships/slideLayout" Target="../slideLayouts/slideLayout173.xml"/><Relationship Id="rId20" Type="http://schemas.openxmlformats.org/officeDocument/2006/relationships/slideLayout" Target="../slideLayouts/slideLayout177.xml"/><Relationship Id="rId29" Type="http://schemas.openxmlformats.org/officeDocument/2006/relationships/slideLayout" Target="../slideLayouts/slideLayout186.xml"/><Relationship Id="rId1" Type="http://schemas.openxmlformats.org/officeDocument/2006/relationships/slideLayout" Target="../slideLayouts/slideLayout158.xml"/><Relationship Id="rId6" Type="http://schemas.openxmlformats.org/officeDocument/2006/relationships/slideLayout" Target="../slideLayouts/slideLayout163.xml"/><Relationship Id="rId11" Type="http://schemas.openxmlformats.org/officeDocument/2006/relationships/slideLayout" Target="../slideLayouts/slideLayout168.xml"/><Relationship Id="rId24" Type="http://schemas.openxmlformats.org/officeDocument/2006/relationships/slideLayout" Target="../slideLayouts/slideLayout181.xml"/><Relationship Id="rId32" Type="http://schemas.openxmlformats.org/officeDocument/2006/relationships/slideLayout" Target="../slideLayouts/slideLayout189.xml"/><Relationship Id="rId5" Type="http://schemas.openxmlformats.org/officeDocument/2006/relationships/slideLayout" Target="../slideLayouts/slideLayout162.xml"/><Relationship Id="rId15" Type="http://schemas.openxmlformats.org/officeDocument/2006/relationships/slideLayout" Target="../slideLayouts/slideLayout172.xml"/><Relationship Id="rId23" Type="http://schemas.openxmlformats.org/officeDocument/2006/relationships/slideLayout" Target="../slideLayouts/slideLayout180.xml"/><Relationship Id="rId28" Type="http://schemas.openxmlformats.org/officeDocument/2006/relationships/slideLayout" Target="../slideLayouts/slideLayout185.xml"/><Relationship Id="rId10" Type="http://schemas.openxmlformats.org/officeDocument/2006/relationships/slideLayout" Target="../slideLayouts/slideLayout167.xml"/><Relationship Id="rId19" Type="http://schemas.openxmlformats.org/officeDocument/2006/relationships/slideLayout" Target="../slideLayouts/slideLayout176.xml"/><Relationship Id="rId31" Type="http://schemas.openxmlformats.org/officeDocument/2006/relationships/slideLayout" Target="../slideLayouts/slideLayout188.xml"/><Relationship Id="rId4" Type="http://schemas.openxmlformats.org/officeDocument/2006/relationships/slideLayout" Target="../slideLayouts/slideLayout161.xml"/><Relationship Id="rId9" Type="http://schemas.openxmlformats.org/officeDocument/2006/relationships/slideLayout" Target="../slideLayouts/slideLayout166.xml"/><Relationship Id="rId14" Type="http://schemas.openxmlformats.org/officeDocument/2006/relationships/slideLayout" Target="../slideLayouts/slideLayout171.xml"/><Relationship Id="rId22" Type="http://schemas.openxmlformats.org/officeDocument/2006/relationships/slideLayout" Target="../slideLayouts/slideLayout179.xml"/><Relationship Id="rId27" Type="http://schemas.openxmlformats.org/officeDocument/2006/relationships/slideLayout" Target="../slideLayouts/slideLayout184.xml"/><Relationship Id="rId30" Type="http://schemas.openxmlformats.org/officeDocument/2006/relationships/slideLayout" Target="../slideLayouts/slideLayout187.xml"/><Relationship Id="rId8" Type="http://schemas.openxmlformats.org/officeDocument/2006/relationships/slideLayout" Target="../slideLayouts/slideLayout16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02.xml"/><Relationship Id="rId18" Type="http://schemas.openxmlformats.org/officeDocument/2006/relationships/slideLayout" Target="../slideLayouts/slideLayout207.xml"/><Relationship Id="rId26" Type="http://schemas.openxmlformats.org/officeDocument/2006/relationships/slideLayout" Target="../slideLayouts/slideLayout215.xml"/><Relationship Id="rId21" Type="http://schemas.openxmlformats.org/officeDocument/2006/relationships/slideLayout" Target="../slideLayouts/slideLayout210.xml"/><Relationship Id="rId34" Type="http://schemas.openxmlformats.org/officeDocument/2006/relationships/slideLayout" Target="../slideLayouts/slideLayout223.xml"/><Relationship Id="rId7" Type="http://schemas.openxmlformats.org/officeDocument/2006/relationships/slideLayout" Target="../slideLayouts/slideLayout196.xml"/><Relationship Id="rId12" Type="http://schemas.openxmlformats.org/officeDocument/2006/relationships/slideLayout" Target="../slideLayouts/slideLayout201.xml"/><Relationship Id="rId17" Type="http://schemas.openxmlformats.org/officeDocument/2006/relationships/slideLayout" Target="../slideLayouts/slideLayout206.xml"/><Relationship Id="rId25" Type="http://schemas.openxmlformats.org/officeDocument/2006/relationships/slideLayout" Target="../slideLayouts/slideLayout214.xml"/><Relationship Id="rId33" Type="http://schemas.openxmlformats.org/officeDocument/2006/relationships/slideLayout" Target="../slideLayouts/slideLayout222.xml"/><Relationship Id="rId2" Type="http://schemas.openxmlformats.org/officeDocument/2006/relationships/slideLayout" Target="../slideLayouts/slideLayout191.xml"/><Relationship Id="rId16" Type="http://schemas.openxmlformats.org/officeDocument/2006/relationships/slideLayout" Target="../slideLayouts/slideLayout205.xml"/><Relationship Id="rId20" Type="http://schemas.openxmlformats.org/officeDocument/2006/relationships/slideLayout" Target="../slideLayouts/slideLayout209.xml"/><Relationship Id="rId29" Type="http://schemas.openxmlformats.org/officeDocument/2006/relationships/slideLayout" Target="../slideLayouts/slideLayout218.xml"/><Relationship Id="rId1" Type="http://schemas.openxmlformats.org/officeDocument/2006/relationships/slideLayout" Target="../slideLayouts/slideLayout190.xml"/><Relationship Id="rId6" Type="http://schemas.openxmlformats.org/officeDocument/2006/relationships/slideLayout" Target="../slideLayouts/slideLayout195.xml"/><Relationship Id="rId11" Type="http://schemas.openxmlformats.org/officeDocument/2006/relationships/slideLayout" Target="../slideLayouts/slideLayout200.xml"/><Relationship Id="rId24" Type="http://schemas.openxmlformats.org/officeDocument/2006/relationships/slideLayout" Target="../slideLayouts/slideLayout213.xml"/><Relationship Id="rId32" Type="http://schemas.openxmlformats.org/officeDocument/2006/relationships/slideLayout" Target="../slideLayouts/slideLayout221.xml"/><Relationship Id="rId37" Type="http://schemas.openxmlformats.org/officeDocument/2006/relationships/theme" Target="../theme/theme6.xml"/><Relationship Id="rId5" Type="http://schemas.openxmlformats.org/officeDocument/2006/relationships/slideLayout" Target="../slideLayouts/slideLayout194.xml"/><Relationship Id="rId15" Type="http://schemas.openxmlformats.org/officeDocument/2006/relationships/slideLayout" Target="../slideLayouts/slideLayout204.xml"/><Relationship Id="rId23" Type="http://schemas.openxmlformats.org/officeDocument/2006/relationships/slideLayout" Target="../slideLayouts/slideLayout212.xml"/><Relationship Id="rId28" Type="http://schemas.openxmlformats.org/officeDocument/2006/relationships/slideLayout" Target="../slideLayouts/slideLayout217.xml"/><Relationship Id="rId36" Type="http://schemas.openxmlformats.org/officeDocument/2006/relationships/slideLayout" Target="../slideLayouts/slideLayout225.xml"/><Relationship Id="rId10" Type="http://schemas.openxmlformats.org/officeDocument/2006/relationships/slideLayout" Target="../slideLayouts/slideLayout199.xml"/><Relationship Id="rId19" Type="http://schemas.openxmlformats.org/officeDocument/2006/relationships/slideLayout" Target="../slideLayouts/slideLayout208.xml"/><Relationship Id="rId31" Type="http://schemas.openxmlformats.org/officeDocument/2006/relationships/slideLayout" Target="../slideLayouts/slideLayout220.xml"/><Relationship Id="rId4" Type="http://schemas.openxmlformats.org/officeDocument/2006/relationships/slideLayout" Target="../slideLayouts/slideLayout193.xml"/><Relationship Id="rId9" Type="http://schemas.openxmlformats.org/officeDocument/2006/relationships/slideLayout" Target="../slideLayouts/slideLayout198.xml"/><Relationship Id="rId14" Type="http://schemas.openxmlformats.org/officeDocument/2006/relationships/slideLayout" Target="../slideLayouts/slideLayout203.xml"/><Relationship Id="rId22" Type="http://schemas.openxmlformats.org/officeDocument/2006/relationships/slideLayout" Target="../slideLayouts/slideLayout211.xml"/><Relationship Id="rId27" Type="http://schemas.openxmlformats.org/officeDocument/2006/relationships/slideLayout" Target="../slideLayouts/slideLayout216.xml"/><Relationship Id="rId30" Type="http://schemas.openxmlformats.org/officeDocument/2006/relationships/slideLayout" Target="../slideLayouts/slideLayout219.xml"/><Relationship Id="rId35" Type="http://schemas.openxmlformats.org/officeDocument/2006/relationships/slideLayout" Target="../slideLayouts/slideLayout224.xml"/><Relationship Id="rId8" Type="http://schemas.openxmlformats.org/officeDocument/2006/relationships/slideLayout" Target="../slideLayouts/slideLayout197.xml"/><Relationship Id="rId3" Type="http://schemas.openxmlformats.org/officeDocument/2006/relationships/slideLayout" Target="../slideLayouts/slideLayout192.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38.xml"/><Relationship Id="rId18" Type="http://schemas.openxmlformats.org/officeDocument/2006/relationships/slideLayout" Target="../slideLayouts/slideLayout243.xml"/><Relationship Id="rId26" Type="http://schemas.openxmlformats.org/officeDocument/2006/relationships/slideLayout" Target="../slideLayouts/slideLayout251.xml"/><Relationship Id="rId3" Type="http://schemas.openxmlformats.org/officeDocument/2006/relationships/slideLayout" Target="../slideLayouts/slideLayout228.xml"/><Relationship Id="rId21" Type="http://schemas.openxmlformats.org/officeDocument/2006/relationships/slideLayout" Target="../slideLayouts/slideLayout246.xml"/><Relationship Id="rId7" Type="http://schemas.openxmlformats.org/officeDocument/2006/relationships/slideLayout" Target="../slideLayouts/slideLayout232.xml"/><Relationship Id="rId12" Type="http://schemas.openxmlformats.org/officeDocument/2006/relationships/slideLayout" Target="../slideLayouts/slideLayout237.xml"/><Relationship Id="rId17" Type="http://schemas.openxmlformats.org/officeDocument/2006/relationships/slideLayout" Target="../slideLayouts/slideLayout242.xml"/><Relationship Id="rId25" Type="http://schemas.openxmlformats.org/officeDocument/2006/relationships/slideLayout" Target="../slideLayouts/slideLayout250.xml"/><Relationship Id="rId33" Type="http://schemas.openxmlformats.org/officeDocument/2006/relationships/theme" Target="../theme/theme7.xml"/><Relationship Id="rId2" Type="http://schemas.openxmlformats.org/officeDocument/2006/relationships/slideLayout" Target="../slideLayouts/slideLayout227.xml"/><Relationship Id="rId16" Type="http://schemas.openxmlformats.org/officeDocument/2006/relationships/slideLayout" Target="../slideLayouts/slideLayout241.xml"/><Relationship Id="rId20" Type="http://schemas.openxmlformats.org/officeDocument/2006/relationships/slideLayout" Target="../slideLayouts/slideLayout245.xml"/><Relationship Id="rId29" Type="http://schemas.openxmlformats.org/officeDocument/2006/relationships/slideLayout" Target="../slideLayouts/slideLayout254.xml"/><Relationship Id="rId1" Type="http://schemas.openxmlformats.org/officeDocument/2006/relationships/slideLayout" Target="../slideLayouts/slideLayout226.xml"/><Relationship Id="rId6" Type="http://schemas.openxmlformats.org/officeDocument/2006/relationships/slideLayout" Target="../slideLayouts/slideLayout231.xml"/><Relationship Id="rId11" Type="http://schemas.openxmlformats.org/officeDocument/2006/relationships/slideLayout" Target="../slideLayouts/slideLayout236.xml"/><Relationship Id="rId24" Type="http://schemas.openxmlformats.org/officeDocument/2006/relationships/slideLayout" Target="../slideLayouts/slideLayout249.xml"/><Relationship Id="rId32" Type="http://schemas.openxmlformats.org/officeDocument/2006/relationships/slideLayout" Target="../slideLayouts/slideLayout257.xml"/><Relationship Id="rId5" Type="http://schemas.openxmlformats.org/officeDocument/2006/relationships/slideLayout" Target="../slideLayouts/slideLayout230.xml"/><Relationship Id="rId15" Type="http://schemas.openxmlformats.org/officeDocument/2006/relationships/slideLayout" Target="../slideLayouts/slideLayout240.xml"/><Relationship Id="rId23" Type="http://schemas.openxmlformats.org/officeDocument/2006/relationships/slideLayout" Target="../slideLayouts/slideLayout248.xml"/><Relationship Id="rId28" Type="http://schemas.openxmlformats.org/officeDocument/2006/relationships/slideLayout" Target="../slideLayouts/slideLayout253.xml"/><Relationship Id="rId10" Type="http://schemas.openxmlformats.org/officeDocument/2006/relationships/slideLayout" Target="../slideLayouts/slideLayout235.xml"/><Relationship Id="rId19" Type="http://schemas.openxmlformats.org/officeDocument/2006/relationships/slideLayout" Target="../slideLayouts/slideLayout244.xml"/><Relationship Id="rId31" Type="http://schemas.openxmlformats.org/officeDocument/2006/relationships/slideLayout" Target="../slideLayouts/slideLayout256.xml"/><Relationship Id="rId4" Type="http://schemas.openxmlformats.org/officeDocument/2006/relationships/slideLayout" Target="../slideLayouts/slideLayout229.xml"/><Relationship Id="rId9" Type="http://schemas.openxmlformats.org/officeDocument/2006/relationships/slideLayout" Target="../slideLayouts/slideLayout234.xml"/><Relationship Id="rId14" Type="http://schemas.openxmlformats.org/officeDocument/2006/relationships/slideLayout" Target="../slideLayouts/slideLayout239.xml"/><Relationship Id="rId22" Type="http://schemas.openxmlformats.org/officeDocument/2006/relationships/slideLayout" Target="../slideLayouts/slideLayout247.xml"/><Relationship Id="rId27" Type="http://schemas.openxmlformats.org/officeDocument/2006/relationships/slideLayout" Target="../slideLayouts/slideLayout252.xml"/><Relationship Id="rId30" Type="http://schemas.openxmlformats.org/officeDocument/2006/relationships/slideLayout" Target="../slideLayouts/slideLayout255.xml"/><Relationship Id="rId8" Type="http://schemas.openxmlformats.org/officeDocument/2006/relationships/slideLayout" Target="../slideLayouts/slideLayout233.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70.xml"/><Relationship Id="rId18" Type="http://schemas.openxmlformats.org/officeDocument/2006/relationships/slideLayout" Target="../slideLayouts/slideLayout275.xml"/><Relationship Id="rId26" Type="http://schemas.openxmlformats.org/officeDocument/2006/relationships/slideLayout" Target="../slideLayouts/slideLayout283.xml"/><Relationship Id="rId3" Type="http://schemas.openxmlformats.org/officeDocument/2006/relationships/slideLayout" Target="../slideLayouts/slideLayout260.xml"/><Relationship Id="rId21" Type="http://schemas.openxmlformats.org/officeDocument/2006/relationships/slideLayout" Target="../slideLayouts/slideLayout278.xml"/><Relationship Id="rId7" Type="http://schemas.openxmlformats.org/officeDocument/2006/relationships/slideLayout" Target="../slideLayouts/slideLayout264.xml"/><Relationship Id="rId12" Type="http://schemas.openxmlformats.org/officeDocument/2006/relationships/slideLayout" Target="../slideLayouts/slideLayout269.xml"/><Relationship Id="rId17" Type="http://schemas.openxmlformats.org/officeDocument/2006/relationships/slideLayout" Target="../slideLayouts/slideLayout274.xml"/><Relationship Id="rId25" Type="http://schemas.openxmlformats.org/officeDocument/2006/relationships/slideLayout" Target="../slideLayouts/slideLayout282.xml"/><Relationship Id="rId33" Type="http://schemas.openxmlformats.org/officeDocument/2006/relationships/theme" Target="../theme/theme8.xml"/><Relationship Id="rId2" Type="http://schemas.openxmlformats.org/officeDocument/2006/relationships/slideLayout" Target="../slideLayouts/slideLayout259.xml"/><Relationship Id="rId16" Type="http://schemas.openxmlformats.org/officeDocument/2006/relationships/slideLayout" Target="../slideLayouts/slideLayout273.xml"/><Relationship Id="rId20" Type="http://schemas.openxmlformats.org/officeDocument/2006/relationships/slideLayout" Target="../slideLayouts/slideLayout277.xml"/><Relationship Id="rId29" Type="http://schemas.openxmlformats.org/officeDocument/2006/relationships/slideLayout" Target="../slideLayouts/slideLayout286.xml"/><Relationship Id="rId1" Type="http://schemas.openxmlformats.org/officeDocument/2006/relationships/slideLayout" Target="../slideLayouts/slideLayout258.xml"/><Relationship Id="rId6" Type="http://schemas.openxmlformats.org/officeDocument/2006/relationships/slideLayout" Target="../slideLayouts/slideLayout263.xml"/><Relationship Id="rId11" Type="http://schemas.openxmlformats.org/officeDocument/2006/relationships/slideLayout" Target="../slideLayouts/slideLayout268.xml"/><Relationship Id="rId24" Type="http://schemas.openxmlformats.org/officeDocument/2006/relationships/slideLayout" Target="../slideLayouts/slideLayout281.xml"/><Relationship Id="rId32" Type="http://schemas.openxmlformats.org/officeDocument/2006/relationships/slideLayout" Target="../slideLayouts/slideLayout289.xml"/><Relationship Id="rId5" Type="http://schemas.openxmlformats.org/officeDocument/2006/relationships/slideLayout" Target="../slideLayouts/slideLayout262.xml"/><Relationship Id="rId15" Type="http://schemas.openxmlformats.org/officeDocument/2006/relationships/slideLayout" Target="../slideLayouts/slideLayout272.xml"/><Relationship Id="rId23" Type="http://schemas.openxmlformats.org/officeDocument/2006/relationships/slideLayout" Target="../slideLayouts/slideLayout280.xml"/><Relationship Id="rId28" Type="http://schemas.openxmlformats.org/officeDocument/2006/relationships/slideLayout" Target="../slideLayouts/slideLayout285.xml"/><Relationship Id="rId10" Type="http://schemas.openxmlformats.org/officeDocument/2006/relationships/slideLayout" Target="../slideLayouts/slideLayout267.xml"/><Relationship Id="rId19" Type="http://schemas.openxmlformats.org/officeDocument/2006/relationships/slideLayout" Target="../slideLayouts/slideLayout276.xml"/><Relationship Id="rId31" Type="http://schemas.openxmlformats.org/officeDocument/2006/relationships/slideLayout" Target="../slideLayouts/slideLayout288.xml"/><Relationship Id="rId4" Type="http://schemas.openxmlformats.org/officeDocument/2006/relationships/slideLayout" Target="../slideLayouts/slideLayout261.xml"/><Relationship Id="rId9" Type="http://schemas.openxmlformats.org/officeDocument/2006/relationships/slideLayout" Target="../slideLayouts/slideLayout266.xml"/><Relationship Id="rId14" Type="http://schemas.openxmlformats.org/officeDocument/2006/relationships/slideLayout" Target="../slideLayouts/slideLayout271.xml"/><Relationship Id="rId22" Type="http://schemas.openxmlformats.org/officeDocument/2006/relationships/slideLayout" Target="../slideLayouts/slideLayout279.xml"/><Relationship Id="rId27" Type="http://schemas.openxmlformats.org/officeDocument/2006/relationships/slideLayout" Target="../slideLayouts/slideLayout284.xml"/><Relationship Id="rId30" Type="http://schemas.openxmlformats.org/officeDocument/2006/relationships/slideLayout" Target="../slideLayouts/slideLayout287.xml"/><Relationship Id="rId8" Type="http://schemas.openxmlformats.org/officeDocument/2006/relationships/slideLayout" Target="../slideLayouts/slideLayout265.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302.xml"/><Relationship Id="rId18" Type="http://schemas.openxmlformats.org/officeDocument/2006/relationships/slideLayout" Target="../slideLayouts/slideLayout307.xml"/><Relationship Id="rId26" Type="http://schemas.openxmlformats.org/officeDocument/2006/relationships/slideLayout" Target="../slideLayouts/slideLayout315.xml"/><Relationship Id="rId39" Type="http://schemas.openxmlformats.org/officeDocument/2006/relationships/slideLayout" Target="../slideLayouts/slideLayout328.xml"/><Relationship Id="rId21" Type="http://schemas.openxmlformats.org/officeDocument/2006/relationships/slideLayout" Target="../slideLayouts/slideLayout310.xml"/><Relationship Id="rId34" Type="http://schemas.openxmlformats.org/officeDocument/2006/relationships/slideLayout" Target="../slideLayouts/slideLayout323.xml"/><Relationship Id="rId42" Type="http://schemas.openxmlformats.org/officeDocument/2006/relationships/slideLayout" Target="../slideLayouts/slideLayout331.xml"/><Relationship Id="rId47" Type="http://schemas.openxmlformats.org/officeDocument/2006/relationships/theme" Target="../theme/theme9.xml"/><Relationship Id="rId7" Type="http://schemas.openxmlformats.org/officeDocument/2006/relationships/slideLayout" Target="../slideLayouts/slideLayout296.xml"/><Relationship Id="rId2" Type="http://schemas.openxmlformats.org/officeDocument/2006/relationships/slideLayout" Target="../slideLayouts/slideLayout291.xml"/><Relationship Id="rId16" Type="http://schemas.openxmlformats.org/officeDocument/2006/relationships/slideLayout" Target="../slideLayouts/slideLayout305.xml"/><Relationship Id="rId29" Type="http://schemas.openxmlformats.org/officeDocument/2006/relationships/slideLayout" Target="../slideLayouts/slideLayout318.xml"/><Relationship Id="rId1" Type="http://schemas.openxmlformats.org/officeDocument/2006/relationships/slideLayout" Target="../slideLayouts/slideLayout290.xml"/><Relationship Id="rId6" Type="http://schemas.openxmlformats.org/officeDocument/2006/relationships/slideLayout" Target="../slideLayouts/slideLayout295.xml"/><Relationship Id="rId11" Type="http://schemas.openxmlformats.org/officeDocument/2006/relationships/slideLayout" Target="../slideLayouts/slideLayout300.xml"/><Relationship Id="rId24" Type="http://schemas.openxmlformats.org/officeDocument/2006/relationships/slideLayout" Target="../slideLayouts/slideLayout313.xml"/><Relationship Id="rId32" Type="http://schemas.openxmlformats.org/officeDocument/2006/relationships/slideLayout" Target="../slideLayouts/slideLayout321.xml"/><Relationship Id="rId37" Type="http://schemas.openxmlformats.org/officeDocument/2006/relationships/slideLayout" Target="../slideLayouts/slideLayout326.xml"/><Relationship Id="rId40" Type="http://schemas.openxmlformats.org/officeDocument/2006/relationships/slideLayout" Target="../slideLayouts/slideLayout329.xml"/><Relationship Id="rId45" Type="http://schemas.openxmlformats.org/officeDocument/2006/relationships/slideLayout" Target="../slideLayouts/slideLayout334.xml"/><Relationship Id="rId5" Type="http://schemas.openxmlformats.org/officeDocument/2006/relationships/slideLayout" Target="../slideLayouts/slideLayout294.xml"/><Relationship Id="rId15" Type="http://schemas.openxmlformats.org/officeDocument/2006/relationships/slideLayout" Target="../slideLayouts/slideLayout304.xml"/><Relationship Id="rId23" Type="http://schemas.openxmlformats.org/officeDocument/2006/relationships/slideLayout" Target="../slideLayouts/slideLayout312.xml"/><Relationship Id="rId28" Type="http://schemas.openxmlformats.org/officeDocument/2006/relationships/slideLayout" Target="../slideLayouts/slideLayout317.xml"/><Relationship Id="rId36" Type="http://schemas.openxmlformats.org/officeDocument/2006/relationships/slideLayout" Target="../slideLayouts/slideLayout325.xml"/><Relationship Id="rId10" Type="http://schemas.openxmlformats.org/officeDocument/2006/relationships/slideLayout" Target="../slideLayouts/slideLayout299.xml"/><Relationship Id="rId19" Type="http://schemas.openxmlformats.org/officeDocument/2006/relationships/slideLayout" Target="../slideLayouts/slideLayout308.xml"/><Relationship Id="rId31" Type="http://schemas.openxmlformats.org/officeDocument/2006/relationships/slideLayout" Target="../slideLayouts/slideLayout320.xml"/><Relationship Id="rId44" Type="http://schemas.openxmlformats.org/officeDocument/2006/relationships/slideLayout" Target="../slideLayouts/slideLayout333.xml"/><Relationship Id="rId4" Type="http://schemas.openxmlformats.org/officeDocument/2006/relationships/slideLayout" Target="../slideLayouts/slideLayout293.xml"/><Relationship Id="rId9" Type="http://schemas.openxmlformats.org/officeDocument/2006/relationships/slideLayout" Target="../slideLayouts/slideLayout298.xml"/><Relationship Id="rId14" Type="http://schemas.openxmlformats.org/officeDocument/2006/relationships/slideLayout" Target="../slideLayouts/slideLayout303.xml"/><Relationship Id="rId22" Type="http://schemas.openxmlformats.org/officeDocument/2006/relationships/slideLayout" Target="../slideLayouts/slideLayout311.xml"/><Relationship Id="rId27" Type="http://schemas.openxmlformats.org/officeDocument/2006/relationships/slideLayout" Target="../slideLayouts/slideLayout316.xml"/><Relationship Id="rId30" Type="http://schemas.openxmlformats.org/officeDocument/2006/relationships/slideLayout" Target="../slideLayouts/slideLayout319.xml"/><Relationship Id="rId35" Type="http://schemas.openxmlformats.org/officeDocument/2006/relationships/slideLayout" Target="../slideLayouts/slideLayout324.xml"/><Relationship Id="rId43" Type="http://schemas.openxmlformats.org/officeDocument/2006/relationships/slideLayout" Target="../slideLayouts/slideLayout332.xml"/><Relationship Id="rId8" Type="http://schemas.openxmlformats.org/officeDocument/2006/relationships/slideLayout" Target="../slideLayouts/slideLayout297.xml"/><Relationship Id="rId3" Type="http://schemas.openxmlformats.org/officeDocument/2006/relationships/slideLayout" Target="../slideLayouts/slideLayout292.xml"/><Relationship Id="rId12" Type="http://schemas.openxmlformats.org/officeDocument/2006/relationships/slideLayout" Target="../slideLayouts/slideLayout301.xml"/><Relationship Id="rId17" Type="http://schemas.openxmlformats.org/officeDocument/2006/relationships/slideLayout" Target="../slideLayouts/slideLayout306.xml"/><Relationship Id="rId25" Type="http://schemas.openxmlformats.org/officeDocument/2006/relationships/slideLayout" Target="../slideLayouts/slideLayout314.xml"/><Relationship Id="rId33" Type="http://schemas.openxmlformats.org/officeDocument/2006/relationships/slideLayout" Target="../slideLayouts/slideLayout322.xml"/><Relationship Id="rId38" Type="http://schemas.openxmlformats.org/officeDocument/2006/relationships/slideLayout" Target="../slideLayouts/slideLayout327.xml"/><Relationship Id="rId46" Type="http://schemas.openxmlformats.org/officeDocument/2006/relationships/slideLayout" Target="../slideLayouts/slideLayout335.xml"/><Relationship Id="rId20" Type="http://schemas.openxmlformats.org/officeDocument/2006/relationships/slideLayout" Target="../slideLayouts/slideLayout309.xml"/><Relationship Id="rId41" Type="http://schemas.openxmlformats.org/officeDocument/2006/relationships/slideLayout" Target="../slideLayouts/slideLayout330.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348.xml"/><Relationship Id="rId18" Type="http://schemas.openxmlformats.org/officeDocument/2006/relationships/slideLayout" Target="../slideLayouts/slideLayout353.xml"/><Relationship Id="rId26" Type="http://schemas.openxmlformats.org/officeDocument/2006/relationships/slideLayout" Target="../slideLayouts/slideLayout361.xml"/><Relationship Id="rId39" Type="http://schemas.openxmlformats.org/officeDocument/2006/relationships/slideLayout" Target="../slideLayouts/slideLayout374.xml"/><Relationship Id="rId21" Type="http://schemas.openxmlformats.org/officeDocument/2006/relationships/slideLayout" Target="../slideLayouts/slideLayout356.xml"/><Relationship Id="rId34" Type="http://schemas.openxmlformats.org/officeDocument/2006/relationships/slideLayout" Target="../slideLayouts/slideLayout369.xml"/><Relationship Id="rId42" Type="http://schemas.openxmlformats.org/officeDocument/2006/relationships/slideLayout" Target="../slideLayouts/slideLayout377.xml"/><Relationship Id="rId7" Type="http://schemas.openxmlformats.org/officeDocument/2006/relationships/slideLayout" Target="../slideLayouts/slideLayout342.xml"/><Relationship Id="rId2" Type="http://schemas.openxmlformats.org/officeDocument/2006/relationships/slideLayout" Target="../slideLayouts/slideLayout337.xml"/><Relationship Id="rId16" Type="http://schemas.openxmlformats.org/officeDocument/2006/relationships/slideLayout" Target="../slideLayouts/slideLayout351.xml"/><Relationship Id="rId20" Type="http://schemas.openxmlformats.org/officeDocument/2006/relationships/slideLayout" Target="../slideLayouts/slideLayout355.xml"/><Relationship Id="rId29" Type="http://schemas.openxmlformats.org/officeDocument/2006/relationships/slideLayout" Target="../slideLayouts/slideLayout364.xml"/><Relationship Id="rId41" Type="http://schemas.openxmlformats.org/officeDocument/2006/relationships/slideLayout" Target="../slideLayouts/slideLayout376.xml"/><Relationship Id="rId1" Type="http://schemas.openxmlformats.org/officeDocument/2006/relationships/slideLayout" Target="../slideLayouts/slideLayout336.xml"/><Relationship Id="rId6" Type="http://schemas.openxmlformats.org/officeDocument/2006/relationships/slideLayout" Target="../slideLayouts/slideLayout341.xml"/><Relationship Id="rId11" Type="http://schemas.openxmlformats.org/officeDocument/2006/relationships/slideLayout" Target="../slideLayouts/slideLayout346.xml"/><Relationship Id="rId24" Type="http://schemas.openxmlformats.org/officeDocument/2006/relationships/slideLayout" Target="../slideLayouts/slideLayout359.xml"/><Relationship Id="rId32" Type="http://schemas.openxmlformats.org/officeDocument/2006/relationships/slideLayout" Target="../slideLayouts/slideLayout367.xml"/><Relationship Id="rId37" Type="http://schemas.openxmlformats.org/officeDocument/2006/relationships/slideLayout" Target="../slideLayouts/slideLayout372.xml"/><Relationship Id="rId40" Type="http://schemas.openxmlformats.org/officeDocument/2006/relationships/slideLayout" Target="../slideLayouts/slideLayout375.xml"/><Relationship Id="rId5" Type="http://schemas.openxmlformats.org/officeDocument/2006/relationships/slideLayout" Target="../slideLayouts/slideLayout340.xml"/><Relationship Id="rId15" Type="http://schemas.openxmlformats.org/officeDocument/2006/relationships/slideLayout" Target="../slideLayouts/slideLayout350.xml"/><Relationship Id="rId23" Type="http://schemas.openxmlformats.org/officeDocument/2006/relationships/slideLayout" Target="../slideLayouts/slideLayout358.xml"/><Relationship Id="rId28" Type="http://schemas.openxmlformats.org/officeDocument/2006/relationships/slideLayout" Target="../slideLayouts/slideLayout363.xml"/><Relationship Id="rId36" Type="http://schemas.openxmlformats.org/officeDocument/2006/relationships/slideLayout" Target="../slideLayouts/slideLayout371.xml"/><Relationship Id="rId10" Type="http://schemas.openxmlformats.org/officeDocument/2006/relationships/slideLayout" Target="../slideLayouts/slideLayout345.xml"/><Relationship Id="rId19" Type="http://schemas.openxmlformats.org/officeDocument/2006/relationships/slideLayout" Target="../slideLayouts/slideLayout354.xml"/><Relationship Id="rId31" Type="http://schemas.openxmlformats.org/officeDocument/2006/relationships/slideLayout" Target="../slideLayouts/slideLayout366.xml"/><Relationship Id="rId44" Type="http://schemas.openxmlformats.org/officeDocument/2006/relationships/theme" Target="../theme/theme10.xml"/><Relationship Id="rId4" Type="http://schemas.openxmlformats.org/officeDocument/2006/relationships/slideLayout" Target="../slideLayouts/slideLayout339.xml"/><Relationship Id="rId9" Type="http://schemas.openxmlformats.org/officeDocument/2006/relationships/slideLayout" Target="../slideLayouts/slideLayout344.xml"/><Relationship Id="rId14" Type="http://schemas.openxmlformats.org/officeDocument/2006/relationships/slideLayout" Target="../slideLayouts/slideLayout349.xml"/><Relationship Id="rId22" Type="http://schemas.openxmlformats.org/officeDocument/2006/relationships/slideLayout" Target="../slideLayouts/slideLayout357.xml"/><Relationship Id="rId27" Type="http://schemas.openxmlformats.org/officeDocument/2006/relationships/slideLayout" Target="../slideLayouts/slideLayout362.xml"/><Relationship Id="rId30" Type="http://schemas.openxmlformats.org/officeDocument/2006/relationships/slideLayout" Target="../slideLayouts/slideLayout365.xml"/><Relationship Id="rId35" Type="http://schemas.openxmlformats.org/officeDocument/2006/relationships/slideLayout" Target="../slideLayouts/slideLayout370.xml"/><Relationship Id="rId43" Type="http://schemas.openxmlformats.org/officeDocument/2006/relationships/slideLayout" Target="../slideLayouts/slideLayout378.xml"/><Relationship Id="rId8" Type="http://schemas.openxmlformats.org/officeDocument/2006/relationships/slideLayout" Target="../slideLayouts/slideLayout343.xml"/><Relationship Id="rId3" Type="http://schemas.openxmlformats.org/officeDocument/2006/relationships/slideLayout" Target="../slideLayouts/slideLayout338.xml"/><Relationship Id="rId12" Type="http://schemas.openxmlformats.org/officeDocument/2006/relationships/slideLayout" Target="../slideLayouts/slideLayout347.xml"/><Relationship Id="rId17" Type="http://schemas.openxmlformats.org/officeDocument/2006/relationships/slideLayout" Target="../slideLayouts/slideLayout352.xml"/><Relationship Id="rId25" Type="http://schemas.openxmlformats.org/officeDocument/2006/relationships/slideLayout" Target="../slideLayouts/slideLayout360.xml"/><Relationship Id="rId33" Type="http://schemas.openxmlformats.org/officeDocument/2006/relationships/slideLayout" Target="../slideLayouts/slideLayout368.xml"/><Relationship Id="rId38" Type="http://schemas.openxmlformats.org/officeDocument/2006/relationships/slideLayout" Target="../slideLayouts/slideLayout373.xml"/></Relationships>
</file>

<file path=ppt/slideMasters/_rels/slideMaster11.xml.rels><?xml version="1.0" encoding="UTF-8" standalone="yes"?>
<Relationships xmlns="http://schemas.openxmlformats.org/package/2006/relationships"><Relationship Id="rId13" Type="http://schemas.openxmlformats.org/officeDocument/2006/relationships/slideLayout" Target="../slideLayouts/slideLayout391.xml"/><Relationship Id="rId18" Type="http://schemas.openxmlformats.org/officeDocument/2006/relationships/slideLayout" Target="../slideLayouts/slideLayout396.xml"/><Relationship Id="rId26" Type="http://schemas.openxmlformats.org/officeDocument/2006/relationships/slideLayout" Target="../slideLayouts/slideLayout404.xml"/><Relationship Id="rId3" Type="http://schemas.openxmlformats.org/officeDocument/2006/relationships/slideLayout" Target="../slideLayouts/slideLayout381.xml"/><Relationship Id="rId21" Type="http://schemas.openxmlformats.org/officeDocument/2006/relationships/slideLayout" Target="../slideLayouts/slideLayout399.xml"/><Relationship Id="rId7" Type="http://schemas.openxmlformats.org/officeDocument/2006/relationships/slideLayout" Target="../slideLayouts/slideLayout385.xml"/><Relationship Id="rId12" Type="http://schemas.openxmlformats.org/officeDocument/2006/relationships/slideLayout" Target="../slideLayouts/slideLayout390.xml"/><Relationship Id="rId17" Type="http://schemas.openxmlformats.org/officeDocument/2006/relationships/slideLayout" Target="../slideLayouts/slideLayout395.xml"/><Relationship Id="rId25" Type="http://schemas.openxmlformats.org/officeDocument/2006/relationships/slideLayout" Target="../slideLayouts/slideLayout403.xml"/><Relationship Id="rId33" Type="http://schemas.openxmlformats.org/officeDocument/2006/relationships/theme" Target="../theme/theme11.xml"/><Relationship Id="rId2" Type="http://schemas.openxmlformats.org/officeDocument/2006/relationships/slideLayout" Target="../slideLayouts/slideLayout380.xml"/><Relationship Id="rId16" Type="http://schemas.openxmlformats.org/officeDocument/2006/relationships/slideLayout" Target="../slideLayouts/slideLayout394.xml"/><Relationship Id="rId20" Type="http://schemas.openxmlformats.org/officeDocument/2006/relationships/slideLayout" Target="../slideLayouts/slideLayout398.xml"/><Relationship Id="rId29" Type="http://schemas.openxmlformats.org/officeDocument/2006/relationships/slideLayout" Target="../slideLayouts/slideLayout407.xml"/><Relationship Id="rId1" Type="http://schemas.openxmlformats.org/officeDocument/2006/relationships/slideLayout" Target="../slideLayouts/slideLayout379.xml"/><Relationship Id="rId6" Type="http://schemas.openxmlformats.org/officeDocument/2006/relationships/slideLayout" Target="../slideLayouts/slideLayout384.xml"/><Relationship Id="rId11" Type="http://schemas.openxmlformats.org/officeDocument/2006/relationships/slideLayout" Target="../slideLayouts/slideLayout389.xml"/><Relationship Id="rId24" Type="http://schemas.openxmlformats.org/officeDocument/2006/relationships/slideLayout" Target="../slideLayouts/slideLayout402.xml"/><Relationship Id="rId32" Type="http://schemas.openxmlformats.org/officeDocument/2006/relationships/slideLayout" Target="../slideLayouts/slideLayout410.xml"/><Relationship Id="rId5" Type="http://schemas.openxmlformats.org/officeDocument/2006/relationships/slideLayout" Target="../slideLayouts/slideLayout383.xml"/><Relationship Id="rId15" Type="http://schemas.openxmlformats.org/officeDocument/2006/relationships/slideLayout" Target="../slideLayouts/slideLayout393.xml"/><Relationship Id="rId23" Type="http://schemas.openxmlformats.org/officeDocument/2006/relationships/slideLayout" Target="../slideLayouts/slideLayout401.xml"/><Relationship Id="rId28" Type="http://schemas.openxmlformats.org/officeDocument/2006/relationships/slideLayout" Target="../slideLayouts/slideLayout406.xml"/><Relationship Id="rId10" Type="http://schemas.openxmlformats.org/officeDocument/2006/relationships/slideLayout" Target="../slideLayouts/slideLayout388.xml"/><Relationship Id="rId19" Type="http://schemas.openxmlformats.org/officeDocument/2006/relationships/slideLayout" Target="../slideLayouts/slideLayout397.xml"/><Relationship Id="rId31" Type="http://schemas.openxmlformats.org/officeDocument/2006/relationships/slideLayout" Target="../slideLayouts/slideLayout409.xml"/><Relationship Id="rId4" Type="http://schemas.openxmlformats.org/officeDocument/2006/relationships/slideLayout" Target="../slideLayouts/slideLayout382.xml"/><Relationship Id="rId9" Type="http://schemas.openxmlformats.org/officeDocument/2006/relationships/slideLayout" Target="../slideLayouts/slideLayout387.xml"/><Relationship Id="rId14" Type="http://schemas.openxmlformats.org/officeDocument/2006/relationships/slideLayout" Target="../slideLayouts/slideLayout392.xml"/><Relationship Id="rId22" Type="http://schemas.openxmlformats.org/officeDocument/2006/relationships/slideLayout" Target="../slideLayouts/slideLayout400.xml"/><Relationship Id="rId27" Type="http://schemas.openxmlformats.org/officeDocument/2006/relationships/slideLayout" Target="../slideLayouts/slideLayout405.xml"/><Relationship Id="rId30" Type="http://schemas.openxmlformats.org/officeDocument/2006/relationships/slideLayout" Target="../slideLayouts/slideLayout408.xml"/><Relationship Id="rId8" Type="http://schemas.openxmlformats.org/officeDocument/2006/relationships/slideLayout" Target="../slideLayouts/slideLayout3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6950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6"/>
            <a:ext cx="11293592"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5" y="6402118"/>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15879655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18" r:id="rId46"/>
    <p:sldLayoutId id="2147483719" r:id="rId47"/>
    <p:sldLayoutId id="2147484097" r:id="rId48"/>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8" name="Title Text"/>
          <p:cNvSpPr txBox="1">
            <a:spLocks noGrp="1"/>
          </p:cNvSpPr>
          <p:nvPr>
            <p:ph type="title"/>
          </p:nvPr>
        </p:nvSpPr>
        <p:spPr>
          <a:xfrm>
            <a:off x="287300" y="288925"/>
            <a:ext cx="11293592" cy="132556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5" y="6402118"/>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
        <p:nvSpPr>
          <p:cNvPr id="47" name="Slide Number"/>
          <p:cNvSpPr txBox="1">
            <a:spLocks noGrp="1"/>
          </p:cNvSpPr>
          <p:nvPr>
            <p:ph type="sldNum" sz="quarter" idx="2"/>
          </p:nvPr>
        </p:nvSpPr>
        <p:spPr>
          <a:xfrm>
            <a:off x="11769264" y="6469380"/>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47456843"/>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4" r:id="rId34"/>
    <p:sldLayoutId id="2147483755" r:id="rId35"/>
    <p:sldLayoutId id="2147483756" r:id="rId36"/>
    <p:sldLayoutId id="2147483757" r:id="rId37"/>
    <p:sldLayoutId id="2147483758" r:id="rId38"/>
    <p:sldLayoutId id="2147483759" r:id="rId39"/>
    <p:sldLayoutId id="2147483760" r:id="rId40"/>
    <p:sldLayoutId id="2147483761" r:id="rId41"/>
    <p:sldLayoutId id="2147483762" r:id="rId42"/>
    <p:sldLayoutId id="2147483763" r:id="rId43"/>
    <p:sldLayoutId id="2147483764" r:id="rId44"/>
    <p:sldLayoutId id="2147483765" r:id="rId45"/>
    <p:sldLayoutId id="2147483766" r:id="rId46"/>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p:cNvSpPr>
            <a:spLocks noGrp="1"/>
          </p:cNvSpPr>
          <p:nvPr>
            <p:ph type="sldNum" sz="quarter" idx="4"/>
          </p:nvPr>
        </p:nvSpPr>
        <p:spPr>
          <a:xfrm>
            <a:off x="9448803" y="6383869"/>
            <a:ext cx="2438309" cy="222249"/>
          </a:xfrm>
          <a:prstGeom prst="rect">
            <a:avLst/>
          </a:prstGeom>
        </p:spPr>
        <p:txBody>
          <a:bodyPr vert="horz" lIns="0" tIns="0" rIns="0" bIns="0" rtlCol="0" anchor="ctr"/>
          <a:lstStyle>
            <a:lvl1pPr algn="r">
              <a:defRPr sz="800">
                <a:solidFill>
                  <a:schemeClr val="bg1"/>
                </a:solidFill>
                <a:latin typeface="IBM Plex Sans" panose="020B0503050203000203" pitchFamily="34" charset="0"/>
              </a:defRPr>
            </a:lvl1pPr>
          </a:lstStyle>
          <a:p>
            <a:fld id="{59395FB3-9C97-154F-86B2-7E381B951268}" type="slidenum">
              <a:rPr lang="en-US" smtClean="0"/>
              <a:pPr/>
              <a:t>‹#›</a:t>
            </a:fld>
            <a:endParaRPr lang="en-US"/>
          </a:p>
        </p:txBody>
      </p:sp>
      <p:grpSp>
        <p:nvGrpSpPr>
          <p:cNvPr id="59" name="Group 1" descr="Outside edge tick marks for alignment">
            <a:extLst>
              <a:ext uri="{C183D7F6-B498-43B3-948B-1728B52AA6E4}">
                <adec:decorative xmlns:adec="http://schemas.microsoft.com/office/drawing/2017/decorative" val="0"/>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51" name="Footer Placeholder">
            <a:extLst>
              <a:ext uri="{FF2B5EF4-FFF2-40B4-BE49-F238E27FC236}">
                <a16:creationId xmlns:a16="http://schemas.microsoft.com/office/drawing/2014/main" id="{86DF59F6-D5F2-8343-9676-C1ACB3AD5391}"/>
              </a:ext>
            </a:extLst>
          </p:cNvPr>
          <p:cNvSpPr>
            <a:spLocks noGrp="1"/>
          </p:cNvSpPr>
          <p:nvPr>
            <p:ph type="ftr" sz="quarter" idx="3"/>
          </p:nvPr>
        </p:nvSpPr>
        <p:spPr>
          <a:xfrm>
            <a:off x="304890" y="6491902"/>
            <a:ext cx="5486313" cy="222249"/>
          </a:xfrm>
          <a:prstGeom prst="rect">
            <a:avLst/>
          </a:prstGeom>
        </p:spPr>
        <p:txBody>
          <a:bodyPr/>
          <a:lstStyle/>
          <a:p>
            <a:pPr defTabSz="914610">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990096412"/>
      </p:ext>
    </p:extLst>
  </p:cSld>
  <p:clrMap bg1="dk1" tx1="lt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Lst>
  <p:hf hdr="0" dt="0"/>
  <p:txStyles>
    <p:titleStyle>
      <a:lvl1pPr algn="l" rtl="0" eaLnBrk="1" fontAlgn="base" hangingPunct="1">
        <a:lnSpc>
          <a:spcPct val="90000"/>
        </a:lnSpc>
        <a:spcBef>
          <a:spcPct val="0"/>
        </a:spcBef>
        <a:spcAft>
          <a:spcPct val="0"/>
        </a:spcAft>
        <a:defRPr sz="3200" b="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400"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804"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204"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605" algn="l" rtl="0" eaLnBrk="1" fontAlgn="base" hangingPunct="1">
        <a:lnSpc>
          <a:spcPct val="90000"/>
        </a:lnSpc>
        <a:spcBef>
          <a:spcPct val="0"/>
        </a:spcBef>
        <a:spcAft>
          <a:spcPct val="0"/>
        </a:spcAft>
        <a:defRPr sz="2960">
          <a:solidFill>
            <a:srgbClr val="191919"/>
          </a:solidFill>
          <a:latin typeface="HelvNeue Light for IBM" pitchFamily="34" charset="0"/>
        </a:defRPr>
      </a:lvl9pPr>
    </p:titleStyle>
    <p:bodyStyle>
      <a:lvl1pPr marL="0" indent="0" algn="l" rtl="0" eaLnBrk="1" fontAlgn="base" hangingPunct="1">
        <a:lnSpc>
          <a:spcPct val="100000"/>
        </a:lnSpc>
        <a:spcBef>
          <a:spcPts val="1467"/>
        </a:spcBef>
        <a:spcAft>
          <a:spcPct val="0"/>
        </a:spcAft>
        <a:buClr>
          <a:srgbClr val="6D6E70"/>
        </a:buClr>
        <a:buSzPct val="90000"/>
        <a:buFont typeface="Wingdings" pitchFamily="2" charset="2"/>
        <a:buNone/>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228592" indent="-231637" algn="l" rtl="0" eaLnBrk="1" fontAlgn="base" hangingPunct="1">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457183" indent="-231637" algn="l" rtl="0" eaLnBrk="1" fontAlgn="base" hangingPunct="1">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838170" indent="-231637" algn="l" rtl="0" eaLnBrk="1" fontAlgn="base" hangingPunct="1">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1070993" indent="-231637" algn="l" rtl="0" eaLnBrk="1" fontAlgn="base" hangingPunct="1">
        <a:lnSpc>
          <a:spcPct val="100000"/>
        </a:lnSpc>
        <a:spcBef>
          <a:spcPts val="1467"/>
        </a:spcBef>
        <a:spcAft>
          <a:spcPct val="0"/>
        </a:spcAft>
        <a:buClr>
          <a:schemeClr val="bg1"/>
        </a:buClr>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2111522" indent="-172885" algn="l" rtl="0" eaLnBrk="1" fontAlgn="base" hangingPunct="1">
        <a:spcBef>
          <a:spcPct val="20000"/>
        </a:spcBef>
        <a:spcAft>
          <a:spcPct val="0"/>
        </a:spcAft>
        <a:buClr>
          <a:schemeClr val="bg1"/>
        </a:buClr>
        <a:buChar char="»"/>
        <a:defRPr sz="1692">
          <a:solidFill>
            <a:schemeClr val="bg1"/>
          </a:solidFill>
          <a:latin typeface="Arial" charset="0"/>
        </a:defRPr>
      </a:lvl6pPr>
      <a:lvl7pPr marL="2594926" indent="-172885" algn="l" rtl="0" eaLnBrk="1" fontAlgn="base" hangingPunct="1">
        <a:spcBef>
          <a:spcPct val="20000"/>
        </a:spcBef>
        <a:spcAft>
          <a:spcPct val="0"/>
        </a:spcAft>
        <a:buClr>
          <a:schemeClr val="bg1"/>
        </a:buClr>
        <a:buChar char="»"/>
        <a:defRPr sz="1692">
          <a:solidFill>
            <a:schemeClr val="bg1"/>
          </a:solidFill>
          <a:latin typeface="Arial" charset="0"/>
        </a:defRPr>
      </a:lvl7pPr>
      <a:lvl8pPr marL="3078326" indent="-172885" algn="l" rtl="0" eaLnBrk="1" fontAlgn="base" hangingPunct="1">
        <a:spcBef>
          <a:spcPct val="20000"/>
        </a:spcBef>
        <a:spcAft>
          <a:spcPct val="0"/>
        </a:spcAft>
        <a:buClr>
          <a:schemeClr val="bg1"/>
        </a:buClr>
        <a:buChar char="»"/>
        <a:defRPr sz="1692">
          <a:solidFill>
            <a:schemeClr val="bg1"/>
          </a:solidFill>
          <a:latin typeface="Arial" charset="0"/>
        </a:defRPr>
      </a:lvl8pPr>
      <a:lvl9pPr marL="3561730" indent="-172885" algn="l" rtl="0" eaLnBrk="1" fontAlgn="base" hangingPunct="1">
        <a:spcBef>
          <a:spcPct val="20000"/>
        </a:spcBef>
        <a:spcAft>
          <a:spcPct val="0"/>
        </a:spcAft>
        <a:buClr>
          <a:schemeClr val="bg1"/>
        </a:buClr>
        <a:buChar char="»"/>
        <a:defRPr sz="1692">
          <a:solidFill>
            <a:schemeClr val="bg1"/>
          </a:solidFill>
          <a:latin typeface="Arial" charset="0"/>
        </a:defRPr>
      </a:lvl9pPr>
    </p:bodyStyle>
    <p:otherStyle>
      <a:defPPr>
        <a:defRPr lang="en-US"/>
      </a:defPPr>
      <a:lvl1pPr marL="0" algn="l" defTabSz="966804" rtl="0" eaLnBrk="1" latinLnBrk="0" hangingPunct="1">
        <a:defRPr sz="1904" kern="1200">
          <a:solidFill>
            <a:schemeClr val="tx1"/>
          </a:solidFill>
          <a:latin typeface="+mn-lt"/>
          <a:ea typeface="+mn-ea"/>
          <a:cs typeface="+mn-cs"/>
        </a:defRPr>
      </a:lvl1pPr>
      <a:lvl2pPr marL="483400" algn="l" defTabSz="966804" rtl="0" eaLnBrk="1" latinLnBrk="0" hangingPunct="1">
        <a:defRPr sz="1904" kern="1200">
          <a:solidFill>
            <a:schemeClr val="tx1"/>
          </a:solidFill>
          <a:latin typeface="+mn-lt"/>
          <a:ea typeface="+mn-ea"/>
          <a:cs typeface="+mn-cs"/>
        </a:defRPr>
      </a:lvl2pPr>
      <a:lvl3pPr marL="966804" algn="l" defTabSz="966804" rtl="0" eaLnBrk="1" latinLnBrk="0" hangingPunct="1">
        <a:defRPr sz="1904" kern="1200">
          <a:solidFill>
            <a:schemeClr val="tx1"/>
          </a:solidFill>
          <a:latin typeface="+mn-lt"/>
          <a:ea typeface="+mn-ea"/>
          <a:cs typeface="+mn-cs"/>
        </a:defRPr>
      </a:lvl3pPr>
      <a:lvl4pPr marL="1450204" algn="l" defTabSz="966804" rtl="0" eaLnBrk="1" latinLnBrk="0" hangingPunct="1">
        <a:defRPr sz="1904" kern="1200">
          <a:solidFill>
            <a:schemeClr val="tx1"/>
          </a:solidFill>
          <a:latin typeface="+mn-lt"/>
          <a:ea typeface="+mn-ea"/>
          <a:cs typeface="+mn-cs"/>
        </a:defRPr>
      </a:lvl4pPr>
      <a:lvl5pPr marL="1933605" algn="l" defTabSz="966804" rtl="0" eaLnBrk="1" latinLnBrk="0" hangingPunct="1">
        <a:defRPr sz="1904" kern="1200">
          <a:solidFill>
            <a:schemeClr val="tx1"/>
          </a:solidFill>
          <a:latin typeface="+mn-lt"/>
          <a:ea typeface="+mn-ea"/>
          <a:cs typeface="+mn-cs"/>
        </a:defRPr>
      </a:lvl5pPr>
      <a:lvl6pPr marL="2417008" algn="l" defTabSz="966804" rtl="0" eaLnBrk="1" latinLnBrk="0" hangingPunct="1">
        <a:defRPr sz="1904" kern="1200">
          <a:solidFill>
            <a:schemeClr val="tx1"/>
          </a:solidFill>
          <a:latin typeface="+mn-lt"/>
          <a:ea typeface="+mn-ea"/>
          <a:cs typeface="+mn-cs"/>
        </a:defRPr>
      </a:lvl6pPr>
      <a:lvl7pPr marL="2900406" algn="l" defTabSz="966804" rtl="0" eaLnBrk="1" latinLnBrk="0" hangingPunct="1">
        <a:defRPr sz="1904" kern="1200">
          <a:solidFill>
            <a:schemeClr val="tx1"/>
          </a:solidFill>
          <a:latin typeface="+mn-lt"/>
          <a:ea typeface="+mn-ea"/>
          <a:cs typeface="+mn-cs"/>
        </a:defRPr>
      </a:lvl7pPr>
      <a:lvl8pPr marL="3383809" algn="l" defTabSz="966804" rtl="0" eaLnBrk="1" latinLnBrk="0" hangingPunct="1">
        <a:defRPr sz="1904" kern="1200">
          <a:solidFill>
            <a:schemeClr val="tx1"/>
          </a:solidFill>
          <a:latin typeface="+mn-lt"/>
          <a:ea typeface="+mn-ea"/>
          <a:cs typeface="+mn-cs"/>
        </a:defRPr>
      </a:lvl8pPr>
      <a:lvl9pPr marL="3867210" algn="l" defTabSz="966804"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
          <p15:clr>
            <a:srgbClr val="F26B43"/>
          </p15:clr>
        </p15:guide>
        <p15:guide id="2" pos="144">
          <p15:clr>
            <a:srgbClr val="F26B43"/>
          </p15:clr>
        </p15:guide>
        <p15:guide id="3" pos="5616">
          <p15:clr>
            <a:srgbClr val="F26B43"/>
          </p15:clr>
        </p15:guide>
        <p15:guide id="4" orient="horz" pos="2832">
          <p15:clr>
            <a:srgbClr val="F26B43"/>
          </p15:clr>
        </p15:guide>
        <p15:guide id="5" orient="horz" pos="3088">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p:cNvSpPr>
            <a:spLocks noGrp="1"/>
          </p:cNvSpPr>
          <p:nvPr>
            <p:ph type="sldNum" sz="quarter" idx="4"/>
          </p:nvPr>
        </p:nvSpPr>
        <p:spPr>
          <a:xfrm>
            <a:off x="9448802" y="6383868"/>
            <a:ext cx="2438309" cy="222249"/>
          </a:xfrm>
          <a:prstGeom prst="rect">
            <a:avLst/>
          </a:prstGeom>
        </p:spPr>
        <p:txBody>
          <a:bodyPr vert="horz" lIns="0" tIns="0" rIns="0" bIns="0" rtlCol="0" anchor="ctr"/>
          <a:lstStyle>
            <a:lvl1pPr algn="r">
              <a:defRPr sz="800">
                <a:solidFill>
                  <a:schemeClr val="bg1"/>
                </a:solidFill>
                <a:latin typeface="IBM Plex Sans" panose="020B0503050203000203" pitchFamily="34" charset="0"/>
              </a:defRPr>
            </a:lvl1pPr>
          </a:lstStyle>
          <a:p>
            <a:fld id="{59395FB3-9C97-154F-86B2-7E381B951268}" type="slidenum">
              <a:rPr lang="en-US" smtClean="0"/>
              <a:pPr/>
              <a:t>‹#›</a:t>
            </a:fld>
            <a:endParaRPr lang="en-US"/>
          </a:p>
        </p:txBody>
      </p:sp>
      <p:grpSp>
        <p:nvGrpSpPr>
          <p:cNvPr id="59" name="Group 1" descr="Outside edge tick marks for alignment">
            <a:extLst>
              <a:ext uri="{C183D7F6-B498-43B3-948B-1728B52AA6E4}">
                <adec:decorative xmlns:adec="http://schemas.microsoft.com/office/drawing/2017/decorative" val="0"/>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51" name="Footer Placeholder">
            <a:extLst>
              <a:ext uri="{FF2B5EF4-FFF2-40B4-BE49-F238E27FC236}">
                <a16:creationId xmlns:a16="http://schemas.microsoft.com/office/drawing/2014/main" id="{86DF59F6-D5F2-8343-9676-C1ACB3AD5391}"/>
              </a:ext>
            </a:extLst>
          </p:cNvPr>
          <p:cNvSpPr>
            <a:spLocks noGrp="1"/>
          </p:cNvSpPr>
          <p:nvPr>
            <p:ph type="ftr" sz="quarter" idx="3"/>
          </p:nvPr>
        </p:nvSpPr>
        <p:spPr>
          <a:xfrm>
            <a:off x="304889" y="6491901"/>
            <a:ext cx="5486313" cy="222249"/>
          </a:xfrm>
          <a:prstGeom prst="rect">
            <a:avLst/>
          </a:prstGeom>
        </p:spPr>
        <p:txBody>
          <a:bodyPr/>
          <a:lstStyle/>
          <a:p>
            <a:pPr defTabSz="914633">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3514529463"/>
      </p:ext>
    </p:extLst>
  </p:cSld>
  <p:clrMap bg1="dk1" tx1="lt1" bg2="dk2" tx2="lt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 id="2147483819" r:id="rId19"/>
    <p:sldLayoutId id="2147483820" r:id="rId20"/>
    <p:sldLayoutId id="2147483821" r:id="rId21"/>
    <p:sldLayoutId id="2147483822" r:id="rId22"/>
    <p:sldLayoutId id="2147483823" r:id="rId23"/>
    <p:sldLayoutId id="2147483824" r:id="rId24"/>
    <p:sldLayoutId id="2147483825" r:id="rId25"/>
    <p:sldLayoutId id="2147483826" r:id="rId26"/>
    <p:sldLayoutId id="2147483827" r:id="rId27"/>
    <p:sldLayoutId id="2147483828" r:id="rId28"/>
    <p:sldLayoutId id="2147483829" r:id="rId29"/>
    <p:sldLayoutId id="2147483830" r:id="rId30"/>
    <p:sldLayoutId id="2147483831" r:id="rId31"/>
  </p:sldLayoutIdLst>
  <p:hf hdr="0" dt="0"/>
  <p:txStyles>
    <p:titleStyle>
      <a:lvl1pPr algn="l" rtl="0" eaLnBrk="1" fontAlgn="base" hangingPunct="1">
        <a:lnSpc>
          <a:spcPct val="90000"/>
        </a:lnSpc>
        <a:spcBef>
          <a:spcPct val="0"/>
        </a:spcBef>
        <a:spcAft>
          <a:spcPct val="0"/>
        </a:spcAft>
        <a:defRPr sz="3200" b="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412"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828"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240"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653" algn="l" rtl="0" eaLnBrk="1" fontAlgn="base" hangingPunct="1">
        <a:lnSpc>
          <a:spcPct val="90000"/>
        </a:lnSpc>
        <a:spcBef>
          <a:spcPct val="0"/>
        </a:spcBef>
        <a:spcAft>
          <a:spcPct val="0"/>
        </a:spcAft>
        <a:defRPr sz="2960">
          <a:solidFill>
            <a:srgbClr val="191919"/>
          </a:solidFill>
          <a:latin typeface="HelvNeue Light for IBM" pitchFamily="34" charset="0"/>
        </a:defRPr>
      </a:lvl9pPr>
    </p:titleStyle>
    <p:bodyStyle>
      <a:lvl1pPr marL="0" indent="0" algn="l" rtl="0" eaLnBrk="1" fontAlgn="base" hangingPunct="1">
        <a:lnSpc>
          <a:spcPct val="100000"/>
        </a:lnSpc>
        <a:spcBef>
          <a:spcPts val="1467"/>
        </a:spcBef>
        <a:spcAft>
          <a:spcPct val="0"/>
        </a:spcAft>
        <a:buClr>
          <a:srgbClr val="6D6E70"/>
        </a:buClr>
        <a:buSzPct val="90000"/>
        <a:buFont typeface="Wingdings" pitchFamily="2" charset="2"/>
        <a:buNone/>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228597" indent="-231642" algn="l" rtl="0" eaLnBrk="1" fontAlgn="base" hangingPunct="1">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457195" indent="-231642" algn="l" rtl="0" eaLnBrk="1" fontAlgn="base" hangingPunct="1">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838190" indent="-231642" algn="l" rtl="0" eaLnBrk="1" fontAlgn="base" hangingPunct="1">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1071020" indent="-231642" algn="l" rtl="0" eaLnBrk="1" fontAlgn="base" hangingPunct="1">
        <a:lnSpc>
          <a:spcPct val="100000"/>
        </a:lnSpc>
        <a:spcBef>
          <a:spcPts val="1467"/>
        </a:spcBef>
        <a:spcAft>
          <a:spcPct val="0"/>
        </a:spcAft>
        <a:buClr>
          <a:schemeClr val="bg1"/>
        </a:buClr>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Arial"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Arial"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Arial"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Arial" charset="0"/>
        </a:defRPr>
      </a:lvl9pPr>
    </p:bodyStyle>
    <p:otherStyle>
      <a:defPPr>
        <a:defRPr lang="en-US"/>
      </a:defPPr>
      <a:lvl1pPr marL="0" algn="l" defTabSz="966828" rtl="0" eaLnBrk="1" latinLnBrk="0" hangingPunct="1">
        <a:defRPr sz="1904" kern="1200">
          <a:solidFill>
            <a:schemeClr val="tx1"/>
          </a:solidFill>
          <a:latin typeface="+mn-lt"/>
          <a:ea typeface="+mn-ea"/>
          <a:cs typeface="+mn-cs"/>
        </a:defRPr>
      </a:lvl1pPr>
      <a:lvl2pPr marL="483412" algn="l" defTabSz="966828" rtl="0" eaLnBrk="1" latinLnBrk="0" hangingPunct="1">
        <a:defRPr sz="1904" kern="1200">
          <a:solidFill>
            <a:schemeClr val="tx1"/>
          </a:solidFill>
          <a:latin typeface="+mn-lt"/>
          <a:ea typeface="+mn-ea"/>
          <a:cs typeface="+mn-cs"/>
        </a:defRPr>
      </a:lvl2pPr>
      <a:lvl3pPr marL="966828" algn="l" defTabSz="966828" rtl="0" eaLnBrk="1" latinLnBrk="0" hangingPunct="1">
        <a:defRPr sz="1904" kern="1200">
          <a:solidFill>
            <a:schemeClr val="tx1"/>
          </a:solidFill>
          <a:latin typeface="+mn-lt"/>
          <a:ea typeface="+mn-ea"/>
          <a:cs typeface="+mn-cs"/>
        </a:defRPr>
      </a:lvl3pPr>
      <a:lvl4pPr marL="1450240" algn="l" defTabSz="966828" rtl="0" eaLnBrk="1" latinLnBrk="0" hangingPunct="1">
        <a:defRPr sz="1904" kern="1200">
          <a:solidFill>
            <a:schemeClr val="tx1"/>
          </a:solidFill>
          <a:latin typeface="+mn-lt"/>
          <a:ea typeface="+mn-ea"/>
          <a:cs typeface="+mn-cs"/>
        </a:defRPr>
      </a:lvl4pPr>
      <a:lvl5pPr marL="1933653" algn="l" defTabSz="966828" rtl="0" eaLnBrk="1" latinLnBrk="0" hangingPunct="1">
        <a:defRPr sz="1904" kern="1200">
          <a:solidFill>
            <a:schemeClr val="tx1"/>
          </a:solidFill>
          <a:latin typeface="+mn-lt"/>
          <a:ea typeface="+mn-ea"/>
          <a:cs typeface="+mn-cs"/>
        </a:defRPr>
      </a:lvl5pPr>
      <a:lvl6pPr marL="2417068" algn="l" defTabSz="966828" rtl="0" eaLnBrk="1" latinLnBrk="0" hangingPunct="1">
        <a:defRPr sz="1904" kern="1200">
          <a:solidFill>
            <a:schemeClr val="tx1"/>
          </a:solidFill>
          <a:latin typeface="+mn-lt"/>
          <a:ea typeface="+mn-ea"/>
          <a:cs typeface="+mn-cs"/>
        </a:defRPr>
      </a:lvl6pPr>
      <a:lvl7pPr marL="2900479" algn="l" defTabSz="966828" rtl="0" eaLnBrk="1" latinLnBrk="0" hangingPunct="1">
        <a:defRPr sz="1904" kern="1200">
          <a:solidFill>
            <a:schemeClr val="tx1"/>
          </a:solidFill>
          <a:latin typeface="+mn-lt"/>
          <a:ea typeface="+mn-ea"/>
          <a:cs typeface="+mn-cs"/>
        </a:defRPr>
      </a:lvl7pPr>
      <a:lvl8pPr marL="3383893" algn="l" defTabSz="966828" rtl="0" eaLnBrk="1" latinLnBrk="0" hangingPunct="1">
        <a:defRPr sz="1904" kern="1200">
          <a:solidFill>
            <a:schemeClr val="tx1"/>
          </a:solidFill>
          <a:latin typeface="+mn-lt"/>
          <a:ea typeface="+mn-ea"/>
          <a:cs typeface="+mn-cs"/>
        </a:defRPr>
      </a:lvl8pPr>
      <a:lvl9pPr marL="3867306" algn="l" defTabSz="966828"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
          <p15:clr>
            <a:srgbClr val="F26B43"/>
          </p15:clr>
        </p15:guide>
        <p15:guide id="2" pos="144">
          <p15:clr>
            <a:srgbClr val="F26B43"/>
          </p15:clr>
        </p15:guide>
        <p15:guide id="3" pos="5616">
          <p15:clr>
            <a:srgbClr val="F26B43"/>
          </p15:clr>
        </p15:guide>
        <p15:guide id="4" orient="horz" pos="2832">
          <p15:clr>
            <a:srgbClr val="F26B43"/>
          </p15:clr>
        </p15:guide>
        <p15:guide id="5" orient="horz" pos="3088">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oup 1" descr="Outside edge tick marks for alignment">
            <a:extLst>
              <a:ext uri="{C183D7F6-B498-43B3-948B-1728B52AA6E4}">
                <adec:decorative xmlns:adec="http://schemas.microsoft.com/office/drawing/2017/decorative" val="0"/>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425325643"/>
      </p:ext>
    </p:extLst>
  </p:cSld>
  <p:clrMap bg1="dk1" tx1="lt1" bg2="dk2" tx2="lt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 id="2147483850" r:id="rId18"/>
    <p:sldLayoutId id="2147483851" r:id="rId19"/>
    <p:sldLayoutId id="2147483852" r:id="rId20"/>
    <p:sldLayoutId id="2147483853" r:id="rId21"/>
    <p:sldLayoutId id="2147483854" r:id="rId22"/>
    <p:sldLayoutId id="2147483855" r:id="rId23"/>
    <p:sldLayoutId id="2147483856" r:id="rId24"/>
    <p:sldLayoutId id="2147483857" r:id="rId25"/>
    <p:sldLayoutId id="2147483858" r:id="rId26"/>
    <p:sldLayoutId id="2147483859" r:id="rId27"/>
    <p:sldLayoutId id="2147483860" r:id="rId28"/>
    <p:sldLayoutId id="2147483861" r:id="rId29"/>
    <p:sldLayoutId id="2147483862" r:id="rId30"/>
    <p:sldLayoutId id="2147483863" r:id="rId31"/>
    <p:sldLayoutId id="2147483864" r:id="rId32"/>
  </p:sldLayoutIdLst>
  <p:hf hdr="0" dt="0"/>
  <p:txStyles>
    <p:titleStyle>
      <a:lvl1pPr algn="l" rtl="0" eaLnBrk="1" fontAlgn="base" hangingPunct="1">
        <a:lnSpc>
          <a:spcPct val="90000"/>
        </a:lnSpc>
        <a:spcBef>
          <a:spcPct val="0"/>
        </a:spcBef>
        <a:spcAft>
          <a:spcPct val="0"/>
        </a:spcAft>
        <a:defRPr sz="3200" b="0" i="0">
          <a:solidFill>
            <a:schemeClr val="bg1"/>
          </a:solidFill>
          <a:latin typeface="+mj-lt"/>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960">
          <a:solidFill>
            <a:srgbClr val="191919"/>
          </a:solidFill>
          <a:latin typeface="IBM Plex Sans" pitchFamily="34" charset="0"/>
        </a:defRPr>
      </a:lvl2pPr>
      <a:lvl3pPr algn="l" rtl="0" eaLnBrk="1" fontAlgn="base" hangingPunct="1">
        <a:lnSpc>
          <a:spcPct val="90000"/>
        </a:lnSpc>
        <a:spcBef>
          <a:spcPct val="0"/>
        </a:spcBef>
        <a:spcAft>
          <a:spcPct val="0"/>
        </a:spcAft>
        <a:defRPr sz="2960">
          <a:solidFill>
            <a:srgbClr val="191919"/>
          </a:solidFill>
          <a:latin typeface="IBM Plex Sans" pitchFamily="34" charset="0"/>
        </a:defRPr>
      </a:lvl3pPr>
      <a:lvl4pPr algn="l" rtl="0" eaLnBrk="1" fontAlgn="base" hangingPunct="1">
        <a:lnSpc>
          <a:spcPct val="90000"/>
        </a:lnSpc>
        <a:spcBef>
          <a:spcPct val="0"/>
        </a:spcBef>
        <a:spcAft>
          <a:spcPct val="0"/>
        </a:spcAft>
        <a:defRPr sz="2960">
          <a:solidFill>
            <a:srgbClr val="191919"/>
          </a:solidFill>
          <a:latin typeface="IBM Plex Sans" pitchFamily="34" charset="0"/>
        </a:defRPr>
      </a:lvl4pPr>
      <a:lvl5pPr algn="l" rtl="0" eaLnBrk="1" fontAlgn="base" hangingPunct="1">
        <a:lnSpc>
          <a:spcPct val="90000"/>
        </a:lnSpc>
        <a:spcBef>
          <a:spcPct val="0"/>
        </a:spcBef>
        <a:spcAft>
          <a:spcPct val="0"/>
        </a:spcAft>
        <a:defRPr sz="2960">
          <a:solidFill>
            <a:srgbClr val="191919"/>
          </a:solidFill>
          <a:latin typeface="IBM Plex Sans" pitchFamily="34" charset="0"/>
        </a:defRPr>
      </a:lvl5pPr>
      <a:lvl6pPr marL="483412" algn="l" rtl="0" eaLnBrk="1" fontAlgn="base" hangingPunct="1">
        <a:lnSpc>
          <a:spcPct val="90000"/>
        </a:lnSpc>
        <a:spcBef>
          <a:spcPct val="0"/>
        </a:spcBef>
        <a:spcAft>
          <a:spcPct val="0"/>
        </a:spcAft>
        <a:defRPr sz="2960">
          <a:solidFill>
            <a:srgbClr val="191919"/>
          </a:solidFill>
          <a:latin typeface="IBM Plex Sans" pitchFamily="34" charset="0"/>
        </a:defRPr>
      </a:lvl6pPr>
      <a:lvl7pPr marL="966828" algn="l" rtl="0" eaLnBrk="1" fontAlgn="base" hangingPunct="1">
        <a:lnSpc>
          <a:spcPct val="90000"/>
        </a:lnSpc>
        <a:spcBef>
          <a:spcPct val="0"/>
        </a:spcBef>
        <a:spcAft>
          <a:spcPct val="0"/>
        </a:spcAft>
        <a:defRPr sz="2960">
          <a:solidFill>
            <a:srgbClr val="191919"/>
          </a:solidFill>
          <a:latin typeface="IBM Plex Sans" pitchFamily="34" charset="0"/>
        </a:defRPr>
      </a:lvl7pPr>
      <a:lvl8pPr marL="1450240" algn="l" rtl="0" eaLnBrk="1" fontAlgn="base" hangingPunct="1">
        <a:lnSpc>
          <a:spcPct val="90000"/>
        </a:lnSpc>
        <a:spcBef>
          <a:spcPct val="0"/>
        </a:spcBef>
        <a:spcAft>
          <a:spcPct val="0"/>
        </a:spcAft>
        <a:defRPr sz="2960">
          <a:solidFill>
            <a:srgbClr val="191919"/>
          </a:solidFill>
          <a:latin typeface="IBM Plex Sans" pitchFamily="34" charset="0"/>
        </a:defRPr>
      </a:lvl8pPr>
      <a:lvl9pPr marL="1933653" algn="l" rtl="0" eaLnBrk="1" fontAlgn="base" hangingPunct="1">
        <a:lnSpc>
          <a:spcPct val="90000"/>
        </a:lnSpc>
        <a:spcBef>
          <a:spcPct val="0"/>
        </a:spcBef>
        <a:spcAft>
          <a:spcPct val="0"/>
        </a:spcAft>
        <a:defRPr sz="2960">
          <a:solidFill>
            <a:srgbClr val="191919"/>
          </a:solidFill>
          <a:latin typeface="IBM Plex Sans" pitchFamily="34" charset="0"/>
        </a:defRPr>
      </a:lvl9pPr>
    </p:titleStyle>
    <p:bodyStyle>
      <a:lvl1pPr marL="0" indent="0" algn="l" rtl="0" eaLnBrk="1" fontAlgn="base" hangingPunct="1">
        <a:lnSpc>
          <a:spcPct val="100000"/>
        </a:lnSpc>
        <a:spcBef>
          <a:spcPts val="1467"/>
        </a:spcBef>
        <a:spcAft>
          <a:spcPct val="0"/>
        </a:spcAft>
        <a:buClr>
          <a:srgbClr val="6D6E70"/>
        </a:buClr>
        <a:buSzPct val="90000"/>
        <a:buFont typeface="IBM Plex Sans" pitchFamily="2" charset="2"/>
        <a:buNone/>
        <a:defRPr sz="1867" b="0" i="0">
          <a:solidFill>
            <a:schemeClr val="bg1"/>
          </a:solidFill>
          <a:latin typeface="+mn-lt"/>
          <a:ea typeface="Arial" panose="020B0604020202020204" pitchFamily="34" charset="0"/>
          <a:cs typeface="Arial" panose="020B0604020202020204" pitchFamily="34" charset="0"/>
        </a:defRPr>
      </a:lvl1pPr>
      <a:lvl2pPr marL="228597" indent="-231642" algn="l" rtl="0" eaLnBrk="1" fontAlgn="base" hangingPunct="1">
        <a:lnSpc>
          <a:spcPct val="100000"/>
        </a:lnSpc>
        <a:spcBef>
          <a:spcPts val="0"/>
        </a:spcBef>
        <a:spcAft>
          <a:spcPct val="0"/>
        </a:spcAft>
        <a:buClr>
          <a:schemeClr val="bg1"/>
        </a:buClr>
        <a:buSzPct val="100000"/>
        <a:buFont typeface="Arial" panose="020B0604020202020204" pitchFamily="34" charset="0"/>
        <a:buChar char="•"/>
        <a:tabLst/>
        <a:defRPr sz="1867" b="0" i="0">
          <a:solidFill>
            <a:schemeClr val="bg1"/>
          </a:solidFill>
          <a:latin typeface="+mn-lt"/>
          <a:ea typeface="Arial" panose="020B0604020202020204" pitchFamily="34" charset="0"/>
          <a:cs typeface="Arial" panose="020B0604020202020204" pitchFamily="34" charset="0"/>
        </a:defRPr>
      </a:lvl2pPr>
      <a:lvl3pPr marL="457195" indent="-231642" algn="l" rtl="0" eaLnBrk="1" fontAlgn="base" hangingPunct="1">
        <a:lnSpc>
          <a:spcPct val="100000"/>
        </a:lnSpc>
        <a:spcBef>
          <a:spcPts val="0"/>
        </a:spcBef>
        <a:spcAft>
          <a:spcPct val="0"/>
        </a:spcAft>
        <a:buClr>
          <a:schemeClr val="bg1"/>
        </a:buClr>
        <a:buSzPct val="100000"/>
        <a:buFont typeface="Arial" panose="020B0604020202020204" pitchFamily="34" charset="0"/>
        <a:buChar char="•"/>
        <a:tabLst/>
        <a:defRPr sz="1867" b="0" i="0">
          <a:solidFill>
            <a:schemeClr val="bg1"/>
          </a:solidFill>
          <a:latin typeface="+mn-lt"/>
          <a:ea typeface="Arial" panose="020B0604020202020204" pitchFamily="34" charset="0"/>
          <a:cs typeface="Arial" panose="020B0604020202020204" pitchFamily="34" charset="0"/>
        </a:defRPr>
      </a:lvl3pPr>
      <a:lvl4pPr marL="838190" indent="-231642" algn="l" rtl="0" eaLnBrk="1" fontAlgn="base" hangingPunct="1">
        <a:lnSpc>
          <a:spcPct val="100000"/>
        </a:lnSpc>
        <a:spcBef>
          <a:spcPts val="0"/>
        </a:spcBef>
        <a:spcAft>
          <a:spcPct val="0"/>
        </a:spcAft>
        <a:buClr>
          <a:schemeClr val="bg1"/>
        </a:buClr>
        <a:buSzPct val="100000"/>
        <a:buFont typeface="Arial" panose="020B0604020202020204" pitchFamily="34" charset="0"/>
        <a:buChar char="•"/>
        <a:tabLst/>
        <a:defRPr sz="1867" b="0" i="0" baseline="0">
          <a:solidFill>
            <a:schemeClr val="bg1"/>
          </a:solidFill>
          <a:latin typeface="+mn-lt"/>
          <a:ea typeface="Arial" panose="020B0604020202020204" pitchFamily="34" charset="0"/>
          <a:cs typeface="Arial" panose="020B0604020202020204" pitchFamily="34" charset="0"/>
        </a:defRPr>
      </a:lvl4pPr>
      <a:lvl5pPr marL="1071020" indent="-231642" algn="l" rtl="0" eaLnBrk="1" fontAlgn="base" hangingPunct="1">
        <a:lnSpc>
          <a:spcPct val="100000"/>
        </a:lnSpc>
        <a:spcBef>
          <a:spcPts val="0"/>
        </a:spcBef>
        <a:spcAft>
          <a:spcPct val="0"/>
        </a:spcAft>
        <a:buClr>
          <a:schemeClr val="bg1"/>
        </a:buClr>
        <a:buFont typeface="Arial" panose="020B0604020202020204" pitchFamily="34" charset="0"/>
        <a:buChar char="•"/>
        <a:tabLst/>
        <a:defRPr sz="1867" b="0" i="0">
          <a:solidFill>
            <a:schemeClr val="bg1"/>
          </a:solidFill>
          <a:latin typeface="+mn-lt"/>
          <a:ea typeface="Arial" panose="020B0604020202020204" pitchFamily="34" charset="0"/>
          <a:cs typeface="Arial" panose="020B0604020202020204"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charset="0"/>
        </a:defRPr>
      </a:lvl9pPr>
    </p:bodyStyle>
    <p:otherStyle>
      <a:defPPr>
        <a:defRPr lang="en-US"/>
      </a:defPPr>
      <a:lvl1pPr marL="0" algn="l" defTabSz="966828" rtl="0" eaLnBrk="1" latinLnBrk="0" hangingPunct="1">
        <a:defRPr sz="1904" kern="1200">
          <a:solidFill>
            <a:schemeClr val="tx1"/>
          </a:solidFill>
          <a:latin typeface="+mn-lt"/>
          <a:ea typeface="+mn-ea"/>
          <a:cs typeface="+mn-cs"/>
        </a:defRPr>
      </a:lvl1pPr>
      <a:lvl2pPr marL="483412" algn="l" defTabSz="966828" rtl="0" eaLnBrk="1" latinLnBrk="0" hangingPunct="1">
        <a:defRPr sz="1904" kern="1200">
          <a:solidFill>
            <a:schemeClr val="tx1"/>
          </a:solidFill>
          <a:latin typeface="+mn-lt"/>
          <a:ea typeface="+mn-ea"/>
          <a:cs typeface="+mn-cs"/>
        </a:defRPr>
      </a:lvl2pPr>
      <a:lvl3pPr marL="966828" algn="l" defTabSz="966828" rtl="0" eaLnBrk="1" latinLnBrk="0" hangingPunct="1">
        <a:defRPr sz="1904" kern="1200">
          <a:solidFill>
            <a:schemeClr val="tx1"/>
          </a:solidFill>
          <a:latin typeface="+mn-lt"/>
          <a:ea typeface="+mn-ea"/>
          <a:cs typeface="+mn-cs"/>
        </a:defRPr>
      </a:lvl3pPr>
      <a:lvl4pPr marL="1450240" algn="l" defTabSz="966828" rtl="0" eaLnBrk="1" latinLnBrk="0" hangingPunct="1">
        <a:defRPr sz="1904" kern="1200">
          <a:solidFill>
            <a:schemeClr val="tx1"/>
          </a:solidFill>
          <a:latin typeface="+mn-lt"/>
          <a:ea typeface="+mn-ea"/>
          <a:cs typeface="+mn-cs"/>
        </a:defRPr>
      </a:lvl4pPr>
      <a:lvl5pPr marL="1933653" algn="l" defTabSz="966828" rtl="0" eaLnBrk="1" latinLnBrk="0" hangingPunct="1">
        <a:defRPr sz="1904" kern="1200">
          <a:solidFill>
            <a:schemeClr val="tx1"/>
          </a:solidFill>
          <a:latin typeface="+mn-lt"/>
          <a:ea typeface="+mn-ea"/>
          <a:cs typeface="+mn-cs"/>
        </a:defRPr>
      </a:lvl5pPr>
      <a:lvl6pPr marL="2417068" algn="l" defTabSz="966828" rtl="0" eaLnBrk="1" latinLnBrk="0" hangingPunct="1">
        <a:defRPr sz="1904" kern="1200">
          <a:solidFill>
            <a:schemeClr val="tx1"/>
          </a:solidFill>
          <a:latin typeface="+mn-lt"/>
          <a:ea typeface="+mn-ea"/>
          <a:cs typeface="+mn-cs"/>
        </a:defRPr>
      </a:lvl6pPr>
      <a:lvl7pPr marL="2900479" algn="l" defTabSz="966828" rtl="0" eaLnBrk="1" latinLnBrk="0" hangingPunct="1">
        <a:defRPr sz="1904" kern="1200">
          <a:solidFill>
            <a:schemeClr val="tx1"/>
          </a:solidFill>
          <a:latin typeface="+mn-lt"/>
          <a:ea typeface="+mn-ea"/>
          <a:cs typeface="+mn-cs"/>
        </a:defRPr>
      </a:lvl7pPr>
      <a:lvl8pPr marL="3383893" algn="l" defTabSz="966828" rtl="0" eaLnBrk="1" latinLnBrk="0" hangingPunct="1">
        <a:defRPr sz="1904" kern="1200">
          <a:solidFill>
            <a:schemeClr val="tx1"/>
          </a:solidFill>
          <a:latin typeface="+mn-lt"/>
          <a:ea typeface="+mn-ea"/>
          <a:cs typeface="+mn-cs"/>
        </a:defRPr>
      </a:lvl8pPr>
      <a:lvl9pPr marL="3867306" algn="l" defTabSz="966828"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
          <p15:clr>
            <a:srgbClr val="F26B43"/>
          </p15:clr>
        </p15:guide>
        <p15:guide id="2" pos="144">
          <p15:clr>
            <a:srgbClr val="F26B43"/>
          </p15:clr>
        </p15:guide>
        <p15:guide id="3" pos="5616">
          <p15:clr>
            <a:srgbClr val="F26B43"/>
          </p15:clr>
        </p15:guide>
        <p15:guide id="4" orient="horz" pos="2832">
          <p15:clr>
            <a:srgbClr val="F26B43"/>
          </p15:clr>
        </p15:guide>
        <p15:guide id="5" orient="horz" pos="3088">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6"/>
            <a:ext cx="5486400" cy="5988135"/>
          </a:xfrm>
          <a:prstGeom prst="rect">
            <a:avLst/>
          </a:prstGeom>
        </p:spPr>
        <p:txBody>
          <a:bodyPr vert="horz" lIns="0" tIns="0" rIns="0" bIns="0" rtlCol="0" anchor="t" anchorCtr="0">
            <a:noAutofit/>
          </a:bodyPr>
          <a:lstStyle/>
          <a:p>
            <a:r>
              <a:rPr lang="en-US" noProof="0"/>
              <a:t>Click to edit Master title style</a:t>
            </a:r>
          </a:p>
        </p:txBody>
      </p:sp>
      <p:sp>
        <p:nvSpPr>
          <p:cNvPr id="3" name="Text Placeholder 2"/>
          <p:cNvSpPr>
            <a:spLocks noGrp="1"/>
          </p:cNvSpPr>
          <p:nvPr>
            <p:ph type="body" idx="1"/>
          </p:nvPr>
        </p:nvSpPr>
        <p:spPr>
          <a:xfrm>
            <a:off x="6400800" y="256034"/>
            <a:ext cx="5486400" cy="600032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p:cNvSpPr>
            <a:spLocks noGrp="1"/>
          </p:cNvSpPr>
          <p:nvPr>
            <p:ph type="sldNum" sz="quarter" idx="4"/>
          </p:nvPr>
        </p:nvSpPr>
        <p:spPr>
          <a:xfrm>
            <a:off x="9144000" y="6435307"/>
            <a:ext cx="2743200" cy="182880"/>
          </a:xfrm>
          <a:prstGeom prst="rect">
            <a:avLst/>
          </a:prstGeom>
        </p:spPr>
        <p:txBody>
          <a:bodyPr vert="horz" lIns="0" tIns="0" rIns="0" bIns="0" rtlCol="0" anchor="ctr"/>
          <a:lstStyle>
            <a:lvl1pPr algn="r">
              <a:defRPr sz="800" baseline="0">
                <a:solidFill>
                  <a:schemeClr val="bg2"/>
                </a:solidFill>
                <a:latin typeface="+mn-lt"/>
                <a:ea typeface="Arial" charset="0"/>
                <a:cs typeface="Arial" charset="0"/>
              </a:defRPr>
            </a:lvl1pPr>
          </a:lstStyle>
          <a:p>
            <a:fld id="{3FD999D4-B456-9943-89B7-30D56181CE18}" type="slidenum">
              <a:rPr lang="en-US" smtClean="0"/>
              <a:pPr/>
              <a:t>‹#›</a:t>
            </a:fld>
            <a:endParaRPr lang="en-US"/>
          </a:p>
        </p:txBody>
      </p:sp>
      <p:sp>
        <p:nvSpPr>
          <p:cNvPr id="9" name="Footer Placeholder 8"/>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r>
              <a:rPr lang="en-US"/>
              <a:t>IBM Data &amp; AI / Master Data Management / IBM 2020</a:t>
            </a:r>
          </a:p>
        </p:txBody>
      </p:sp>
    </p:spTree>
    <p:extLst>
      <p:ext uri="{BB962C8B-B14F-4D97-AF65-F5344CB8AC3E}">
        <p14:creationId xmlns:p14="http://schemas.microsoft.com/office/powerpoint/2010/main" val="358114656"/>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 id="2147483881" r:id="rId16"/>
    <p:sldLayoutId id="2147483882" r:id="rId17"/>
    <p:sldLayoutId id="2147483883" r:id="rId18"/>
    <p:sldLayoutId id="2147483884" r:id="rId19"/>
    <p:sldLayoutId id="2147483885" r:id="rId20"/>
    <p:sldLayoutId id="2147483886" r:id="rId21"/>
    <p:sldLayoutId id="2147483887" r:id="rId22"/>
    <p:sldLayoutId id="2147483888" r:id="rId23"/>
    <p:sldLayoutId id="2147483889" r:id="rId24"/>
    <p:sldLayoutId id="2147483890" r:id="rId25"/>
    <p:sldLayoutId id="2147483891" r:id="rId26"/>
    <p:sldLayoutId id="2147483892" r:id="rId27"/>
    <p:sldLayoutId id="2147483893" r:id="rId28"/>
    <p:sldLayoutId id="2147483894" r:id="rId29"/>
    <p:sldLayoutId id="2147483895" r:id="rId30"/>
    <p:sldLayoutId id="2147483896" r:id="rId31"/>
    <p:sldLayoutId id="2147483897" r:id="rId32"/>
    <p:sldLayoutId id="2147483898" r:id="rId33"/>
    <p:sldLayoutId id="2147483899" r:id="rId34"/>
    <p:sldLayoutId id="2147483900" r:id="rId35"/>
    <p:sldLayoutId id="2147483901" r:id="rId36"/>
  </p:sldLayoutIdLst>
  <p:hf sldNum="0" hdr="0" dt="0"/>
  <p:txStyles>
    <p:titleStyle>
      <a:lvl1pPr algn="l" defTabSz="609570" rtl="0" eaLnBrk="1" latinLnBrk="0" hangingPunct="1">
        <a:lnSpc>
          <a:spcPct val="90000"/>
        </a:lnSpc>
        <a:spcBef>
          <a:spcPct val="0"/>
        </a:spcBef>
        <a:buNone/>
        <a:defRPr sz="3200" kern="1200">
          <a:solidFill>
            <a:schemeClr val="bg2"/>
          </a:solidFill>
          <a:latin typeface="+mj-lt"/>
          <a:ea typeface="Arial" charset="0"/>
          <a:cs typeface="Arial" charset="0"/>
        </a:defRPr>
      </a:lvl1pPr>
    </p:titleStyle>
    <p:bodyStyle>
      <a:lvl1pPr marL="0" indent="0" algn="l" defTabSz="609570" rtl="0" eaLnBrk="1" latinLnBrk="0" hangingPunct="1">
        <a:lnSpc>
          <a:spcPct val="100000"/>
        </a:lnSpc>
        <a:spcBef>
          <a:spcPts val="1467"/>
        </a:spcBef>
        <a:buFont typeface="Arial"/>
        <a:buNone/>
        <a:defRPr sz="1867" kern="1200">
          <a:solidFill>
            <a:schemeClr val="bg2"/>
          </a:solidFill>
          <a:latin typeface="+mn-lt"/>
          <a:ea typeface="Arial" charset="0"/>
          <a:cs typeface="Arial" charset="0"/>
        </a:defRPr>
      </a:lvl1pPr>
      <a:lvl2pPr marL="230706" indent="-230706" algn="l" defTabSz="609570"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2pPr>
      <a:lvl3pPr marL="529140" indent="-230706" algn="l" defTabSz="609570"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3pPr>
      <a:lvl4pPr marL="833926" indent="-224356" algn="l" defTabSz="609570"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4pPr>
      <a:lvl5pPr marL="1070980" indent="-230706" algn="l" defTabSz="609570"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70" rtl="0" eaLnBrk="1" latinLnBrk="0" hangingPunct="1">
        <a:defRPr sz="2400" kern="1200">
          <a:solidFill>
            <a:schemeClr val="tx1"/>
          </a:solidFill>
          <a:latin typeface="+mn-lt"/>
          <a:ea typeface="+mn-ea"/>
          <a:cs typeface="+mn-cs"/>
        </a:defRPr>
      </a:lvl1pPr>
      <a:lvl2pPr marL="609570" algn="l" defTabSz="609570" rtl="0" eaLnBrk="1" latinLnBrk="0" hangingPunct="1">
        <a:defRPr sz="2400" kern="1200">
          <a:solidFill>
            <a:schemeClr val="tx1"/>
          </a:solidFill>
          <a:latin typeface="+mn-lt"/>
          <a:ea typeface="+mn-ea"/>
          <a:cs typeface="+mn-cs"/>
        </a:defRPr>
      </a:lvl2pPr>
      <a:lvl3pPr marL="1219140" algn="l" defTabSz="609570" rtl="0" eaLnBrk="1" latinLnBrk="0" hangingPunct="1">
        <a:defRPr sz="2400" kern="1200">
          <a:solidFill>
            <a:schemeClr val="tx1"/>
          </a:solidFill>
          <a:latin typeface="+mn-lt"/>
          <a:ea typeface="+mn-ea"/>
          <a:cs typeface="+mn-cs"/>
        </a:defRPr>
      </a:lvl3pPr>
      <a:lvl4pPr marL="1828709" algn="l" defTabSz="609570" rtl="0" eaLnBrk="1" latinLnBrk="0" hangingPunct="1">
        <a:defRPr sz="2400" kern="1200">
          <a:solidFill>
            <a:schemeClr val="tx1"/>
          </a:solidFill>
          <a:latin typeface="+mn-lt"/>
          <a:ea typeface="+mn-ea"/>
          <a:cs typeface="+mn-cs"/>
        </a:defRPr>
      </a:lvl4pPr>
      <a:lvl5pPr marL="2438278" algn="l" defTabSz="609570" rtl="0" eaLnBrk="1" latinLnBrk="0" hangingPunct="1">
        <a:defRPr sz="2400" kern="1200">
          <a:solidFill>
            <a:schemeClr val="tx1"/>
          </a:solidFill>
          <a:latin typeface="+mn-lt"/>
          <a:ea typeface="+mn-ea"/>
          <a:cs typeface="+mn-cs"/>
        </a:defRPr>
      </a:lvl5pPr>
      <a:lvl6pPr marL="3047848" algn="l" defTabSz="609570" rtl="0" eaLnBrk="1" latinLnBrk="0" hangingPunct="1">
        <a:defRPr sz="2400" kern="1200">
          <a:solidFill>
            <a:schemeClr val="tx1"/>
          </a:solidFill>
          <a:latin typeface="+mn-lt"/>
          <a:ea typeface="+mn-ea"/>
          <a:cs typeface="+mn-cs"/>
        </a:defRPr>
      </a:lvl6pPr>
      <a:lvl7pPr marL="3657418" algn="l" defTabSz="609570" rtl="0" eaLnBrk="1" latinLnBrk="0" hangingPunct="1">
        <a:defRPr sz="2400" kern="1200">
          <a:solidFill>
            <a:schemeClr val="tx1"/>
          </a:solidFill>
          <a:latin typeface="+mn-lt"/>
          <a:ea typeface="+mn-ea"/>
          <a:cs typeface="+mn-cs"/>
        </a:defRPr>
      </a:lvl7pPr>
      <a:lvl8pPr marL="4266987" algn="l" defTabSz="609570" rtl="0" eaLnBrk="1" latinLnBrk="0" hangingPunct="1">
        <a:defRPr sz="2400" kern="1200">
          <a:solidFill>
            <a:schemeClr val="tx1"/>
          </a:solidFill>
          <a:latin typeface="+mn-lt"/>
          <a:ea typeface="+mn-ea"/>
          <a:cs typeface="+mn-cs"/>
        </a:defRPr>
      </a:lvl8pPr>
      <a:lvl9pPr marL="4876557" algn="l" defTabSz="6095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p:cNvSpPr>
            <a:spLocks noGrp="1"/>
          </p:cNvSpPr>
          <p:nvPr>
            <p:ph type="ftr" sz="quarter" idx="3"/>
          </p:nvPr>
        </p:nvSpPr>
        <p:spPr>
          <a:xfrm>
            <a:off x="304890" y="6383869"/>
            <a:ext cx="5486313" cy="222249"/>
          </a:xfrm>
          <a:prstGeom prst="rect">
            <a:avLst/>
          </a:prstGeom>
        </p:spPr>
        <p:txBody>
          <a:bodyPr vert="horz" lIns="0" tIns="0" rIns="0" bIns="0" rtlCol="0" anchor="ctr"/>
          <a:lstStyle>
            <a:lvl1pPr marL="0" marR="0" indent="0" algn="l" defTabSz="914610" rtl="0" eaLnBrk="1" fontAlgn="auto" latinLnBrk="0" hangingPunct="1">
              <a:lnSpc>
                <a:spcPct val="100000"/>
              </a:lnSpc>
              <a:spcBef>
                <a:spcPts val="0"/>
              </a:spcBef>
              <a:spcAft>
                <a:spcPts val="0"/>
              </a:spcAft>
              <a:buClrTx/>
              <a:buSzTx/>
              <a:buFontTx/>
              <a:buNone/>
              <a:tabLst/>
              <a:defRPr sz="800">
                <a:solidFill>
                  <a:schemeClr val="bg1"/>
                </a:solidFill>
                <a:latin typeface="IBM Plex Sans" panose="020B0503050203000203" pitchFamily="34" charset="0"/>
              </a:defRPr>
            </a:lvl1pPr>
          </a:lstStyle>
          <a:p>
            <a:r>
              <a:rPr lang="de-DE" sz="1333"/>
              <a:t>IBM Confidential    </a:t>
            </a:r>
            <a:r>
              <a:rPr lang="de-DE"/>
              <a:t>IBM Select / © 2021 IBM Corporation</a:t>
            </a:r>
            <a:endParaRPr lang="en-US"/>
          </a:p>
          <a:p>
            <a:endParaRPr lang="en-US"/>
          </a:p>
        </p:txBody>
      </p:sp>
      <p:sp>
        <p:nvSpPr>
          <p:cNvPr id="8" name="Slide Number Placeholder"/>
          <p:cNvSpPr>
            <a:spLocks noGrp="1"/>
          </p:cNvSpPr>
          <p:nvPr>
            <p:ph type="sldNum" sz="quarter" idx="4"/>
          </p:nvPr>
        </p:nvSpPr>
        <p:spPr>
          <a:xfrm>
            <a:off x="9448803" y="6383869"/>
            <a:ext cx="2438309" cy="222249"/>
          </a:xfrm>
          <a:prstGeom prst="rect">
            <a:avLst/>
          </a:prstGeom>
        </p:spPr>
        <p:txBody>
          <a:bodyPr vert="horz" lIns="0" tIns="0" rIns="0" bIns="0" rtlCol="0" anchor="ctr"/>
          <a:lstStyle>
            <a:lvl1pPr algn="r">
              <a:defRPr sz="800">
                <a:solidFill>
                  <a:schemeClr val="bg1"/>
                </a:solidFill>
                <a:latin typeface="IBM Plex Sans" panose="020B0503050203000203" pitchFamily="34" charset="0"/>
              </a:defRPr>
            </a:lvl1pPr>
          </a:lstStyle>
          <a:p>
            <a:fld id="{59395FB3-9C97-154F-86B2-7E381B951268}" type="slidenum">
              <a:rPr lang="en-US" smtClean="0"/>
              <a:pPr/>
              <a:t>‹#›</a:t>
            </a:fld>
            <a:endParaRPr lang="en-US"/>
          </a:p>
        </p:txBody>
      </p:sp>
      <p:grpSp>
        <p:nvGrpSpPr>
          <p:cNvPr id="59" name="Group 1" descr="Outside edge tick marks for alignment">
            <a:extLst>
              <a:ext uri="{C183D7F6-B498-43B3-948B-1728B52AA6E4}">
                <adec:decorative xmlns:adec="http://schemas.microsoft.com/office/drawing/2017/decorative" val="0"/>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151304068"/>
      </p:ext>
    </p:extLst>
  </p:cSld>
  <p:clrMap bg1="dk1" tx1="lt1" bg2="dk2" tx2="lt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 id="2147483915" r:id="rId13"/>
    <p:sldLayoutId id="2147483916" r:id="rId14"/>
    <p:sldLayoutId id="2147483917" r:id="rId15"/>
    <p:sldLayoutId id="2147483918" r:id="rId16"/>
    <p:sldLayoutId id="2147483919" r:id="rId17"/>
    <p:sldLayoutId id="2147483920" r:id="rId18"/>
    <p:sldLayoutId id="2147483921" r:id="rId19"/>
    <p:sldLayoutId id="2147483922" r:id="rId20"/>
    <p:sldLayoutId id="2147483923" r:id="rId21"/>
    <p:sldLayoutId id="2147483924" r:id="rId22"/>
    <p:sldLayoutId id="2147483925" r:id="rId23"/>
    <p:sldLayoutId id="2147483926" r:id="rId24"/>
    <p:sldLayoutId id="2147483927" r:id="rId25"/>
    <p:sldLayoutId id="2147483928" r:id="rId26"/>
    <p:sldLayoutId id="2147483929" r:id="rId27"/>
    <p:sldLayoutId id="2147483930" r:id="rId28"/>
    <p:sldLayoutId id="2147483931" r:id="rId29"/>
    <p:sldLayoutId id="2147483932" r:id="rId30"/>
    <p:sldLayoutId id="2147483933" r:id="rId31"/>
    <p:sldLayoutId id="2147483934" r:id="rId32"/>
  </p:sldLayoutIdLst>
  <p:hf hdr="0" dt="0"/>
  <p:txStyles>
    <p:titleStyle>
      <a:lvl1pPr algn="l" rtl="0" eaLnBrk="1" fontAlgn="base" hangingPunct="1">
        <a:lnSpc>
          <a:spcPct val="90000"/>
        </a:lnSpc>
        <a:spcBef>
          <a:spcPct val="0"/>
        </a:spcBef>
        <a:spcAft>
          <a:spcPct val="0"/>
        </a:spcAft>
        <a:defRPr sz="3200" b="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400"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804"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204"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605" algn="l" rtl="0" eaLnBrk="1" fontAlgn="base" hangingPunct="1">
        <a:lnSpc>
          <a:spcPct val="90000"/>
        </a:lnSpc>
        <a:spcBef>
          <a:spcPct val="0"/>
        </a:spcBef>
        <a:spcAft>
          <a:spcPct val="0"/>
        </a:spcAft>
        <a:defRPr sz="2960">
          <a:solidFill>
            <a:srgbClr val="191919"/>
          </a:solidFill>
          <a:latin typeface="HelvNeue Light for IBM" pitchFamily="34" charset="0"/>
        </a:defRPr>
      </a:lvl9pPr>
    </p:titleStyle>
    <p:bodyStyle>
      <a:lvl1pPr marL="0" indent="0" algn="l" rtl="0" eaLnBrk="1" fontAlgn="base" hangingPunct="1">
        <a:lnSpc>
          <a:spcPct val="100000"/>
        </a:lnSpc>
        <a:spcBef>
          <a:spcPts val="1467"/>
        </a:spcBef>
        <a:spcAft>
          <a:spcPct val="0"/>
        </a:spcAft>
        <a:buClr>
          <a:srgbClr val="6D6E70"/>
        </a:buClr>
        <a:buSzPct val="90000"/>
        <a:buFont typeface="Wingdings" pitchFamily="2" charset="2"/>
        <a:buNone/>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228592" indent="-231637" algn="l" rtl="0" eaLnBrk="1" fontAlgn="base" hangingPunct="1">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457183" indent="-231637" algn="l" rtl="0" eaLnBrk="1" fontAlgn="base" hangingPunct="1">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838170" indent="-231637" algn="l" rtl="0" eaLnBrk="1" fontAlgn="base" hangingPunct="1">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1070993" indent="-231637" algn="l" rtl="0" eaLnBrk="1" fontAlgn="base" hangingPunct="1">
        <a:lnSpc>
          <a:spcPct val="100000"/>
        </a:lnSpc>
        <a:spcBef>
          <a:spcPts val="1467"/>
        </a:spcBef>
        <a:spcAft>
          <a:spcPct val="0"/>
        </a:spcAft>
        <a:buClr>
          <a:schemeClr val="bg1"/>
        </a:buClr>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2111522" indent="-172885" algn="l" rtl="0" eaLnBrk="1" fontAlgn="base" hangingPunct="1">
        <a:spcBef>
          <a:spcPct val="20000"/>
        </a:spcBef>
        <a:spcAft>
          <a:spcPct val="0"/>
        </a:spcAft>
        <a:buClr>
          <a:schemeClr val="bg1"/>
        </a:buClr>
        <a:buChar char="»"/>
        <a:defRPr sz="1692">
          <a:solidFill>
            <a:schemeClr val="bg1"/>
          </a:solidFill>
          <a:latin typeface="Arial" charset="0"/>
        </a:defRPr>
      </a:lvl6pPr>
      <a:lvl7pPr marL="2594926" indent="-172885" algn="l" rtl="0" eaLnBrk="1" fontAlgn="base" hangingPunct="1">
        <a:spcBef>
          <a:spcPct val="20000"/>
        </a:spcBef>
        <a:spcAft>
          <a:spcPct val="0"/>
        </a:spcAft>
        <a:buClr>
          <a:schemeClr val="bg1"/>
        </a:buClr>
        <a:buChar char="»"/>
        <a:defRPr sz="1692">
          <a:solidFill>
            <a:schemeClr val="bg1"/>
          </a:solidFill>
          <a:latin typeface="Arial" charset="0"/>
        </a:defRPr>
      </a:lvl7pPr>
      <a:lvl8pPr marL="3078326" indent="-172885" algn="l" rtl="0" eaLnBrk="1" fontAlgn="base" hangingPunct="1">
        <a:spcBef>
          <a:spcPct val="20000"/>
        </a:spcBef>
        <a:spcAft>
          <a:spcPct val="0"/>
        </a:spcAft>
        <a:buClr>
          <a:schemeClr val="bg1"/>
        </a:buClr>
        <a:buChar char="»"/>
        <a:defRPr sz="1692">
          <a:solidFill>
            <a:schemeClr val="bg1"/>
          </a:solidFill>
          <a:latin typeface="Arial" charset="0"/>
        </a:defRPr>
      </a:lvl8pPr>
      <a:lvl9pPr marL="3561730" indent="-172885" algn="l" rtl="0" eaLnBrk="1" fontAlgn="base" hangingPunct="1">
        <a:spcBef>
          <a:spcPct val="20000"/>
        </a:spcBef>
        <a:spcAft>
          <a:spcPct val="0"/>
        </a:spcAft>
        <a:buClr>
          <a:schemeClr val="bg1"/>
        </a:buClr>
        <a:buChar char="»"/>
        <a:defRPr sz="1692">
          <a:solidFill>
            <a:schemeClr val="bg1"/>
          </a:solidFill>
          <a:latin typeface="Arial" charset="0"/>
        </a:defRPr>
      </a:lvl9pPr>
    </p:bodyStyle>
    <p:otherStyle>
      <a:defPPr>
        <a:defRPr lang="en-US"/>
      </a:defPPr>
      <a:lvl1pPr marL="0" algn="l" defTabSz="966804" rtl="0" eaLnBrk="1" latinLnBrk="0" hangingPunct="1">
        <a:defRPr sz="1904" kern="1200">
          <a:solidFill>
            <a:schemeClr val="tx1"/>
          </a:solidFill>
          <a:latin typeface="+mn-lt"/>
          <a:ea typeface="+mn-ea"/>
          <a:cs typeface="+mn-cs"/>
        </a:defRPr>
      </a:lvl1pPr>
      <a:lvl2pPr marL="483400" algn="l" defTabSz="966804" rtl="0" eaLnBrk="1" latinLnBrk="0" hangingPunct="1">
        <a:defRPr sz="1904" kern="1200">
          <a:solidFill>
            <a:schemeClr val="tx1"/>
          </a:solidFill>
          <a:latin typeface="+mn-lt"/>
          <a:ea typeface="+mn-ea"/>
          <a:cs typeface="+mn-cs"/>
        </a:defRPr>
      </a:lvl2pPr>
      <a:lvl3pPr marL="966804" algn="l" defTabSz="966804" rtl="0" eaLnBrk="1" latinLnBrk="0" hangingPunct="1">
        <a:defRPr sz="1904" kern="1200">
          <a:solidFill>
            <a:schemeClr val="tx1"/>
          </a:solidFill>
          <a:latin typeface="+mn-lt"/>
          <a:ea typeface="+mn-ea"/>
          <a:cs typeface="+mn-cs"/>
        </a:defRPr>
      </a:lvl3pPr>
      <a:lvl4pPr marL="1450204" algn="l" defTabSz="966804" rtl="0" eaLnBrk="1" latinLnBrk="0" hangingPunct="1">
        <a:defRPr sz="1904" kern="1200">
          <a:solidFill>
            <a:schemeClr val="tx1"/>
          </a:solidFill>
          <a:latin typeface="+mn-lt"/>
          <a:ea typeface="+mn-ea"/>
          <a:cs typeface="+mn-cs"/>
        </a:defRPr>
      </a:lvl4pPr>
      <a:lvl5pPr marL="1933605" algn="l" defTabSz="966804" rtl="0" eaLnBrk="1" latinLnBrk="0" hangingPunct="1">
        <a:defRPr sz="1904" kern="1200">
          <a:solidFill>
            <a:schemeClr val="tx1"/>
          </a:solidFill>
          <a:latin typeface="+mn-lt"/>
          <a:ea typeface="+mn-ea"/>
          <a:cs typeface="+mn-cs"/>
        </a:defRPr>
      </a:lvl5pPr>
      <a:lvl6pPr marL="2417008" algn="l" defTabSz="966804" rtl="0" eaLnBrk="1" latinLnBrk="0" hangingPunct="1">
        <a:defRPr sz="1904" kern="1200">
          <a:solidFill>
            <a:schemeClr val="tx1"/>
          </a:solidFill>
          <a:latin typeface="+mn-lt"/>
          <a:ea typeface="+mn-ea"/>
          <a:cs typeface="+mn-cs"/>
        </a:defRPr>
      </a:lvl6pPr>
      <a:lvl7pPr marL="2900406" algn="l" defTabSz="966804" rtl="0" eaLnBrk="1" latinLnBrk="0" hangingPunct="1">
        <a:defRPr sz="1904" kern="1200">
          <a:solidFill>
            <a:schemeClr val="tx1"/>
          </a:solidFill>
          <a:latin typeface="+mn-lt"/>
          <a:ea typeface="+mn-ea"/>
          <a:cs typeface="+mn-cs"/>
        </a:defRPr>
      </a:lvl7pPr>
      <a:lvl8pPr marL="3383809" algn="l" defTabSz="966804" rtl="0" eaLnBrk="1" latinLnBrk="0" hangingPunct="1">
        <a:defRPr sz="1904" kern="1200">
          <a:solidFill>
            <a:schemeClr val="tx1"/>
          </a:solidFill>
          <a:latin typeface="+mn-lt"/>
          <a:ea typeface="+mn-ea"/>
          <a:cs typeface="+mn-cs"/>
        </a:defRPr>
      </a:lvl8pPr>
      <a:lvl9pPr marL="3867210" algn="l" defTabSz="966804"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
          <p15:clr>
            <a:srgbClr val="F26B43"/>
          </p15:clr>
        </p15:guide>
        <p15:guide id="2" pos="144">
          <p15:clr>
            <a:srgbClr val="F26B43"/>
          </p15:clr>
        </p15:guide>
        <p15:guide id="3" pos="5616">
          <p15:clr>
            <a:srgbClr val="F26B43"/>
          </p15:clr>
        </p15:guide>
        <p15:guide id="4" orient="horz" pos="2832">
          <p15:clr>
            <a:srgbClr val="F26B43"/>
          </p15:clr>
        </p15:guide>
        <p15:guide id="5" orient="horz" pos="3088">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p:cNvSpPr>
            <a:spLocks noGrp="1"/>
          </p:cNvSpPr>
          <p:nvPr>
            <p:ph type="sldNum" sz="quarter" idx="4"/>
          </p:nvPr>
        </p:nvSpPr>
        <p:spPr>
          <a:xfrm>
            <a:off x="9448804" y="6383870"/>
            <a:ext cx="2438309" cy="222249"/>
          </a:xfrm>
          <a:prstGeom prst="rect">
            <a:avLst/>
          </a:prstGeom>
        </p:spPr>
        <p:txBody>
          <a:bodyPr vert="horz" lIns="0" tIns="0" rIns="0" bIns="0" rtlCol="0" anchor="ctr"/>
          <a:lstStyle>
            <a:lvl1pPr algn="r">
              <a:defRPr sz="800">
                <a:solidFill>
                  <a:schemeClr val="bg1"/>
                </a:solidFill>
                <a:latin typeface="IBM Plex Sans" panose="020B0503050203000203" pitchFamily="34" charset="0"/>
              </a:defRPr>
            </a:lvl1pPr>
          </a:lstStyle>
          <a:p>
            <a:fld id="{59395FB3-9C97-154F-86B2-7E381B951268}" type="slidenum">
              <a:rPr lang="en-US" smtClean="0"/>
              <a:pPr/>
              <a:t>‹#›</a:t>
            </a:fld>
            <a:endParaRPr lang="en-US"/>
          </a:p>
        </p:txBody>
      </p:sp>
      <p:grpSp>
        <p:nvGrpSpPr>
          <p:cNvPr id="59" name="Group 1" descr="Outside edge tick marks for alignment">
            <a:extLst>
              <a:ext uri="{C183D7F6-B498-43B3-948B-1728B52AA6E4}">
                <adec:decorative xmlns:adec="http://schemas.microsoft.com/office/drawing/2017/decorative" val="0"/>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51" name="Footer Placeholder">
            <a:extLst>
              <a:ext uri="{FF2B5EF4-FFF2-40B4-BE49-F238E27FC236}">
                <a16:creationId xmlns:a16="http://schemas.microsoft.com/office/drawing/2014/main" id="{86DF59F6-D5F2-8343-9676-C1ACB3AD5391}"/>
              </a:ext>
            </a:extLst>
          </p:cNvPr>
          <p:cNvSpPr>
            <a:spLocks noGrp="1"/>
          </p:cNvSpPr>
          <p:nvPr>
            <p:ph type="ftr" sz="quarter" idx="3"/>
          </p:nvPr>
        </p:nvSpPr>
        <p:spPr>
          <a:xfrm>
            <a:off x="304891" y="6491904"/>
            <a:ext cx="5486313" cy="222249"/>
          </a:xfrm>
          <a:prstGeom prst="rect">
            <a:avLst/>
          </a:prstGeom>
        </p:spPr>
        <p:txBody>
          <a:bodyPr/>
          <a:lstStyle/>
          <a:p>
            <a:pPr defTabSz="914588">
              <a:defRPr/>
            </a:pPr>
            <a:r>
              <a:rPr lang="de-DE" sz="800">
                <a:solidFill>
                  <a:srgbClr val="FFFFFF"/>
                </a:solidFill>
                <a:latin typeface="IBM Plex Sans" panose="020B0503050203000203" pitchFamily="34" charset="0"/>
              </a:rPr>
              <a:t>© 2022 IBM Corporation</a:t>
            </a:r>
            <a:endParaRPr lang="en-US" sz="800">
              <a:solidFill>
                <a:srgbClr val="FFFFFF"/>
              </a:solidFill>
              <a:latin typeface="IBM Plex Sans" panose="020B0503050203000203" pitchFamily="34" charset="0"/>
            </a:endParaRPr>
          </a:p>
        </p:txBody>
      </p:sp>
    </p:spTree>
    <p:extLst>
      <p:ext uri="{BB962C8B-B14F-4D97-AF65-F5344CB8AC3E}">
        <p14:creationId xmlns:p14="http://schemas.microsoft.com/office/powerpoint/2010/main" val="1364816944"/>
      </p:ext>
    </p:extLst>
  </p:cSld>
  <p:clrMap bg1="dk1" tx1="lt1" bg2="dk2" tx2="lt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 id="2147483948" r:id="rId13"/>
    <p:sldLayoutId id="2147483949" r:id="rId14"/>
    <p:sldLayoutId id="2147483950" r:id="rId15"/>
    <p:sldLayoutId id="2147483951" r:id="rId16"/>
    <p:sldLayoutId id="2147483952" r:id="rId17"/>
    <p:sldLayoutId id="2147483953" r:id="rId18"/>
    <p:sldLayoutId id="2147483954" r:id="rId19"/>
    <p:sldLayoutId id="2147483955" r:id="rId20"/>
    <p:sldLayoutId id="2147483956" r:id="rId21"/>
    <p:sldLayoutId id="2147483957" r:id="rId22"/>
    <p:sldLayoutId id="2147483958" r:id="rId23"/>
    <p:sldLayoutId id="2147483959" r:id="rId24"/>
    <p:sldLayoutId id="2147483960" r:id="rId25"/>
    <p:sldLayoutId id="2147483961" r:id="rId26"/>
    <p:sldLayoutId id="2147483962" r:id="rId27"/>
    <p:sldLayoutId id="2147483963" r:id="rId28"/>
    <p:sldLayoutId id="2147483964" r:id="rId29"/>
    <p:sldLayoutId id="2147483965" r:id="rId30"/>
    <p:sldLayoutId id="2147483966" r:id="rId31"/>
    <p:sldLayoutId id="2147483967" r:id="rId32"/>
  </p:sldLayoutIdLst>
  <p:hf hdr="0" dt="0"/>
  <p:txStyles>
    <p:titleStyle>
      <a:lvl1pPr algn="l" rtl="0" eaLnBrk="1" fontAlgn="base" hangingPunct="1">
        <a:lnSpc>
          <a:spcPct val="90000"/>
        </a:lnSpc>
        <a:spcBef>
          <a:spcPct val="0"/>
        </a:spcBef>
        <a:spcAft>
          <a:spcPct val="0"/>
        </a:spcAft>
        <a:defRPr sz="3200" b="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388"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780"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168"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557" algn="l" rtl="0" eaLnBrk="1" fontAlgn="base" hangingPunct="1">
        <a:lnSpc>
          <a:spcPct val="90000"/>
        </a:lnSpc>
        <a:spcBef>
          <a:spcPct val="0"/>
        </a:spcBef>
        <a:spcAft>
          <a:spcPct val="0"/>
        </a:spcAft>
        <a:defRPr sz="2960">
          <a:solidFill>
            <a:srgbClr val="191919"/>
          </a:solidFill>
          <a:latin typeface="HelvNeue Light for IBM" pitchFamily="34" charset="0"/>
        </a:defRPr>
      </a:lvl9pPr>
    </p:titleStyle>
    <p:bodyStyle>
      <a:lvl1pPr marL="0" indent="0" algn="l" rtl="0" eaLnBrk="1" fontAlgn="base" hangingPunct="1">
        <a:lnSpc>
          <a:spcPct val="100000"/>
        </a:lnSpc>
        <a:spcBef>
          <a:spcPts val="1467"/>
        </a:spcBef>
        <a:spcAft>
          <a:spcPct val="0"/>
        </a:spcAft>
        <a:buClr>
          <a:srgbClr val="6D6E70"/>
        </a:buClr>
        <a:buSzPct val="90000"/>
        <a:buFont typeface="Wingdings" pitchFamily="2" charset="2"/>
        <a:buNone/>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228586" indent="-231632" algn="l" rtl="0" eaLnBrk="1" fontAlgn="base" hangingPunct="1">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457171" indent="-231632" algn="l" rtl="0" eaLnBrk="1" fontAlgn="base" hangingPunct="1">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838150" indent="-231632" algn="l" rtl="0" eaLnBrk="1" fontAlgn="base" hangingPunct="1">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1070967" indent="-231632" algn="l" rtl="0" eaLnBrk="1" fontAlgn="base" hangingPunct="1">
        <a:lnSpc>
          <a:spcPct val="100000"/>
        </a:lnSpc>
        <a:spcBef>
          <a:spcPts val="1467"/>
        </a:spcBef>
        <a:spcAft>
          <a:spcPct val="0"/>
        </a:spcAft>
        <a:buClr>
          <a:schemeClr val="bg1"/>
        </a:buClr>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2111470" indent="-172881" algn="l" rtl="0" eaLnBrk="1" fontAlgn="base" hangingPunct="1">
        <a:spcBef>
          <a:spcPct val="20000"/>
        </a:spcBef>
        <a:spcAft>
          <a:spcPct val="0"/>
        </a:spcAft>
        <a:buClr>
          <a:schemeClr val="bg1"/>
        </a:buClr>
        <a:buChar char="»"/>
        <a:defRPr sz="1692">
          <a:solidFill>
            <a:schemeClr val="bg1"/>
          </a:solidFill>
          <a:latin typeface="Arial" charset="0"/>
        </a:defRPr>
      </a:lvl6pPr>
      <a:lvl7pPr marL="2594862" indent="-172881" algn="l" rtl="0" eaLnBrk="1" fontAlgn="base" hangingPunct="1">
        <a:spcBef>
          <a:spcPct val="20000"/>
        </a:spcBef>
        <a:spcAft>
          <a:spcPct val="0"/>
        </a:spcAft>
        <a:buClr>
          <a:schemeClr val="bg1"/>
        </a:buClr>
        <a:buChar char="»"/>
        <a:defRPr sz="1692">
          <a:solidFill>
            <a:schemeClr val="bg1"/>
          </a:solidFill>
          <a:latin typeface="Arial" charset="0"/>
        </a:defRPr>
      </a:lvl7pPr>
      <a:lvl8pPr marL="3078250" indent="-172881" algn="l" rtl="0" eaLnBrk="1" fontAlgn="base" hangingPunct="1">
        <a:spcBef>
          <a:spcPct val="20000"/>
        </a:spcBef>
        <a:spcAft>
          <a:spcPct val="0"/>
        </a:spcAft>
        <a:buClr>
          <a:schemeClr val="bg1"/>
        </a:buClr>
        <a:buChar char="»"/>
        <a:defRPr sz="1692">
          <a:solidFill>
            <a:schemeClr val="bg1"/>
          </a:solidFill>
          <a:latin typeface="Arial" charset="0"/>
        </a:defRPr>
      </a:lvl8pPr>
      <a:lvl9pPr marL="3561642" indent="-172881" algn="l" rtl="0" eaLnBrk="1" fontAlgn="base" hangingPunct="1">
        <a:spcBef>
          <a:spcPct val="20000"/>
        </a:spcBef>
        <a:spcAft>
          <a:spcPct val="0"/>
        </a:spcAft>
        <a:buClr>
          <a:schemeClr val="bg1"/>
        </a:buClr>
        <a:buChar char="»"/>
        <a:defRPr sz="1692">
          <a:solidFill>
            <a:schemeClr val="bg1"/>
          </a:solidFill>
          <a:latin typeface="Arial" charset="0"/>
        </a:defRPr>
      </a:lvl9pPr>
    </p:bodyStyle>
    <p:otherStyle>
      <a:defPPr>
        <a:defRPr lang="en-US"/>
      </a:defPPr>
      <a:lvl1pPr marL="0" algn="l" defTabSz="966780" rtl="0" eaLnBrk="1" latinLnBrk="0" hangingPunct="1">
        <a:defRPr sz="1904" kern="1200">
          <a:solidFill>
            <a:schemeClr val="tx1"/>
          </a:solidFill>
          <a:latin typeface="+mn-lt"/>
          <a:ea typeface="+mn-ea"/>
          <a:cs typeface="+mn-cs"/>
        </a:defRPr>
      </a:lvl1pPr>
      <a:lvl2pPr marL="483388" algn="l" defTabSz="966780" rtl="0" eaLnBrk="1" latinLnBrk="0" hangingPunct="1">
        <a:defRPr sz="1904" kern="1200">
          <a:solidFill>
            <a:schemeClr val="tx1"/>
          </a:solidFill>
          <a:latin typeface="+mn-lt"/>
          <a:ea typeface="+mn-ea"/>
          <a:cs typeface="+mn-cs"/>
        </a:defRPr>
      </a:lvl2pPr>
      <a:lvl3pPr marL="966780" algn="l" defTabSz="966780" rtl="0" eaLnBrk="1" latinLnBrk="0" hangingPunct="1">
        <a:defRPr sz="1904" kern="1200">
          <a:solidFill>
            <a:schemeClr val="tx1"/>
          </a:solidFill>
          <a:latin typeface="+mn-lt"/>
          <a:ea typeface="+mn-ea"/>
          <a:cs typeface="+mn-cs"/>
        </a:defRPr>
      </a:lvl3pPr>
      <a:lvl4pPr marL="1450168" algn="l" defTabSz="966780" rtl="0" eaLnBrk="1" latinLnBrk="0" hangingPunct="1">
        <a:defRPr sz="1904" kern="1200">
          <a:solidFill>
            <a:schemeClr val="tx1"/>
          </a:solidFill>
          <a:latin typeface="+mn-lt"/>
          <a:ea typeface="+mn-ea"/>
          <a:cs typeface="+mn-cs"/>
        </a:defRPr>
      </a:lvl4pPr>
      <a:lvl5pPr marL="1933557" algn="l" defTabSz="966780" rtl="0" eaLnBrk="1" latinLnBrk="0" hangingPunct="1">
        <a:defRPr sz="1904" kern="1200">
          <a:solidFill>
            <a:schemeClr val="tx1"/>
          </a:solidFill>
          <a:latin typeface="+mn-lt"/>
          <a:ea typeface="+mn-ea"/>
          <a:cs typeface="+mn-cs"/>
        </a:defRPr>
      </a:lvl5pPr>
      <a:lvl6pPr marL="2416948" algn="l" defTabSz="966780" rtl="0" eaLnBrk="1" latinLnBrk="0" hangingPunct="1">
        <a:defRPr sz="1904" kern="1200">
          <a:solidFill>
            <a:schemeClr val="tx1"/>
          </a:solidFill>
          <a:latin typeface="+mn-lt"/>
          <a:ea typeface="+mn-ea"/>
          <a:cs typeface="+mn-cs"/>
        </a:defRPr>
      </a:lvl6pPr>
      <a:lvl7pPr marL="2900334" algn="l" defTabSz="966780" rtl="0" eaLnBrk="1" latinLnBrk="0" hangingPunct="1">
        <a:defRPr sz="1904" kern="1200">
          <a:solidFill>
            <a:schemeClr val="tx1"/>
          </a:solidFill>
          <a:latin typeface="+mn-lt"/>
          <a:ea typeface="+mn-ea"/>
          <a:cs typeface="+mn-cs"/>
        </a:defRPr>
      </a:lvl7pPr>
      <a:lvl8pPr marL="3383725" algn="l" defTabSz="966780" rtl="0" eaLnBrk="1" latinLnBrk="0" hangingPunct="1">
        <a:defRPr sz="1904" kern="1200">
          <a:solidFill>
            <a:schemeClr val="tx1"/>
          </a:solidFill>
          <a:latin typeface="+mn-lt"/>
          <a:ea typeface="+mn-ea"/>
          <a:cs typeface="+mn-cs"/>
        </a:defRPr>
      </a:lvl8pPr>
      <a:lvl9pPr marL="3867114" algn="l" defTabSz="966780"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
          <p15:clr>
            <a:srgbClr val="F26B43"/>
          </p15:clr>
        </p15:guide>
        <p15:guide id="2" pos="144">
          <p15:clr>
            <a:srgbClr val="F26B43"/>
          </p15:clr>
        </p15:guide>
        <p15:guide id="3" pos="5616">
          <p15:clr>
            <a:srgbClr val="F26B43"/>
          </p15:clr>
        </p15:guide>
        <p15:guide id="4" orient="horz" pos="2832">
          <p15:clr>
            <a:srgbClr val="F26B43"/>
          </p15:clr>
        </p15:guide>
        <p15:guide id="5" orient="horz" pos="3088">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6950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6"/>
            <a:ext cx="11293592"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endParaRPr lang="en-CA"/>
          </a:p>
          <a:p>
            <a:pPr lvl="2"/>
            <a:r>
              <a:rPr lang="en-CA"/>
              <a:t>Body Level Three</a:t>
            </a:r>
          </a:p>
          <a:p>
            <a:pPr lvl="3"/>
            <a:r>
              <a:rPr lang="en-CA"/>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5" y="6402118"/>
            <a:ext cx="2477765" cy="190500"/>
          </a:xfrm>
          <a:prstGeom prst="rect">
            <a:avLst/>
          </a:prstGeom>
        </p:spPr>
        <p:txBody>
          <a:bodyPr vert="horz" lIns="0" tIns="0" rIns="0" bIns="0" rtlCol="0" anchor="b"/>
          <a:lstStyle>
            <a:lvl1pPr algn="l">
              <a:defRPr sz="800" b="0" i="0">
                <a:solidFill>
                  <a:schemeClr val="tx1"/>
                </a:solidFill>
                <a:latin typeface="IBM Plex Sans Light" panose="020B0403050203000203" pitchFamily="34" charset="0"/>
              </a:defRPr>
            </a:lvl1pPr>
          </a:lstStyle>
          <a:p>
            <a:endParaRPr lang="en-US"/>
          </a:p>
        </p:txBody>
      </p:sp>
    </p:spTree>
    <p:extLst>
      <p:ext uri="{BB962C8B-B14F-4D97-AF65-F5344CB8AC3E}">
        <p14:creationId xmlns:p14="http://schemas.microsoft.com/office/powerpoint/2010/main" val="1316218993"/>
      </p:ext>
    </p:extLst>
  </p:cSld>
  <p:clrMap bg1="dk1" tx1="lt1" bg2="dk2" tx2="lt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 id="2147483980" r:id="rId12"/>
    <p:sldLayoutId id="2147483981" r:id="rId13"/>
    <p:sldLayoutId id="2147483982" r:id="rId14"/>
    <p:sldLayoutId id="2147483983" r:id="rId15"/>
    <p:sldLayoutId id="2147483984" r:id="rId16"/>
    <p:sldLayoutId id="2147483985" r:id="rId17"/>
    <p:sldLayoutId id="2147483986" r:id="rId18"/>
    <p:sldLayoutId id="2147483987" r:id="rId19"/>
    <p:sldLayoutId id="2147483988" r:id="rId20"/>
    <p:sldLayoutId id="2147483989" r:id="rId21"/>
    <p:sldLayoutId id="2147483990" r:id="rId22"/>
    <p:sldLayoutId id="2147483991" r:id="rId23"/>
    <p:sldLayoutId id="2147483992" r:id="rId24"/>
    <p:sldLayoutId id="2147483993" r:id="rId25"/>
    <p:sldLayoutId id="2147483994" r:id="rId26"/>
    <p:sldLayoutId id="2147483995" r:id="rId27"/>
    <p:sldLayoutId id="2147483996" r:id="rId28"/>
    <p:sldLayoutId id="2147483997" r:id="rId29"/>
    <p:sldLayoutId id="2147483998" r:id="rId30"/>
    <p:sldLayoutId id="2147483999" r:id="rId31"/>
    <p:sldLayoutId id="2147484000" r:id="rId32"/>
    <p:sldLayoutId id="2147484001" r:id="rId33"/>
    <p:sldLayoutId id="2147484002" r:id="rId34"/>
    <p:sldLayoutId id="2147484003" r:id="rId35"/>
    <p:sldLayoutId id="2147484004" r:id="rId36"/>
    <p:sldLayoutId id="2147484005" r:id="rId37"/>
    <p:sldLayoutId id="2147484006" r:id="rId38"/>
    <p:sldLayoutId id="2147484007" r:id="rId39"/>
    <p:sldLayoutId id="2147484008" r:id="rId40"/>
    <p:sldLayoutId id="2147484009" r:id="rId41"/>
    <p:sldLayoutId id="2147484010" r:id="rId42"/>
    <p:sldLayoutId id="2147484011" r:id="rId43"/>
    <p:sldLayoutId id="2147484012" r:id="rId44"/>
    <p:sldLayoutId id="2147484013" r:id="rId45"/>
    <p:sldLayoutId id="2147484014" r:id="rId46"/>
  </p:sldLayoutIdLst>
  <p:transition spd="med"/>
  <p:hf sldNum="0" hdr="0" ftr="0" dt="0"/>
  <p:txStyles>
    <p:titleStyle>
      <a:lvl1pPr marL="0" marR="0" indent="0" algn="l" defTabSz="1218956" rtl="0" eaLnBrk="1" latinLnBrk="0" hangingPunct="1">
        <a:lnSpc>
          <a:spcPct val="100000"/>
        </a:lnSpc>
        <a:spcBef>
          <a:spcPts val="0"/>
        </a:spcBef>
        <a:spcAft>
          <a:spcPts val="0"/>
        </a:spcAft>
        <a:buClrTx/>
        <a:buSzTx/>
        <a:buFontTx/>
        <a:buNone/>
        <a:tabLst/>
        <a:defRPr sz="3199" b="0" i="0" u="none" strike="noStrike" cap="none" spc="0" baseline="0">
          <a:solidFill>
            <a:schemeClr val="tx2"/>
          </a:solidFill>
          <a:uFillTx/>
          <a:latin typeface="IBM Plex Sans Light" panose="020B0403050203000203" pitchFamily="34" charset="0"/>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00000"/>
        </a:lnSpc>
        <a:spcBef>
          <a:spcPts val="0"/>
        </a:spcBef>
        <a:spcAft>
          <a:spcPts val="0"/>
        </a:spcAft>
        <a:buClr>
          <a:schemeClr val="tx1"/>
        </a:buClr>
        <a:buSzTx/>
        <a:buFont typeface="Arial" panose="020B0604020202020204" pitchFamily="34" charset="0"/>
        <a:buNone/>
        <a:tabLst/>
        <a:defRPr sz="1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163767" marR="0" indent="-163767" algn="l" defTabSz="1218956"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1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329334" marR="0" indent="-163767" algn="l" defTabSz="1218956"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1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493101" marR="0" indent="-163767" algn="l" defTabSz="1218956"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1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342831" marR="0" indent="0" algn="l" defTabSz="1218956" rtl="0" eaLnBrk="1" latinLnBrk="0" hangingPunct="1">
        <a:lnSpc>
          <a:spcPct val="110000"/>
        </a:lnSpc>
        <a:spcBef>
          <a:spcPts val="1450"/>
        </a:spcBef>
        <a:spcAft>
          <a:spcPts val="0"/>
        </a:spcAft>
        <a:buClrTx/>
        <a:buSzPct val="100000"/>
        <a:buFont typeface="Arial" panose="020B0604020202020204" pitchFamily="34" charset="0"/>
        <a:buNone/>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pt-BR"/>
              <a:t>Clique para editar o título Mestre</a:t>
            </a:r>
            <a:endParaRPr lang="en-US"/>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Footer Placeholder"/>
          <p:cNvSpPr>
            <a:spLocks noGrp="1"/>
          </p:cNvSpPr>
          <p:nvPr>
            <p:ph type="ftr" sz="quarter" idx="3"/>
          </p:nvPr>
        </p:nvSpPr>
        <p:spPr>
          <a:xfrm>
            <a:off x="304889" y="6400801"/>
            <a:ext cx="5486313" cy="222249"/>
          </a:xfrm>
          <a:prstGeom prst="rect">
            <a:avLst/>
          </a:prstGeom>
        </p:spPr>
        <p:txBody>
          <a:bodyPr vert="horz" lIns="0" tIns="0" rIns="0" bIns="0" rtlCol="0" anchor="ctr"/>
          <a:lstStyle>
            <a:lvl1pPr marL="0" marR="0" indent="0" algn="l" defTabSz="914633" rtl="0" eaLnBrk="1" fontAlgn="auto" latinLnBrk="0" hangingPunct="1">
              <a:lnSpc>
                <a:spcPct val="100000"/>
              </a:lnSpc>
              <a:spcBef>
                <a:spcPts val="0"/>
              </a:spcBef>
              <a:spcAft>
                <a:spcPts val="0"/>
              </a:spcAft>
              <a:buClrTx/>
              <a:buSzTx/>
              <a:buFontTx/>
              <a:buNone/>
              <a:tabLst/>
              <a:defRPr sz="800" b="0" i="0">
                <a:solidFill>
                  <a:schemeClr val="tx1"/>
                </a:solidFill>
                <a:latin typeface="IBM Plex Sans" panose="020B0503050203000203" pitchFamily="34" charset="0"/>
              </a:defRPr>
            </a:lvl1pPr>
          </a:lstStyle>
          <a:p>
            <a:r>
              <a:rPr lang="en-US"/>
              <a:t>Data Fabric / March, 2022 / © 2022 IBM Corporation</a:t>
            </a:r>
          </a:p>
        </p:txBody>
      </p:sp>
      <p:sp>
        <p:nvSpPr>
          <p:cNvPr id="8" name="Slide Number Placeholder"/>
          <p:cNvSpPr>
            <a:spLocks noGrp="1"/>
          </p:cNvSpPr>
          <p:nvPr>
            <p:ph type="sldNum" sz="quarter" idx="4"/>
          </p:nvPr>
        </p:nvSpPr>
        <p:spPr>
          <a:xfrm>
            <a:off x="9448802" y="6400801"/>
            <a:ext cx="2438309" cy="222249"/>
          </a:xfrm>
          <a:prstGeom prst="rect">
            <a:avLst/>
          </a:prstGeom>
        </p:spPr>
        <p:txBody>
          <a:bodyPr vert="horz" lIns="0" tIns="0" rIns="0" bIns="0" rtlCol="0" anchor="ctr"/>
          <a:lstStyle>
            <a:lvl1pPr algn="r">
              <a:defRPr sz="800" b="0" i="0">
                <a:solidFill>
                  <a:schemeClr val="tx1"/>
                </a:solidFill>
                <a:latin typeface="IBM Plex Sans" panose="020B0503050203000203" pitchFamily="34" charset="0"/>
              </a:defRPr>
            </a:lvl1pPr>
          </a:lstStyle>
          <a:p>
            <a:fld id="{59395FB3-9C97-154F-86B2-7E381B951268}" type="slidenum">
              <a:rPr lang="en-US" smtClean="0"/>
              <a:pPr/>
              <a:t>‹#›</a:t>
            </a:fld>
            <a:endParaRPr lang="en-US"/>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71814526"/>
      </p:ext>
    </p:extLst>
  </p:cSld>
  <p:clrMap bg1="dk1" tx1="lt1" bg2="dk2" tx2="lt2" accent1="accent1" accent2="accent2" accent3="accent3" accent4="accent4" accent5="accent5" accent6="accent6" hlink="hlink" folHlink="folHlink"/>
  <p:sldLayoutIdLst>
    <p:sldLayoutId id="2147484016"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 id="2147484026" r:id="rId11"/>
    <p:sldLayoutId id="2147484027" r:id="rId12"/>
    <p:sldLayoutId id="2147484028" r:id="rId13"/>
    <p:sldLayoutId id="2147484029" r:id="rId14"/>
    <p:sldLayoutId id="2147484030" r:id="rId15"/>
    <p:sldLayoutId id="2147484031" r:id="rId16"/>
    <p:sldLayoutId id="2147484032" r:id="rId17"/>
    <p:sldLayoutId id="2147484033" r:id="rId18"/>
    <p:sldLayoutId id="2147484034" r:id="rId19"/>
    <p:sldLayoutId id="2147484035" r:id="rId20"/>
    <p:sldLayoutId id="2147484036" r:id="rId21"/>
    <p:sldLayoutId id="2147484037" r:id="rId22"/>
    <p:sldLayoutId id="2147484038" r:id="rId23"/>
    <p:sldLayoutId id="2147484039" r:id="rId24"/>
    <p:sldLayoutId id="2147484040" r:id="rId25"/>
    <p:sldLayoutId id="2147484041" r:id="rId26"/>
    <p:sldLayoutId id="2147484042" r:id="rId27"/>
    <p:sldLayoutId id="2147484043" r:id="rId28"/>
    <p:sldLayoutId id="2147484044" r:id="rId29"/>
    <p:sldLayoutId id="2147484045" r:id="rId30"/>
    <p:sldLayoutId id="2147484046" r:id="rId31"/>
    <p:sldLayoutId id="2147484047" r:id="rId32"/>
    <p:sldLayoutId id="2147484048" r:id="rId33"/>
    <p:sldLayoutId id="2147484049" r:id="rId34"/>
    <p:sldLayoutId id="2147484050" r:id="rId35"/>
    <p:sldLayoutId id="2147484051" r:id="rId36"/>
    <p:sldLayoutId id="2147484052" r:id="rId37"/>
    <p:sldLayoutId id="2147484053" r:id="rId38"/>
    <p:sldLayoutId id="2147484054" r:id="rId39"/>
    <p:sldLayoutId id="2147484055" r:id="rId40"/>
    <p:sldLayoutId id="2147484056" r:id="rId41"/>
    <p:sldLayoutId id="2147484057" r:id="rId42"/>
    <p:sldLayoutId id="2147484096" r:id="rId43"/>
  </p:sldLayoutIdLst>
  <p:hf hdr="0" dt="0"/>
  <p:txStyles>
    <p:titleStyle>
      <a:lvl1pPr algn="l" rtl="0" eaLnBrk="1" fontAlgn="base" hangingPunct="1">
        <a:lnSpc>
          <a:spcPct val="90000"/>
        </a:lnSpc>
        <a:spcBef>
          <a:spcPct val="0"/>
        </a:spcBef>
        <a:spcAft>
          <a:spcPct val="0"/>
        </a:spcAft>
        <a:defRPr sz="32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960">
          <a:solidFill>
            <a:srgbClr val="191919"/>
          </a:solidFill>
          <a:latin typeface="IBM Plex Sans Light" pitchFamily="34" charset="0"/>
        </a:defRPr>
      </a:lvl2pPr>
      <a:lvl3pPr algn="l" rtl="0" eaLnBrk="1" fontAlgn="base" hangingPunct="1">
        <a:lnSpc>
          <a:spcPct val="90000"/>
        </a:lnSpc>
        <a:spcBef>
          <a:spcPct val="0"/>
        </a:spcBef>
        <a:spcAft>
          <a:spcPct val="0"/>
        </a:spcAft>
        <a:defRPr sz="2960">
          <a:solidFill>
            <a:srgbClr val="191919"/>
          </a:solidFill>
          <a:latin typeface="IBM Plex Sans Light" pitchFamily="34" charset="0"/>
        </a:defRPr>
      </a:lvl3pPr>
      <a:lvl4pPr algn="l" rtl="0" eaLnBrk="1" fontAlgn="base" hangingPunct="1">
        <a:lnSpc>
          <a:spcPct val="90000"/>
        </a:lnSpc>
        <a:spcBef>
          <a:spcPct val="0"/>
        </a:spcBef>
        <a:spcAft>
          <a:spcPct val="0"/>
        </a:spcAft>
        <a:defRPr sz="2960">
          <a:solidFill>
            <a:srgbClr val="191919"/>
          </a:solidFill>
          <a:latin typeface="IBM Plex Sans Light" pitchFamily="34" charset="0"/>
        </a:defRPr>
      </a:lvl4pPr>
      <a:lvl5pPr algn="l" rtl="0" eaLnBrk="1" fontAlgn="base" hangingPunct="1">
        <a:lnSpc>
          <a:spcPct val="90000"/>
        </a:lnSpc>
        <a:spcBef>
          <a:spcPct val="0"/>
        </a:spcBef>
        <a:spcAft>
          <a:spcPct val="0"/>
        </a:spcAft>
        <a:defRPr sz="2960">
          <a:solidFill>
            <a:srgbClr val="191919"/>
          </a:solidFill>
          <a:latin typeface="IBM Plex Sans Light" pitchFamily="34" charset="0"/>
        </a:defRPr>
      </a:lvl5pPr>
      <a:lvl6pPr marL="483412" algn="l" rtl="0" eaLnBrk="1" fontAlgn="base" hangingPunct="1">
        <a:lnSpc>
          <a:spcPct val="90000"/>
        </a:lnSpc>
        <a:spcBef>
          <a:spcPct val="0"/>
        </a:spcBef>
        <a:spcAft>
          <a:spcPct val="0"/>
        </a:spcAft>
        <a:defRPr sz="2960">
          <a:solidFill>
            <a:srgbClr val="191919"/>
          </a:solidFill>
          <a:latin typeface="IBM Plex Sans Light" pitchFamily="34" charset="0"/>
        </a:defRPr>
      </a:lvl6pPr>
      <a:lvl7pPr marL="966828" algn="l" rtl="0" eaLnBrk="1" fontAlgn="base" hangingPunct="1">
        <a:lnSpc>
          <a:spcPct val="90000"/>
        </a:lnSpc>
        <a:spcBef>
          <a:spcPct val="0"/>
        </a:spcBef>
        <a:spcAft>
          <a:spcPct val="0"/>
        </a:spcAft>
        <a:defRPr sz="2960">
          <a:solidFill>
            <a:srgbClr val="191919"/>
          </a:solidFill>
          <a:latin typeface="IBM Plex Sans Light" pitchFamily="34" charset="0"/>
        </a:defRPr>
      </a:lvl7pPr>
      <a:lvl8pPr marL="1450240" algn="l" rtl="0" eaLnBrk="1" fontAlgn="base" hangingPunct="1">
        <a:lnSpc>
          <a:spcPct val="90000"/>
        </a:lnSpc>
        <a:spcBef>
          <a:spcPct val="0"/>
        </a:spcBef>
        <a:spcAft>
          <a:spcPct val="0"/>
        </a:spcAft>
        <a:defRPr sz="2960">
          <a:solidFill>
            <a:srgbClr val="191919"/>
          </a:solidFill>
          <a:latin typeface="IBM Plex Sans Light" pitchFamily="34" charset="0"/>
        </a:defRPr>
      </a:lvl8pPr>
      <a:lvl9pPr marL="1933653" algn="l" rtl="0" eaLnBrk="1" fontAlgn="base" hangingPunct="1">
        <a:lnSpc>
          <a:spcPct val="90000"/>
        </a:lnSpc>
        <a:spcBef>
          <a:spcPct val="0"/>
        </a:spcBef>
        <a:spcAft>
          <a:spcPct val="0"/>
        </a:spcAft>
        <a:defRPr sz="2960">
          <a:solidFill>
            <a:srgbClr val="191919"/>
          </a:solidFill>
          <a:latin typeface="IBM Plex Sans Light" pitchFamily="34" charset="0"/>
        </a:defRPr>
      </a:lvl9pPr>
    </p:titleStyle>
    <p:body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p:bodyStyle>
    <p:otherStyle>
      <a:defPPr>
        <a:defRPr lang="en-US"/>
      </a:defPPr>
      <a:lvl1pPr marL="0" algn="l" defTabSz="966828" rtl="0" eaLnBrk="1" latinLnBrk="0" hangingPunct="1">
        <a:defRPr sz="1904" kern="1200">
          <a:solidFill>
            <a:schemeClr val="tx1"/>
          </a:solidFill>
          <a:latin typeface="+mn-lt"/>
          <a:ea typeface="+mn-ea"/>
          <a:cs typeface="+mn-cs"/>
        </a:defRPr>
      </a:lvl1pPr>
      <a:lvl2pPr marL="483412" algn="l" defTabSz="966828" rtl="0" eaLnBrk="1" latinLnBrk="0" hangingPunct="1">
        <a:defRPr sz="1904" kern="1200">
          <a:solidFill>
            <a:schemeClr val="tx1"/>
          </a:solidFill>
          <a:latin typeface="+mn-lt"/>
          <a:ea typeface="+mn-ea"/>
          <a:cs typeface="+mn-cs"/>
        </a:defRPr>
      </a:lvl2pPr>
      <a:lvl3pPr marL="966828" algn="l" defTabSz="966828" rtl="0" eaLnBrk="1" latinLnBrk="0" hangingPunct="1">
        <a:defRPr sz="1904" kern="1200">
          <a:solidFill>
            <a:schemeClr val="tx1"/>
          </a:solidFill>
          <a:latin typeface="+mn-lt"/>
          <a:ea typeface="+mn-ea"/>
          <a:cs typeface="+mn-cs"/>
        </a:defRPr>
      </a:lvl3pPr>
      <a:lvl4pPr marL="1450240" algn="l" defTabSz="966828" rtl="0" eaLnBrk="1" latinLnBrk="0" hangingPunct="1">
        <a:defRPr sz="1904" kern="1200">
          <a:solidFill>
            <a:schemeClr val="tx1"/>
          </a:solidFill>
          <a:latin typeface="+mn-lt"/>
          <a:ea typeface="+mn-ea"/>
          <a:cs typeface="+mn-cs"/>
        </a:defRPr>
      </a:lvl4pPr>
      <a:lvl5pPr marL="1933653" algn="l" defTabSz="966828" rtl="0" eaLnBrk="1" latinLnBrk="0" hangingPunct="1">
        <a:defRPr sz="1904" kern="1200">
          <a:solidFill>
            <a:schemeClr val="tx1"/>
          </a:solidFill>
          <a:latin typeface="+mn-lt"/>
          <a:ea typeface="+mn-ea"/>
          <a:cs typeface="+mn-cs"/>
        </a:defRPr>
      </a:lvl5pPr>
      <a:lvl6pPr marL="2417068" algn="l" defTabSz="966828" rtl="0" eaLnBrk="1" latinLnBrk="0" hangingPunct="1">
        <a:defRPr sz="1904" kern="1200">
          <a:solidFill>
            <a:schemeClr val="tx1"/>
          </a:solidFill>
          <a:latin typeface="+mn-lt"/>
          <a:ea typeface="+mn-ea"/>
          <a:cs typeface="+mn-cs"/>
        </a:defRPr>
      </a:lvl6pPr>
      <a:lvl7pPr marL="2900479" algn="l" defTabSz="966828" rtl="0" eaLnBrk="1" latinLnBrk="0" hangingPunct="1">
        <a:defRPr sz="1904" kern="1200">
          <a:solidFill>
            <a:schemeClr val="tx1"/>
          </a:solidFill>
          <a:latin typeface="+mn-lt"/>
          <a:ea typeface="+mn-ea"/>
          <a:cs typeface="+mn-cs"/>
        </a:defRPr>
      </a:lvl7pPr>
      <a:lvl8pPr marL="3383893" algn="l" defTabSz="966828" rtl="0" eaLnBrk="1" latinLnBrk="0" hangingPunct="1">
        <a:defRPr sz="1904" kern="1200">
          <a:solidFill>
            <a:schemeClr val="tx1"/>
          </a:solidFill>
          <a:latin typeface="+mn-lt"/>
          <a:ea typeface="+mn-ea"/>
          <a:cs typeface="+mn-cs"/>
        </a:defRPr>
      </a:lvl8pPr>
      <a:lvl9pPr marL="3867306" algn="l" defTabSz="966828"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pos="144">
          <p15:clr>
            <a:srgbClr val="F26B43"/>
          </p15:clr>
        </p15:guide>
        <p15:guide id="3" pos="5616">
          <p15:clr>
            <a:srgbClr val="F26B43"/>
          </p15:clr>
        </p15:guide>
        <p15:guide id="4" orient="horz" pos="2832">
          <p15:clr>
            <a:srgbClr val="F26B43"/>
          </p15:clr>
        </p15:guide>
        <p15:guide id="5" orient="horz" pos="3094">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p:cNvSpPr>
            <a:spLocks noGrp="1"/>
          </p:cNvSpPr>
          <p:nvPr>
            <p:ph type="ftr" sz="quarter" idx="3"/>
          </p:nvPr>
        </p:nvSpPr>
        <p:spPr>
          <a:xfrm>
            <a:off x="304889" y="6383868"/>
            <a:ext cx="5486313" cy="222249"/>
          </a:xfrm>
          <a:prstGeom prst="rect">
            <a:avLst/>
          </a:prstGeom>
        </p:spPr>
        <p:txBody>
          <a:bodyPr vert="horz" lIns="0" tIns="0" rIns="0" bIns="0" rtlCol="0" anchor="ctr"/>
          <a:lstStyle>
            <a:lvl1pPr marL="0" marR="0" indent="0" algn="l" defTabSz="914633" rtl="0" eaLnBrk="1" fontAlgn="auto" latinLnBrk="0" hangingPunct="1">
              <a:lnSpc>
                <a:spcPct val="100000"/>
              </a:lnSpc>
              <a:spcBef>
                <a:spcPts val="0"/>
              </a:spcBef>
              <a:spcAft>
                <a:spcPts val="0"/>
              </a:spcAft>
              <a:buClrTx/>
              <a:buSzTx/>
              <a:buFontTx/>
              <a:buNone/>
              <a:tabLst/>
              <a:defRPr sz="800">
                <a:solidFill>
                  <a:schemeClr val="bg1"/>
                </a:solidFill>
                <a:latin typeface="IBM Plex Sans" panose="020B0503050203000203" pitchFamily="34" charset="0"/>
              </a:defRPr>
            </a:lvl1pPr>
          </a:lstStyle>
          <a:p>
            <a:r>
              <a:rPr lang="de-DE" sz="1333"/>
              <a:t>IBM Confidential    </a:t>
            </a:r>
            <a:r>
              <a:rPr lang="de-DE"/>
              <a:t>IBM Select / © 2021 IBM Corporation</a:t>
            </a:r>
            <a:endParaRPr lang="en-US"/>
          </a:p>
          <a:p>
            <a:endParaRPr lang="en-US"/>
          </a:p>
        </p:txBody>
      </p:sp>
      <p:sp>
        <p:nvSpPr>
          <p:cNvPr id="8" name="Slide Number Placeholder"/>
          <p:cNvSpPr>
            <a:spLocks noGrp="1"/>
          </p:cNvSpPr>
          <p:nvPr>
            <p:ph type="sldNum" sz="quarter" idx="4"/>
          </p:nvPr>
        </p:nvSpPr>
        <p:spPr>
          <a:xfrm>
            <a:off x="9448802" y="6383868"/>
            <a:ext cx="2438309" cy="222249"/>
          </a:xfrm>
          <a:prstGeom prst="rect">
            <a:avLst/>
          </a:prstGeom>
        </p:spPr>
        <p:txBody>
          <a:bodyPr vert="horz" lIns="0" tIns="0" rIns="0" bIns="0" rtlCol="0" anchor="ctr"/>
          <a:lstStyle>
            <a:lvl1pPr algn="r">
              <a:defRPr sz="800">
                <a:solidFill>
                  <a:schemeClr val="bg1"/>
                </a:solidFill>
                <a:latin typeface="IBM Plex Sans" panose="020B0503050203000203" pitchFamily="34" charset="0"/>
              </a:defRPr>
            </a:lvl1pPr>
          </a:lstStyle>
          <a:p>
            <a:fld id="{59395FB3-9C97-154F-86B2-7E381B951268}" type="slidenum">
              <a:rPr lang="en-US" smtClean="0"/>
              <a:pPr/>
              <a:t>‹#›</a:t>
            </a:fld>
            <a:endParaRPr lang="en-US"/>
          </a:p>
        </p:txBody>
      </p:sp>
      <p:grpSp>
        <p:nvGrpSpPr>
          <p:cNvPr id="59" name="Group 1" descr="Outside edge tick marks for alignment">
            <a:extLst>
              <a:ext uri="{C183D7F6-B498-43B3-948B-1728B52AA6E4}">
                <adec:decorative xmlns:adec="http://schemas.microsoft.com/office/drawing/2017/decorative" val="0"/>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37744"/>
              <a:ext cx="91440" cy="4664456"/>
              <a:chOff x="-109730" y="237744"/>
              <a:chExt cx="91440" cy="4664456"/>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37744"/>
              <a:ext cx="91440" cy="4663440"/>
              <a:chOff x="-109730" y="231394"/>
              <a:chExt cx="91440" cy="4663440"/>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529610232"/>
      </p:ext>
    </p:extLst>
  </p:cSld>
  <p:clrMap bg1="dk1" tx1="lt1" bg2="dk2" tx2="lt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 id="2147484076" r:id="rId13"/>
    <p:sldLayoutId id="2147484077" r:id="rId14"/>
    <p:sldLayoutId id="2147484078" r:id="rId15"/>
    <p:sldLayoutId id="2147484079" r:id="rId16"/>
    <p:sldLayoutId id="2147484080" r:id="rId17"/>
    <p:sldLayoutId id="2147484081" r:id="rId18"/>
    <p:sldLayoutId id="2147484082" r:id="rId19"/>
    <p:sldLayoutId id="2147484083" r:id="rId20"/>
    <p:sldLayoutId id="2147484084" r:id="rId21"/>
    <p:sldLayoutId id="2147484085" r:id="rId22"/>
    <p:sldLayoutId id="2147484086" r:id="rId23"/>
    <p:sldLayoutId id="2147484087" r:id="rId24"/>
    <p:sldLayoutId id="2147484088" r:id="rId25"/>
    <p:sldLayoutId id="2147484089" r:id="rId26"/>
    <p:sldLayoutId id="2147484090" r:id="rId27"/>
    <p:sldLayoutId id="2147484091" r:id="rId28"/>
    <p:sldLayoutId id="2147484092" r:id="rId29"/>
    <p:sldLayoutId id="2147484093" r:id="rId30"/>
    <p:sldLayoutId id="2147484094" r:id="rId31"/>
    <p:sldLayoutId id="2147484095" r:id="rId32"/>
  </p:sldLayoutIdLst>
  <p:hf hdr="0" dt="0"/>
  <p:txStyles>
    <p:titleStyle>
      <a:lvl1pPr algn="l" rtl="0" eaLnBrk="1" fontAlgn="base" hangingPunct="1">
        <a:lnSpc>
          <a:spcPct val="90000"/>
        </a:lnSpc>
        <a:spcBef>
          <a:spcPct val="0"/>
        </a:spcBef>
        <a:spcAft>
          <a:spcPct val="0"/>
        </a:spcAft>
        <a:defRPr sz="3200" b="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412"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828"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240"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653" algn="l" rtl="0" eaLnBrk="1" fontAlgn="base" hangingPunct="1">
        <a:lnSpc>
          <a:spcPct val="90000"/>
        </a:lnSpc>
        <a:spcBef>
          <a:spcPct val="0"/>
        </a:spcBef>
        <a:spcAft>
          <a:spcPct val="0"/>
        </a:spcAft>
        <a:defRPr sz="2960">
          <a:solidFill>
            <a:srgbClr val="191919"/>
          </a:solidFill>
          <a:latin typeface="HelvNeue Light for IBM" pitchFamily="34" charset="0"/>
        </a:defRPr>
      </a:lvl9pPr>
    </p:titleStyle>
    <p:bodyStyle>
      <a:lvl1pPr marL="0" indent="0" algn="l" rtl="0" eaLnBrk="1" fontAlgn="base" hangingPunct="1">
        <a:lnSpc>
          <a:spcPct val="100000"/>
        </a:lnSpc>
        <a:spcBef>
          <a:spcPts val="1467"/>
        </a:spcBef>
        <a:spcAft>
          <a:spcPct val="0"/>
        </a:spcAft>
        <a:buClr>
          <a:srgbClr val="6D6E70"/>
        </a:buClr>
        <a:buSzPct val="90000"/>
        <a:buFont typeface="Wingdings" pitchFamily="2" charset="2"/>
        <a:buNone/>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228597" indent="-231642" algn="l" rtl="0" eaLnBrk="1" fontAlgn="base" hangingPunct="1">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457195" indent="-231642" algn="l" rtl="0" eaLnBrk="1" fontAlgn="base" hangingPunct="1">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838190" indent="-231642" algn="l" rtl="0" eaLnBrk="1" fontAlgn="base" hangingPunct="1">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1071020" indent="-231642" algn="l" rtl="0" eaLnBrk="1" fontAlgn="base" hangingPunct="1">
        <a:lnSpc>
          <a:spcPct val="100000"/>
        </a:lnSpc>
        <a:spcBef>
          <a:spcPts val="1467"/>
        </a:spcBef>
        <a:spcAft>
          <a:spcPct val="0"/>
        </a:spcAft>
        <a:buClr>
          <a:schemeClr val="bg1"/>
        </a:buClr>
        <a:buFont typeface=".AppleSystemUIFont" charset="-120"/>
        <a:buChar char="»"/>
        <a:tabLst/>
        <a:defRPr sz="1867">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Arial"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Arial"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Arial"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Arial" charset="0"/>
        </a:defRPr>
      </a:lvl9pPr>
    </p:bodyStyle>
    <p:otherStyle>
      <a:defPPr>
        <a:defRPr lang="en-US"/>
      </a:defPPr>
      <a:lvl1pPr marL="0" algn="l" defTabSz="966828" rtl="0" eaLnBrk="1" latinLnBrk="0" hangingPunct="1">
        <a:defRPr sz="1904" kern="1200">
          <a:solidFill>
            <a:schemeClr val="tx1"/>
          </a:solidFill>
          <a:latin typeface="+mn-lt"/>
          <a:ea typeface="+mn-ea"/>
          <a:cs typeface="+mn-cs"/>
        </a:defRPr>
      </a:lvl1pPr>
      <a:lvl2pPr marL="483412" algn="l" defTabSz="966828" rtl="0" eaLnBrk="1" latinLnBrk="0" hangingPunct="1">
        <a:defRPr sz="1904" kern="1200">
          <a:solidFill>
            <a:schemeClr val="tx1"/>
          </a:solidFill>
          <a:latin typeface="+mn-lt"/>
          <a:ea typeface="+mn-ea"/>
          <a:cs typeface="+mn-cs"/>
        </a:defRPr>
      </a:lvl2pPr>
      <a:lvl3pPr marL="966828" algn="l" defTabSz="966828" rtl="0" eaLnBrk="1" latinLnBrk="0" hangingPunct="1">
        <a:defRPr sz="1904" kern="1200">
          <a:solidFill>
            <a:schemeClr val="tx1"/>
          </a:solidFill>
          <a:latin typeface="+mn-lt"/>
          <a:ea typeface="+mn-ea"/>
          <a:cs typeface="+mn-cs"/>
        </a:defRPr>
      </a:lvl3pPr>
      <a:lvl4pPr marL="1450240" algn="l" defTabSz="966828" rtl="0" eaLnBrk="1" latinLnBrk="0" hangingPunct="1">
        <a:defRPr sz="1904" kern="1200">
          <a:solidFill>
            <a:schemeClr val="tx1"/>
          </a:solidFill>
          <a:latin typeface="+mn-lt"/>
          <a:ea typeface="+mn-ea"/>
          <a:cs typeface="+mn-cs"/>
        </a:defRPr>
      </a:lvl4pPr>
      <a:lvl5pPr marL="1933653" algn="l" defTabSz="966828" rtl="0" eaLnBrk="1" latinLnBrk="0" hangingPunct="1">
        <a:defRPr sz="1904" kern="1200">
          <a:solidFill>
            <a:schemeClr val="tx1"/>
          </a:solidFill>
          <a:latin typeface="+mn-lt"/>
          <a:ea typeface="+mn-ea"/>
          <a:cs typeface="+mn-cs"/>
        </a:defRPr>
      </a:lvl5pPr>
      <a:lvl6pPr marL="2417068" algn="l" defTabSz="966828" rtl="0" eaLnBrk="1" latinLnBrk="0" hangingPunct="1">
        <a:defRPr sz="1904" kern="1200">
          <a:solidFill>
            <a:schemeClr val="tx1"/>
          </a:solidFill>
          <a:latin typeface="+mn-lt"/>
          <a:ea typeface="+mn-ea"/>
          <a:cs typeface="+mn-cs"/>
        </a:defRPr>
      </a:lvl6pPr>
      <a:lvl7pPr marL="2900479" algn="l" defTabSz="966828" rtl="0" eaLnBrk="1" latinLnBrk="0" hangingPunct="1">
        <a:defRPr sz="1904" kern="1200">
          <a:solidFill>
            <a:schemeClr val="tx1"/>
          </a:solidFill>
          <a:latin typeface="+mn-lt"/>
          <a:ea typeface="+mn-ea"/>
          <a:cs typeface="+mn-cs"/>
        </a:defRPr>
      </a:lvl7pPr>
      <a:lvl8pPr marL="3383893" algn="l" defTabSz="966828" rtl="0" eaLnBrk="1" latinLnBrk="0" hangingPunct="1">
        <a:defRPr sz="1904" kern="1200">
          <a:solidFill>
            <a:schemeClr val="tx1"/>
          </a:solidFill>
          <a:latin typeface="+mn-lt"/>
          <a:ea typeface="+mn-ea"/>
          <a:cs typeface="+mn-cs"/>
        </a:defRPr>
      </a:lvl8pPr>
      <a:lvl9pPr marL="3867306" algn="l" defTabSz="966828"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
          <p15:clr>
            <a:srgbClr val="F26B43"/>
          </p15:clr>
        </p15:guide>
        <p15:guide id="2" pos="144">
          <p15:clr>
            <a:srgbClr val="F26B43"/>
          </p15:clr>
        </p15:guide>
        <p15:guide id="3" pos="5616">
          <p15:clr>
            <a:srgbClr val="F26B43"/>
          </p15:clr>
        </p15:guide>
        <p15:guide id="4" orient="horz" pos="2832">
          <p15:clr>
            <a:srgbClr val="F26B43"/>
          </p15:clr>
        </p15:guide>
        <p15:guide id="5" orient="horz" pos="3088">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48.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48.xml"/><Relationship Id="rId5" Type="http://schemas.openxmlformats.org/officeDocument/2006/relationships/image" Target="../media/image29.sv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8.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48.xml"/><Relationship Id="rId4" Type="http://schemas.openxmlformats.org/officeDocument/2006/relationships/image" Target="../media/image3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3D7DD8-1923-A305-D989-C4ED2C3A59C2}"/>
              </a:ext>
            </a:extLst>
          </p:cNvPr>
          <p:cNvSpPr>
            <a:spLocks noGrp="1"/>
          </p:cNvSpPr>
          <p:nvPr>
            <p:ph type="title"/>
          </p:nvPr>
        </p:nvSpPr>
        <p:spPr>
          <a:xfrm>
            <a:off x="272924" y="291234"/>
            <a:ext cx="5049878" cy="5239544"/>
          </a:xfrm>
        </p:spPr>
        <p:txBody>
          <a:bodyPr lIns="0" tIns="0" rIns="0" bIns="0" anchor="t"/>
          <a:lstStyle/>
          <a:p>
            <a:r>
              <a:rPr lang="en-US" sz="5400" dirty="0"/>
              <a:t>York SSIS &amp; SSAS Code  Migration </a:t>
            </a:r>
            <a:br>
              <a:rPr lang="en-US" sz="1400" dirty="0"/>
            </a:br>
            <a:r>
              <a:rPr lang="en-US" sz="1400" dirty="0"/>
              <a:t>Presented to: York Leadership</a:t>
            </a:r>
            <a:br>
              <a:rPr lang="en-US" sz="1400" dirty="0"/>
            </a:br>
            <a:br>
              <a:rPr lang="en-US" sz="1400" dirty="0"/>
            </a:br>
            <a:r>
              <a:rPr lang="en-US" sz="1400" dirty="0"/>
              <a:t>Nov 1st, 2024</a:t>
            </a:r>
            <a:endParaRPr lang="en-US" dirty="0"/>
          </a:p>
        </p:txBody>
      </p:sp>
      <p:sp>
        <p:nvSpPr>
          <p:cNvPr id="6" name="TextBox 5">
            <a:extLst>
              <a:ext uri="{FF2B5EF4-FFF2-40B4-BE49-F238E27FC236}">
                <a16:creationId xmlns:a16="http://schemas.microsoft.com/office/drawing/2014/main" id="{98E1DFE5-71C8-4B6F-FF44-BDE86BD29272}"/>
              </a:ext>
            </a:extLst>
          </p:cNvPr>
          <p:cNvSpPr txBox="1"/>
          <p:nvPr/>
        </p:nvSpPr>
        <p:spPr>
          <a:xfrm>
            <a:off x="914400" y="6400800"/>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18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2" name="TextBox 1">
            <a:extLst>
              <a:ext uri="{FF2B5EF4-FFF2-40B4-BE49-F238E27FC236}">
                <a16:creationId xmlns:a16="http://schemas.microsoft.com/office/drawing/2014/main" id="{DE0E8616-A665-8978-29C2-EB90D6BCC9D6}"/>
              </a:ext>
            </a:extLst>
          </p:cNvPr>
          <p:cNvSpPr txBox="1"/>
          <p:nvPr/>
        </p:nvSpPr>
        <p:spPr>
          <a:xfrm>
            <a:off x="546538" y="6537434"/>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18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pic>
        <p:nvPicPr>
          <p:cNvPr id="12" name="Picture 11" descr="Illustration showing various 3D shapes in 3 sections hovering over each other">
            <a:extLst>
              <a:ext uri="{FF2B5EF4-FFF2-40B4-BE49-F238E27FC236}">
                <a16:creationId xmlns:a16="http://schemas.microsoft.com/office/drawing/2014/main" id="{8D439F11-F9A9-4E95-8CF4-424FD834C9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78434" y="285353"/>
            <a:ext cx="5803436" cy="6287293"/>
          </a:xfrm>
          <a:prstGeom prst="rect">
            <a:avLst/>
          </a:prstGeom>
        </p:spPr>
      </p:pic>
      <p:pic>
        <p:nvPicPr>
          <p:cNvPr id="4" name="Picture 3" descr="IBM 8-bar logo">
            <a:extLst>
              <a:ext uri="{FF2B5EF4-FFF2-40B4-BE49-F238E27FC236}">
                <a16:creationId xmlns:a16="http://schemas.microsoft.com/office/drawing/2014/main" id="{3C3CAC89-4F5D-DB5D-920F-627C9D45D718}"/>
              </a:ext>
            </a:extLst>
          </p:cNvPr>
          <p:cNvPicPr>
            <a:picLocks noChangeAspect="1"/>
          </p:cNvPicPr>
          <p:nvPr/>
        </p:nvPicPr>
        <p:blipFill>
          <a:blip r:embed="rId4"/>
          <a:stretch>
            <a:fillRect/>
          </a:stretch>
        </p:blipFill>
        <p:spPr>
          <a:xfrm>
            <a:off x="272924" y="6410932"/>
            <a:ext cx="819043" cy="304800"/>
          </a:xfrm>
          <a:prstGeom prst="rect">
            <a:avLst/>
          </a:prstGeom>
        </p:spPr>
      </p:pic>
    </p:spTree>
    <p:extLst>
      <p:ext uri="{BB962C8B-B14F-4D97-AF65-F5344CB8AC3E}">
        <p14:creationId xmlns:p14="http://schemas.microsoft.com/office/powerpoint/2010/main" val="368887480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61121-3E96-B64E-22C4-A633001F30CE}"/>
            </a:ext>
          </a:extLst>
        </p:cNvPr>
        <p:cNvGrpSpPr/>
        <p:nvPr/>
      </p:nvGrpSpPr>
      <p:grpSpPr>
        <a:xfrm>
          <a:off x="0" y="0"/>
          <a:ext cx="0" cy="0"/>
          <a:chOff x="0" y="0"/>
          <a:chExt cx="0" cy="0"/>
        </a:xfrm>
      </p:grpSpPr>
      <p:sp>
        <p:nvSpPr>
          <p:cNvPr id="6" name="Rectangle 5" descr="Horizontal quarter slide background in blue 10">
            <a:extLst>
              <a:ext uri="{FF2B5EF4-FFF2-40B4-BE49-F238E27FC236}">
                <a16:creationId xmlns:a16="http://schemas.microsoft.com/office/drawing/2014/main" id="{77EEC66F-1D5C-5A71-D2E0-40576FC00A78}"/>
              </a:ext>
            </a:extLst>
          </p:cNvPr>
          <p:cNvSpPr/>
          <p:nvPr/>
        </p:nvSpPr>
        <p:spPr bwMode="auto">
          <a:xfrm>
            <a:off x="0" y="10352"/>
            <a:ext cx="12191999" cy="1290819"/>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82A8B3A1-E3AB-DE09-29A9-C10E3259EF69}"/>
              </a:ext>
            </a:extLst>
          </p:cNvPr>
          <p:cNvSpPr>
            <a:spLocks noGrp="1"/>
          </p:cNvSpPr>
          <p:nvPr>
            <p:ph type="title"/>
          </p:nvPr>
        </p:nvSpPr>
        <p:spPr>
          <a:xfrm>
            <a:off x="455220" y="252391"/>
            <a:ext cx="10959539" cy="508000"/>
          </a:xfrm>
        </p:spPr>
        <p:txBody>
          <a:bodyPr/>
          <a:lstStyle/>
          <a:p>
            <a:pPr fontAlgn="base">
              <a:spcAft>
                <a:spcPct val="0"/>
              </a:spcAft>
            </a:pPr>
            <a:r>
              <a:rPr lang="en-US" sz="2800" dirty="0">
                <a:solidFill>
                  <a:srgbClr val="000000"/>
                </a:solidFill>
                <a:latin typeface="IBM Plex Sans Light"/>
                <a:ea typeface="+mj-ea"/>
                <a:cs typeface="+mj-cs"/>
              </a:rPr>
              <a:t>Development Process – ETL Packages </a:t>
            </a:r>
          </a:p>
        </p:txBody>
      </p:sp>
      <p:sp>
        <p:nvSpPr>
          <p:cNvPr id="3" name="Footer Placeholder">
            <a:extLst>
              <a:ext uri="{FF2B5EF4-FFF2-40B4-BE49-F238E27FC236}">
                <a16:creationId xmlns:a16="http://schemas.microsoft.com/office/drawing/2014/main" id="{57E23C4B-8202-9E59-CC7B-A25DFB0B7B0E}"/>
              </a:ext>
            </a:extLst>
          </p:cNvPr>
          <p:cNvSpPr txBox="1">
            <a:spLocks/>
          </p:cNvSpPr>
          <p:nvPr/>
        </p:nvSpPr>
        <p:spPr>
          <a:xfrm>
            <a:off x="31758" y="6609500"/>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0000"/>
                </a:solidFill>
                <a:effectLst/>
                <a:uLnTx/>
                <a:uFillTx/>
                <a:latin typeface="IBM Plex Sans Regular"/>
                <a:ea typeface="+mn-ea"/>
                <a:cs typeface="+mn-cs"/>
              </a:rPr>
              <a:t>© 2024 IBM Corporation</a:t>
            </a:r>
          </a:p>
        </p:txBody>
      </p:sp>
      <p:sp>
        <p:nvSpPr>
          <p:cNvPr id="4" name="TextBox 3">
            <a:extLst>
              <a:ext uri="{FF2B5EF4-FFF2-40B4-BE49-F238E27FC236}">
                <a16:creationId xmlns:a16="http://schemas.microsoft.com/office/drawing/2014/main" id="{F97E3396-8058-691D-4860-9246DB32BC60}"/>
              </a:ext>
            </a:extLst>
          </p:cNvPr>
          <p:cNvSpPr txBox="1"/>
          <p:nvPr/>
        </p:nvSpPr>
        <p:spPr>
          <a:xfrm>
            <a:off x="-2355925" y="-122637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23" name="Slide Number Placeholder">
            <a:extLst>
              <a:ext uri="{FF2B5EF4-FFF2-40B4-BE49-F238E27FC236}">
                <a16:creationId xmlns:a16="http://schemas.microsoft.com/office/drawing/2014/main" id="{0421FCB8-9F33-42D0-AF59-57135BF6D9B7}"/>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2</a:t>
            </a:fld>
            <a:endPar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sp>
        <p:nvSpPr>
          <p:cNvPr id="39" name="TextBox 38">
            <a:extLst>
              <a:ext uri="{FF2B5EF4-FFF2-40B4-BE49-F238E27FC236}">
                <a16:creationId xmlns:a16="http://schemas.microsoft.com/office/drawing/2014/main" id="{91D90908-F645-4DD8-0856-9AD2091EDE61}"/>
              </a:ext>
            </a:extLst>
          </p:cNvPr>
          <p:cNvSpPr txBox="1"/>
          <p:nvPr/>
        </p:nvSpPr>
        <p:spPr>
          <a:xfrm>
            <a:off x="478819" y="1422013"/>
            <a:ext cx="2416956" cy="1140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Git Repository Creation:</a:t>
            </a:r>
          </a:p>
          <a:p>
            <a:pPr marL="171450" indent="-171450" algn="l" defTabSz="2438400">
              <a:buSzPct val="100000"/>
              <a:buFont typeface="Arial" panose="020B0604020202020204" pitchFamily="34" charset="0"/>
              <a:buChar char="•"/>
            </a:pPr>
            <a:r>
              <a:rPr lang="en-US" sz="900" dirty="0">
                <a:sym typeface="IBM Plex Sans Light"/>
              </a:rPr>
              <a:t>Developer creates feature branch cloning the latest Development branch. The name of the feature branch will be same as project name (e.g., YRT_ETL_MDW_MFP)</a:t>
            </a:r>
          </a:p>
          <a:p>
            <a:pPr marL="171450" indent="-171450" algn="l" defTabSz="2438400">
              <a:buSzPct val="100000"/>
              <a:buFont typeface="Arial" panose="020B0604020202020204" pitchFamily="34" charset="0"/>
              <a:buChar char="•"/>
            </a:pPr>
            <a:r>
              <a:rPr lang="en-US" sz="900" dirty="0">
                <a:sym typeface="IBM Plex Sans Light"/>
              </a:rPr>
              <a:t>Periodically Git Repo will be synced with the Development Repository to reduce the  merging conflict later </a:t>
            </a:r>
          </a:p>
          <a:p>
            <a:pPr algn="l" defTabSz="2438400">
              <a:buSzPct val="100000"/>
            </a:pPr>
            <a:endParaRPr lang="en-US" sz="900" dirty="0">
              <a:sym typeface="IBM Plex Sans Light"/>
            </a:endParaRPr>
          </a:p>
        </p:txBody>
      </p:sp>
      <p:sp>
        <p:nvSpPr>
          <p:cNvPr id="43" name="TextBox 42">
            <a:extLst>
              <a:ext uri="{FF2B5EF4-FFF2-40B4-BE49-F238E27FC236}">
                <a16:creationId xmlns:a16="http://schemas.microsoft.com/office/drawing/2014/main" id="{A7083F0A-97E4-ACAD-D92A-3EFE185D545B}"/>
              </a:ext>
            </a:extLst>
          </p:cNvPr>
          <p:cNvSpPr txBox="1"/>
          <p:nvPr/>
        </p:nvSpPr>
        <p:spPr>
          <a:xfrm>
            <a:off x="3041913" y="1478595"/>
            <a:ext cx="2416956" cy="14906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CA" sz="900" dirty="0">
                <a:effectLst/>
                <a:latin typeface="Helvetica Neue" panose="02000503000000020004" pitchFamily="2" charset="0"/>
              </a:rPr>
              <a:t>Peer Review</a:t>
            </a:r>
            <a:r>
              <a:rPr lang="en-US" sz="900" b="1" dirty="0">
                <a:sym typeface="IBM Plex Sans Light"/>
              </a:rPr>
              <a:t>:</a:t>
            </a:r>
          </a:p>
          <a:p>
            <a:pPr marL="171450" indent="-171450" algn="l" defTabSz="2438400">
              <a:buSzPct val="100000"/>
              <a:buFont typeface="Arial" panose="020B0604020202020204" pitchFamily="34" charset="0"/>
              <a:buChar char="•"/>
            </a:pPr>
            <a:r>
              <a:rPr lang="en-US" sz="900" dirty="0">
                <a:sym typeface="IBM Plex Sans Light"/>
              </a:rPr>
              <a:t>Code review will be focused on accuracy and adherence to guidelines</a:t>
            </a:r>
          </a:p>
          <a:p>
            <a:pPr marL="171450" indent="-171450" algn="l" defTabSz="2438400">
              <a:buSzPct val="100000"/>
              <a:buFont typeface="Arial" panose="020B0604020202020204" pitchFamily="34" charset="0"/>
              <a:buChar char="•"/>
            </a:pPr>
            <a:r>
              <a:rPr lang="en-US" sz="900" dirty="0">
                <a:sym typeface="IBM Plex Sans Light"/>
              </a:rPr>
              <a:t>Criteria of reviews will be on correctness and compliance with coding standard</a:t>
            </a:r>
          </a:p>
          <a:p>
            <a:pPr marL="171450" indent="-171450" algn="l" defTabSz="2438400">
              <a:buSzPct val="100000"/>
              <a:buFont typeface="Arial" panose="020B0604020202020204" pitchFamily="34" charset="0"/>
              <a:buChar char="•"/>
            </a:pPr>
            <a:r>
              <a:rPr lang="en-US" sz="900" dirty="0">
                <a:sym typeface="IBM Plex Sans Light"/>
              </a:rPr>
              <a:t>Frequency of review will once the developer formally completes development. </a:t>
            </a:r>
          </a:p>
          <a:p>
            <a:pPr marL="171450" indent="-171450" algn="l" defTabSz="2438400">
              <a:buSzPct val="100000"/>
              <a:buFont typeface="Arial" panose="020B0604020202020204" pitchFamily="34" charset="0"/>
              <a:buChar char="•"/>
            </a:pPr>
            <a:r>
              <a:rPr lang="en-US" sz="900" dirty="0">
                <a:sym typeface="IBM Plex Sans Light"/>
              </a:rPr>
              <a:t>Any discrepancies observed will be fixed before moving the project to Unit Testing</a:t>
            </a:r>
          </a:p>
          <a:p>
            <a:pPr algn="l" defTabSz="2438400">
              <a:buSzPct val="100000"/>
            </a:pPr>
            <a:endParaRPr lang="en-US" sz="900" dirty="0">
              <a:sym typeface="IBM Plex Sans Light"/>
            </a:endParaRPr>
          </a:p>
        </p:txBody>
      </p:sp>
      <p:sp>
        <p:nvSpPr>
          <p:cNvPr id="44" name="TextBox 43">
            <a:extLst>
              <a:ext uri="{FF2B5EF4-FFF2-40B4-BE49-F238E27FC236}">
                <a16:creationId xmlns:a16="http://schemas.microsoft.com/office/drawing/2014/main" id="{AC804C6D-DDD7-DA17-27CC-0DC3421C56F5}"/>
              </a:ext>
            </a:extLst>
          </p:cNvPr>
          <p:cNvSpPr txBox="1"/>
          <p:nvPr/>
        </p:nvSpPr>
        <p:spPr>
          <a:xfrm>
            <a:off x="1487943" y="4416644"/>
            <a:ext cx="2416956" cy="165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Development Activity:</a:t>
            </a:r>
          </a:p>
          <a:p>
            <a:pPr marL="171450" indent="-171450" algn="l" defTabSz="2438400">
              <a:buSzPct val="100000"/>
              <a:buFont typeface="Arial" panose="020B0604020202020204" pitchFamily="34" charset="0"/>
              <a:buChar char="•"/>
            </a:pPr>
            <a:r>
              <a:rPr lang="en-US" sz="900" dirty="0">
                <a:sym typeface="IBM Plex Sans Light"/>
              </a:rPr>
              <a:t>Developer change the connection at project level </a:t>
            </a:r>
          </a:p>
          <a:p>
            <a:pPr marL="171450" indent="-171450" algn="l" defTabSz="2438400">
              <a:buSzPct val="100000"/>
              <a:buFont typeface="Arial" panose="020B0604020202020204" pitchFamily="34" charset="0"/>
              <a:buChar char="•"/>
            </a:pPr>
            <a:r>
              <a:rPr lang="en-US" sz="900" dirty="0">
                <a:sym typeface="IBM Plex Sans Light"/>
              </a:rPr>
              <a:t>Developer removes all the references and hard coding corresponds to 2017 database.</a:t>
            </a:r>
          </a:p>
          <a:p>
            <a:pPr marL="171450" indent="-171450" algn="l" defTabSz="2438400">
              <a:buSzPct val="100000"/>
              <a:buFont typeface="Arial" panose="020B0604020202020204" pitchFamily="34" charset="0"/>
              <a:buChar char="•"/>
            </a:pPr>
            <a:r>
              <a:rPr lang="en-US" sz="900" dirty="0">
                <a:sym typeface="IBM Plex Sans Light"/>
              </a:rPr>
              <a:t>Disabled nodes are in context and will be worked on</a:t>
            </a:r>
          </a:p>
          <a:p>
            <a:pPr marL="171450" indent="-171450" algn="l" defTabSz="2438400">
              <a:buSzPct val="100000"/>
              <a:buFont typeface="Arial" panose="020B0604020202020204" pitchFamily="34" charset="0"/>
              <a:buChar char="•"/>
            </a:pPr>
            <a:r>
              <a:rPr lang="en-US" sz="900" dirty="0">
                <a:sym typeface="IBM Plex Sans Light"/>
              </a:rPr>
              <a:t>Any missing database object(s) will be documented and recorded in the RAID Log for further action.</a:t>
            </a:r>
          </a:p>
          <a:p>
            <a:pPr algn="l" defTabSz="2438400">
              <a:buSzPct val="100000"/>
            </a:pPr>
            <a:endParaRPr lang="en-US" sz="900" dirty="0">
              <a:sym typeface="IBM Plex Sans Light"/>
            </a:endParaRPr>
          </a:p>
        </p:txBody>
      </p:sp>
      <p:sp>
        <p:nvSpPr>
          <p:cNvPr id="45" name="TextBox 44">
            <a:extLst>
              <a:ext uri="{FF2B5EF4-FFF2-40B4-BE49-F238E27FC236}">
                <a16:creationId xmlns:a16="http://schemas.microsoft.com/office/drawing/2014/main" id="{2A6ED8DC-6C60-A37B-F7D1-846D8CA06D62}"/>
              </a:ext>
            </a:extLst>
          </p:cNvPr>
          <p:cNvSpPr txBox="1"/>
          <p:nvPr/>
        </p:nvSpPr>
        <p:spPr>
          <a:xfrm>
            <a:off x="4415402" y="4416645"/>
            <a:ext cx="2416956" cy="1361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Unit Testing:</a:t>
            </a:r>
          </a:p>
          <a:p>
            <a:pPr marL="171450" indent="-171450" algn="l" defTabSz="2438400">
              <a:buSzPct val="100000"/>
              <a:buFont typeface="Arial" panose="020B0604020202020204" pitchFamily="34" charset="0"/>
              <a:buChar char="•"/>
            </a:pPr>
            <a:r>
              <a:rPr lang="en-US" sz="900" dirty="0">
                <a:sym typeface="IBM Plex Sans Light"/>
              </a:rPr>
              <a:t>All the peer reviewed  ETL Projects will be Unit tested with time boxed data available in the 2022 Transaction Data Stores and Enriched Data Store. </a:t>
            </a:r>
          </a:p>
          <a:p>
            <a:pPr marL="171450" indent="-171450" algn="l" defTabSz="2438400">
              <a:buSzPct val="100000"/>
              <a:buFont typeface="Arial" panose="020B0604020202020204" pitchFamily="34" charset="0"/>
              <a:buChar char="•"/>
            </a:pPr>
            <a:r>
              <a:rPr lang="en-US" sz="900" dirty="0">
                <a:sym typeface="IBM Plex Sans Light"/>
              </a:rPr>
              <a:t>The strategy of Unit Testing will be based on error free execution, removal of 2017 references  and with evidence of specific Datawarehouse table(s) are populated.</a:t>
            </a:r>
          </a:p>
        </p:txBody>
      </p:sp>
      <p:sp>
        <p:nvSpPr>
          <p:cNvPr id="46" name="TextBox 45">
            <a:extLst>
              <a:ext uri="{FF2B5EF4-FFF2-40B4-BE49-F238E27FC236}">
                <a16:creationId xmlns:a16="http://schemas.microsoft.com/office/drawing/2014/main" id="{D988FA7A-C4CA-CD33-F748-480557E898F8}"/>
              </a:ext>
            </a:extLst>
          </p:cNvPr>
          <p:cNvSpPr txBox="1"/>
          <p:nvPr/>
        </p:nvSpPr>
        <p:spPr>
          <a:xfrm>
            <a:off x="5731459" y="1496879"/>
            <a:ext cx="2416956" cy="12908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Final Review:</a:t>
            </a:r>
          </a:p>
          <a:p>
            <a:pPr marL="171450" indent="-171450" algn="l" defTabSz="2438400">
              <a:buSzPct val="100000"/>
              <a:buFont typeface="Arial" panose="020B0604020202020204" pitchFamily="34" charset="0"/>
              <a:buChar char="•"/>
            </a:pPr>
            <a:r>
              <a:rPr lang="en-US" sz="900" dirty="0">
                <a:sym typeface="IBM Plex Sans Light"/>
              </a:rPr>
              <a:t>Once the peer review and Unit Testing is passed code will be finally reviewed and executed by the Architect or Tech Lead and reviewed thoroughly before submitting it for  a code merge.</a:t>
            </a:r>
          </a:p>
          <a:p>
            <a:pPr marL="171450" indent="-171450" algn="l" defTabSz="2438400">
              <a:buSzPct val="100000"/>
              <a:buFont typeface="Arial" panose="020B0604020202020204" pitchFamily="34" charset="0"/>
              <a:buChar char="•"/>
            </a:pPr>
            <a:r>
              <a:rPr lang="en-US" sz="900" dirty="0">
                <a:sym typeface="IBM Plex Sans Light"/>
              </a:rPr>
              <a:t>The final review process will combine abridged steps from both Peer Review and Unit Testing.</a:t>
            </a:r>
          </a:p>
        </p:txBody>
      </p:sp>
      <p:sp>
        <p:nvSpPr>
          <p:cNvPr id="47" name="TextBox 46">
            <a:extLst>
              <a:ext uri="{FF2B5EF4-FFF2-40B4-BE49-F238E27FC236}">
                <a16:creationId xmlns:a16="http://schemas.microsoft.com/office/drawing/2014/main" id="{4514274E-83AF-E923-D9D1-5015118C2787}"/>
              </a:ext>
            </a:extLst>
          </p:cNvPr>
          <p:cNvSpPr txBox="1"/>
          <p:nvPr/>
        </p:nvSpPr>
        <p:spPr>
          <a:xfrm>
            <a:off x="7289715" y="4416645"/>
            <a:ext cx="2416956" cy="1140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Documentation:</a:t>
            </a:r>
          </a:p>
          <a:p>
            <a:pPr marL="171450" indent="-171450" algn="l" defTabSz="2438400">
              <a:buSzPct val="100000"/>
              <a:buFont typeface="Arial" panose="020B0604020202020204" pitchFamily="34" charset="0"/>
              <a:buChar char="•"/>
            </a:pPr>
            <a:r>
              <a:rPr lang="en-US" sz="900" dirty="0">
                <a:sym typeface="IBM Plex Sans Light"/>
              </a:rPr>
              <a:t>Peer review document in specific template</a:t>
            </a:r>
          </a:p>
          <a:p>
            <a:pPr marL="171450" indent="-171450" algn="l" defTabSz="2438400">
              <a:buSzPct val="100000"/>
              <a:buFont typeface="Arial" panose="020B0604020202020204" pitchFamily="34" charset="0"/>
              <a:buChar char="•"/>
            </a:pPr>
            <a:r>
              <a:rPr lang="en-US" sz="900" dirty="0">
                <a:sym typeface="IBM Plex Sans Light"/>
              </a:rPr>
              <a:t>Unit Testing results and  evidence in specific template</a:t>
            </a:r>
          </a:p>
          <a:p>
            <a:pPr marL="171450" indent="-171450" algn="l" defTabSz="2438400">
              <a:buSzPct val="100000"/>
              <a:buFont typeface="Arial" panose="020B0604020202020204" pitchFamily="34" charset="0"/>
              <a:buChar char="•"/>
            </a:pPr>
            <a:r>
              <a:rPr lang="en-US" sz="900" dirty="0">
                <a:sym typeface="IBM Plex Sans Light"/>
              </a:rPr>
              <a:t>Final Review results in specific template </a:t>
            </a:r>
          </a:p>
          <a:p>
            <a:pPr algn="l" defTabSz="2438400">
              <a:buSzPct val="100000"/>
            </a:pPr>
            <a:endParaRPr lang="en-US" sz="900" dirty="0">
              <a:sym typeface="IBM Plex Sans Light"/>
            </a:endParaRPr>
          </a:p>
          <a:p>
            <a:pPr algn="l" defTabSz="2438400">
              <a:buSzPct val="100000"/>
            </a:pPr>
            <a:r>
              <a:rPr lang="en-US" sz="900" dirty="0">
                <a:sym typeface="IBM Plex Sans Light"/>
              </a:rPr>
              <a:t>All these documents will be submitted along with  the code for review</a:t>
            </a:r>
          </a:p>
          <a:p>
            <a:pPr marL="171450" indent="-171450" algn="l" defTabSz="2438400">
              <a:buSzPct val="100000"/>
              <a:buFont typeface="Arial" panose="020B0604020202020204" pitchFamily="34" charset="0"/>
              <a:buChar char="•"/>
            </a:pPr>
            <a:endParaRPr lang="en-US" sz="900" dirty="0">
              <a:sym typeface="IBM Plex Sans Light"/>
            </a:endParaRPr>
          </a:p>
          <a:p>
            <a:pPr algn="l" defTabSz="2438400">
              <a:buSzPct val="100000"/>
            </a:pPr>
            <a:endParaRPr lang="en-US" sz="900" dirty="0">
              <a:sym typeface="IBM Plex Sans Light"/>
            </a:endParaRPr>
          </a:p>
        </p:txBody>
      </p:sp>
      <p:sp>
        <p:nvSpPr>
          <p:cNvPr id="48" name="TextBox 47">
            <a:extLst>
              <a:ext uri="{FF2B5EF4-FFF2-40B4-BE49-F238E27FC236}">
                <a16:creationId xmlns:a16="http://schemas.microsoft.com/office/drawing/2014/main" id="{93C0111C-56A9-9E2D-36F0-C47FC73D8A40}"/>
              </a:ext>
            </a:extLst>
          </p:cNvPr>
          <p:cNvSpPr txBox="1"/>
          <p:nvPr/>
        </p:nvSpPr>
        <p:spPr>
          <a:xfrm>
            <a:off x="9235953" y="2802994"/>
            <a:ext cx="2416956" cy="1531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defTabSz="2438400">
              <a:spcBef>
                <a:spcPts val="2900"/>
              </a:spcBef>
              <a:buSzPct val="100000"/>
              <a:defRPr sz="900" b="1"/>
            </a:lvl1pPr>
          </a:lstStyle>
          <a:p>
            <a:pPr>
              <a:spcBef>
                <a:spcPts val="0"/>
              </a:spcBef>
            </a:pPr>
            <a:r>
              <a:rPr lang="en-US" dirty="0">
                <a:sym typeface="IBM Plex Sans Light"/>
              </a:rPr>
              <a:t>Code Handover:</a:t>
            </a:r>
          </a:p>
          <a:p>
            <a:pPr marL="171450" indent="-171450">
              <a:spcBef>
                <a:spcPts val="0"/>
              </a:spcBef>
              <a:buFont typeface="Arial" panose="020B0604020202020204" pitchFamily="34" charset="0"/>
              <a:buChar char="•"/>
            </a:pPr>
            <a:r>
              <a:rPr lang="en-US" dirty="0">
                <a:sym typeface="IBM Plex Sans Light"/>
              </a:rPr>
              <a:t>After successfully completing steps 1 through 6, the code will be submitted for approval and merged into the Development branch for deployment to both the Development and Production environments.</a:t>
            </a:r>
          </a:p>
          <a:p>
            <a:pPr marL="171450" indent="-171450">
              <a:spcBef>
                <a:spcPts val="0"/>
              </a:spcBef>
              <a:buFont typeface="Arial" panose="020B0604020202020204" pitchFamily="34" charset="0"/>
              <a:buChar char="•"/>
            </a:pPr>
            <a:r>
              <a:rPr lang="en-US" dirty="0">
                <a:sym typeface="IBM Plex Sans Light"/>
              </a:rPr>
              <a:t>Any defects found will be addressed by the development team, following the same process as the initial development (Steps 1 through 6).</a:t>
            </a:r>
          </a:p>
          <a:p>
            <a:pPr>
              <a:spcBef>
                <a:spcPts val="0"/>
              </a:spcBef>
            </a:pPr>
            <a:endParaRPr lang="en-US" dirty="0">
              <a:sym typeface="IBM Plex Sans Light"/>
            </a:endParaRPr>
          </a:p>
        </p:txBody>
      </p:sp>
      <p:cxnSp>
        <p:nvCxnSpPr>
          <p:cNvPr id="61" name="Straight Arrow Connector 60">
            <a:extLst>
              <a:ext uri="{FF2B5EF4-FFF2-40B4-BE49-F238E27FC236}">
                <a16:creationId xmlns:a16="http://schemas.microsoft.com/office/drawing/2014/main" id="{1B621837-7F99-0627-7060-7460D9561747}"/>
              </a:ext>
            </a:extLst>
          </p:cNvPr>
          <p:cNvCxnSpPr>
            <a:cxnSpLocks/>
          </p:cNvCxnSpPr>
          <p:nvPr/>
        </p:nvCxnSpPr>
        <p:spPr bwMode="auto">
          <a:xfrm>
            <a:off x="1666184" y="3539698"/>
            <a:ext cx="7398328" cy="2"/>
          </a:xfrm>
          <a:prstGeom prst="straightConnector1">
            <a:avLst/>
          </a:prstGeom>
          <a:ln w="19050">
            <a:solidFill>
              <a:srgbClr val="82CFFF"/>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2A0DE6A1-14CE-F5B0-A8BB-506930710CA6}"/>
              </a:ext>
            </a:extLst>
          </p:cNvPr>
          <p:cNvCxnSpPr>
            <a:cxnSpLocks/>
            <a:stCxn id="39" idx="2"/>
          </p:cNvCxnSpPr>
          <p:nvPr/>
        </p:nvCxnSpPr>
        <p:spPr bwMode="auto">
          <a:xfrm>
            <a:off x="1687297" y="2562529"/>
            <a:ext cx="0" cy="977169"/>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877ABAE2-A0ED-C3A7-B880-083881CFDF3E}"/>
              </a:ext>
            </a:extLst>
          </p:cNvPr>
          <p:cNvCxnSpPr>
            <a:cxnSpLocks/>
          </p:cNvCxnSpPr>
          <p:nvPr/>
        </p:nvCxnSpPr>
        <p:spPr bwMode="auto">
          <a:xfrm>
            <a:off x="4250391" y="2826327"/>
            <a:ext cx="0" cy="713371"/>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B97579D5-31E3-10C7-360B-83FF8178B702}"/>
              </a:ext>
            </a:extLst>
          </p:cNvPr>
          <p:cNvCxnSpPr>
            <a:cxnSpLocks/>
            <a:stCxn id="46" idx="2"/>
          </p:cNvCxnSpPr>
          <p:nvPr/>
        </p:nvCxnSpPr>
        <p:spPr bwMode="auto">
          <a:xfrm>
            <a:off x="6939937" y="2787695"/>
            <a:ext cx="0" cy="752003"/>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8" name="Oval 87">
            <a:extLst>
              <a:ext uri="{FF2B5EF4-FFF2-40B4-BE49-F238E27FC236}">
                <a16:creationId xmlns:a16="http://schemas.microsoft.com/office/drawing/2014/main" id="{14BDC3D6-DA10-EF63-B7F3-F96B605AE19A}"/>
              </a:ext>
            </a:extLst>
          </p:cNvPr>
          <p:cNvSpPr>
            <a:spLocks noChangeAspect="1"/>
          </p:cNvSpPr>
          <p:nvPr/>
        </p:nvSpPr>
        <p:spPr bwMode="auto">
          <a:xfrm>
            <a:off x="1560846" y="3387261"/>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000" b="1" i="0" u="none" strike="noStrike" cap="none" normalizeH="0" baseline="0" dirty="0">
                <a:ln>
                  <a:noFill/>
                </a:ln>
                <a:solidFill>
                  <a:schemeClr val="tx1"/>
                </a:solidFill>
                <a:effectLst/>
                <a:latin typeface="+mn-lt"/>
              </a:rPr>
              <a:t>1</a:t>
            </a:r>
          </a:p>
        </p:txBody>
      </p:sp>
      <p:sp>
        <p:nvSpPr>
          <p:cNvPr id="89" name="Oval 88">
            <a:extLst>
              <a:ext uri="{FF2B5EF4-FFF2-40B4-BE49-F238E27FC236}">
                <a16:creationId xmlns:a16="http://schemas.microsoft.com/office/drawing/2014/main" id="{BE2DFC51-6A1C-DD9E-2916-9FC6E07C7F5F}"/>
              </a:ext>
            </a:extLst>
          </p:cNvPr>
          <p:cNvSpPr>
            <a:spLocks noChangeAspect="1"/>
          </p:cNvSpPr>
          <p:nvPr/>
        </p:nvSpPr>
        <p:spPr bwMode="auto">
          <a:xfrm>
            <a:off x="2572430" y="3409357"/>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1000" b="1" dirty="0">
                <a:solidFill>
                  <a:schemeClr val="tx1"/>
                </a:solidFill>
              </a:rPr>
              <a:t>2</a:t>
            </a:r>
            <a:endParaRPr kumimoji="0" lang="en-US" sz="1000" b="1" i="0" u="none" strike="noStrike" cap="none" normalizeH="0" baseline="0" dirty="0">
              <a:ln>
                <a:noFill/>
              </a:ln>
              <a:solidFill>
                <a:schemeClr val="tx1"/>
              </a:solidFill>
              <a:effectLst/>
              <a:latin typeface="+mn-lt"/>
            </a:endParaRPr>
          </a:p>
        </p:txBody>
      </p:sp>
      <p:cxnSp>
        <p:nvCxnSpPr>
          <p:cNvPr id="91" name="Straight Connector 90">
            <a:extLst>
              <a:ext uri="{FF2B5EF4-FFF2-40B4-BE49-F238E27FC236}">
                <a16:creationId xmlns:a16="http://schemas.microsoft.com/office/drawing/2014/main" id="{B5FFD2E5-E72F-3495-61B6-A1874987A851}"/>
              </a:ext>
            </a:extLst>
          </p:cNvPr>
          <p:cNvCxnSpPr>
            <a:cxnSpLocks/>
            <a:stCxn id="44" idx="0"/>
            <a:endCxn id="89" idx="4"/>
          </p:cNvCxnSpPr>
          <p:nvPr/>
        </p:nvCxnSpPr>
        <p:spPr bwMode="auto">
          <a:xfrm flipH="1" flipV="1">
            <a:off x="2694486" y="3670038"/>
            <a:ext cx="1935" cy="746606"/>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5" name="Oval 94">
            <a:extLst>
              <a:ext uri="{FF2B5EF4-FFF2-40B4-BE49-F238E27FC236}">
                <a16:creationId xmlns:a16="http://schemas.microsoft.com/office/drawing/2014/main" id="{03940AF6-CD76-6BC8-6630-43B882DE39D1}"/>
              </a:ext>
            </a:extLst>
          </p:cNvPr>
          <p:cNvSpPr>
            <a:spLocks noChangeAspect="1"/>
          </p:cNvSpPr>
          <p:nvPr/>
        </p:nvSpPr>
        <p:spPr bwMode="auto">
          <a:xfrm>
            <a:off x="4132732" y="3387261"/>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000" b="1" i="0" u="none" strike="noStrike" cap="none" normalizeH="0" baseline="0" dirty="0">
                <a:ln>
                  <a:noFill/>
                </a:ln>
                <a:solidFill>
                  <a:schemeClr val="tx1"/>
                </a:solidFill>
                <a:effectLst/>
                <a:latin typeface="+mn-lt"/>
              </a:rPr>
              <a:t>3</a:t>
            </a:r>
          </a:p>
        </p:txBody>
      </p:sp>
      <p:sp>
        <p:nvSpPr>
          <p:cNvPr id="96" name="Oval 95">
            <a:extLst>
              <a:ext uri="{FF2B5EF4-FFF2-40B4-BE49-F238E27FC236}">
                <a16:creationId xmlns:a16="http://schemas.microsoft.com/office/drawing/2014/main" id="{4D10324E-D67A-5230-25FB-686DCC64FC2E}"/>
              </a:ext>
            </a:extLst>
          </p:cNvPr>
          <p:cNvSpPr>
            <a:spLocks noChangeAspect="1"/>
          </p:cNvSpPr>
          <p:nvPr/>
        </p:nvSpPr>
        <p:spPr bwMode="auto">
          <a:xfrm>
            <a:off x="5501825" y="3399265"/>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1000" b="1" dirty="0">
                <a:solidFill>
                  <a:schemeClr val="tx1"/>
                </a:solidFill>
              </a:rPr>
              <a:t>4</a:t>
            </a:r>
            <a:endParaRPr kumimoji="0" lang="en-US" sz="1000" b="1" i="0" u="none" strike="noStrike" cap="none" normalizeH="0" baseline="0" dirty="0">
              <a:ln>
                <a:noFill/>
              </a:ln>
              <a:solidFill>
                <a:schemeClr val="tx1"/>
              </a:solidFill>
              <a:effectLst/>
              <a:latin typeface="+mn-lt"/>
            </a:endParaRPr>
          </a:p>
        </p:txBody>
      </p:sp>
      <p:cxnSp>
        <p:nvCxnSpPr>
          <p:cNvPr id="98" name="Straight Connector 97">
            <a:extLst>
              <a:ext uri="{FF2B5EF4-FFF2-40B4-BE49-F238E27FC236}">
                <a16:creationId xmlns:a16="http://schemas.microsoft.com/office/drawing/2014/main" id="{DA317468-1EA2-A2CC-D743-005F7B725AD4}"/>
              </a:ext>
            </a:extLst>
          </p:cNvPr>
          <p:cNvCxnSpPr>
            <a:cxnSpLocks/>
          </p:cNvCxnSpPr>
          <p:nvPr/>
        </p:nvCxnSpPr>
        <p:spPr bwMode="auto">
          <a:xfrm flipV="1">
            <a:off x="5611929" y="3649188"/>
            <a:ext cx="1" cy="769189"/>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9" name="Oval 98">
            <a:extLst>
              <a:ext uri="{FF2B5EF4-FFF2-40B4-BE49-F238E27FC236}">
                <a16:creationId xmlns:a16="http://schemas.microsoft.com/office/drawing/2014/main" id="{F6F19147-82FF-F4D3-5EB4-F5B3E38C7BE8}"/>
              </a:ext>
            </a:extLst>
          </p:cNvPr>
          <p:cNvSpPr>
            <a:spLocks noChangeAspect="1"/>
          </p:cNvSpPr>
          <p:nvPr/>
        </p:nvSpPr>
        <p:spPr bwMode="auto">
          <a:xfrm>
            <a:off x="6818154" y="3390300"/>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000" b="1" i="0" u="none" strike="noStrike" cap="none" normalizeH="0" baseline="0" dirty="0">
                <a:ln>
                  <a:noFill/>
                </a:ln>
                <a:solidFill>
                  <a:schemeClr val="tx1"/>
                </a:solidFill>
                <a:effectLst/>
                <a:latin typeface="+mn-lt"/>
              </a:rPr>
              <a:t>5</a:t>
            </a:r>
          </a:p>
        </p:txBody>
      </p:sp>
      <p:sp>
        <p:nvSpPr>
          <p:cNvPr id="100" name="Oval 99">
            <a:extLst>
              <a:ext uri="{FF2B5EF4-FFF2-40B4-BE49-F238E27FC236}">
                <a16:creationId xmlns:a16="http://schemas.microsoft.com/office/drawing/2014/main" id="{0C85DF59-CCA7-03F6-BEC2-DF81A81E457B}"/>
              </a:ext>
            </a:extLst>
          </p:cNvPr>
          <p:cNvSpPr>
            <a:spLocks noChangeAspect="1"/>
          </p:cNvSpPr>
          <p:nvPr/>
        </p:nvSpPr>
        <p:spPr bwMode="auto">
          <a:xfrm>
            <a:off x="8382463" y="3392092"/>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000" b="1" i="0" u="none" strike="noStrike" cap="none" normalizeH="0" baseline="0" dirty="0">
                <a:ln>
                  <a:noFill/>
                </a:ln>
                <a:solidFill>
                  <a:schemeClr val="tx1"/>
                </a:solidFill>
                <a:effectLst/>
                <a:latin typeface="+mn-lt"/>
              </a:rPr>
              <a:t>6</a:t>
            </a:r>
          </a:p>
        </p:txBody>
      </p:sp>
      <p:cxnSp>
        <p:nvCxnSpPr>
          <p:cNvPr id="102" name="Straight Connector 101">
            <a:extLst>
              <a:ext uri="{FF2B5EF4-FFF2-40B4-BE49-F238E27FC236}">
                <a16:creationId xmlns:a16="http://schemas.microsoft.com/office/drawing/2014/main" id="{6E820896-4E53-1412-51DE-C7C331EBE01F}"/>
              </a:ext>
            </a:extLst>
          </p:cNvPr>
          <p:cNvCxnSpPr>
            <a:stCxn id="47" idx="0"/>
            <a:endCxn id="100" idx="4"/>
          </p:cNvCxnSpPr>
          <p:nvPr/>
        </p:nvCxnSpPr>
        <p:spPr bwMode="auto">
          <a:xfrm flipV="1">
            <a:off x="8498193" y="3652773"/>
            <a:ext cx="6326" cy="763872"/>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62166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31F69-01FB-2E02-F224-DFA663246533}"/>
            </a:ext>
          </a:extLst>
        </p:cNvPr>
        <p:cNvGrpSpPr/>
        <p:nvPr/>
      </p:nvGrpSpPr>
      <p:grpSpPr>
        <a:xfrm>
          <a:off x="0" y="0"/>
          <a:ext cx="0" cy="0"/>
          <a:chOff x="0" y="0"/>
          <a:chExt cx="0" cy="0"/>
        </a:xfrm>
      </p:grpSpPr>
      <p:sp>
        <p:nvSpPr>
          <p:cNvPr id="6" name="Rectangle 5" descr="Horizontal quarter slide background in blue 10">
            <a:extLst>
              <a:ext uri="{FF2B5EF4-FFF2-40B4-BE49-F238E27FC236}">
                <a16:creationId xmlns:a16="http://schemas.microsoft.com/office/drawing/2014/main" id="{275E9FA2-0DB1-3AE2-A43B-5AB89EB591C9}"/>
              </a:ext>
            </a:extLst>
          </p:cNvPr>
          <p:cNvSpPr/>
          <p:nvPr/>
        </p:nvSpPr>
        <p:spPr bwMode="auto">
          <a:xfrm>
            <a:off x="0" y="10352"/>
            <a:ext cx="12191999" cy="1290819"/>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EAB5117D-FAFE-B098-8BE9-86AEDD645408}"/>
              </a:ext>
            </a:extLst>
          </p:cNvPr>
          <p:cNvSpPr>
            <a:spLocks noGrp="1"/>
          </p:cNvSpPr>
          <p:nvPr>
            <p:ph type="title"/>
          </p:nvPr>
        </p:nvSpPr>
        <p:spPr>
          <a:xfrm>
            <a:off x="455220" y="252391"/>
            <a:ext cx="10959539" cy="508000"/>
          </a:xfrm>
        </p:spPr>
        <p:txBody>
          <a:bodyPr/>
          <a:lstStyle/>
          <a:p>
            <a:pPr fontAlgn="base">
              <a:spcAft>
                <a:spcPct val="0"/>
              </a:spcAft>
            </a:pPr>
            <a:r>
              <a:rPr lang="en-US" sz="2800" dirty="0">
                <a:solidFill>
                  <a:srgbClr val="000000"/>
                </a:solidFill>
                <a:latin typeface="IBM Plex Sans Light"/>
                <a:ea typeface="+mj-ea"/>
                <a:cs typeface="+mj-cs"/>
              </a:rPr>
              <a:t>Development Process – Cube</a:t>
            </a:r>
          </a:p>
        </p:txBody>
      </p:sp>
      <p:sp>
        <p:nvSpPr>
          <p:cNvPr id="3" name="Footer Placeholder">
            <a:extLst>
              <a:ext uri="{FF2B5EF4-FFF2-40B4-BE49-F238E27FC236}">
                <a16:creationId xmlns:a16="http://schemas.microsoft.com/office/drawing/2014/main" id="{573C260A-D3AD-C1BB-E2D5-DC079E6BC109}"/>
              </a:ext>
            </a:extLst>
          </p:cNvPr>
          <p:cNvSpPr txBox="1">
            <a:spLocks/>
          </p:cNvSpPr>
          <p:nvPr/>
        </p:nvSpPr>
        <p:spPr>
          <a:xfrm>
            <a:off x="31758" y="6609500"/>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0000"/>
                </a:solidFill>
                <a:effectLst/>
                <a:uLnTx/>
                <a:uFillTx/>
                <a:latin typeface="IBM Plex Sans Regular"/>
                <a:ea typeface="+mn-ea"/>
                <a:cs typeface="+mn-cs"/>
              </a:rPr>
              <a:t>© 2024 IBM Corporation</a:t>
            </a:r>
          </a:p>
        </p:txBody>
      </p:sp>
      <p:sp>
        <p:nvSpPr>
          <p:cNvPr id="4" name="TextBox 3">
            <a:extLst>
              <a:ext uri="{FF2B5EF4-FFF2-40B4-BE49-F238E27FC236}">
                <a16:creationId xmlns:a16="http://schemas.microsoft.com/office/drawing/2014/main" id="{75BFCAD1-CC11-CFA4-6295-4622E2FBCC1D}"/>
              </a:ext>
            </a:extLst>
          </p:cNvPr>
          <p:cNvSpPr txBox="1"/>
          <p:nvPr/>
        </p:nvSpPr>
        <p:spPr>
          <a:xfrm>
            <a:off x="-2355925" y="-122637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23" name="Slide Number Placeholder">
            <a:extLst>
              <a:ext uri="{FF2B5EF4-FFF2-40B4-BE49-F238E27FC236}">
                <a16:creationId xmlns:a16="http://schemas.microsoft.com/office/drawing/2014/main" id="{505C55F5-16D8-F2F7-56E1-A41B827A00F6}"/>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3</a:t>
            </a:fld>
            <a:endPar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sp>
        <p:nvSpPr>
          <p:cNvPr id="39" name="TextBox 38">
            <a:extLst>
              <a:ext uri="{FF2B5EF4-FFF2-40B4-BE49-F238E27FC236}">
                <a16:creationId xmlns:a16="http://schemas.microsoft.com/office/drawing/2014/main" id="{BDB9BAC7-BFC0-4720-E229-5BBE93D0F334}"/>
              </a:ext>
            </a:extLst>
          </p:cNvPr>
          <p:cNvSpPr txBox="1"/>
          <p:nvPr/>
        </p:nvSpPr>
        <p:spPr>
          <a:xfrm>
            <a:off x="478819" y="1422013"/>
            <a:ext cx="2416956" cy="1140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Git Repository Creation:</a:t>
            </a:r>
          </a:p>
          <a:p>
            <a:pPr marL="171450" indent="-171450" algn="l" defTabSz="2438400">
              <a:buSzPct val="100000"/>
              <a:buFont typeface="Arial" panose="020B0604020202020204" pitchFamily="34" charset="0"/>
              <a:buChar char="•"/>
            </a:pPr>
            <a:r>
              <a:rPr lang="en-US" sz="900" dirty="0">
                <a:sym typeface="IBM Plex Sans Light"/>
              </a:rPr>
              <a:t>Developer creates feature branch cloning the latest Development branch. The name of the feature branch will be same as project name (e.g., YRT_ETL_MDW_MFP)</a:t>
            </a:r>
          </a:p>
          <a:p>
            <a:pPr marL="171450" indent="-171450" algn="l" defTabSz="2438400">
              <a:buSzPct val="100000"/>
              <a:buFont typeface="Arial" panose="020B0604020202020204" pitchFamily="34" charset="0"/>
              <a:buChar char="•"/>
            </a:pPr>
            <a:r>
              <a:rPr lang="en-US" sz="900" dirty="0">
                <a:sym typeface="IBM Plex Sans Light"/>
              </a:rPr>
              <a:t>Periodically Git Repo will be synced with the Development Repository to reduce the  merging conflict later </a:t>
            </a:r>
          </a:p>
          <a:p>
            <a:pPr algn="l" defTabSz="2438400">
              <a:buSzPct val="100000"/>
            </a:pPr>
            <a:endParaRPr lang="en-US" sz="900" dirty="0">
              <a:sym typeface="IBM Plex Sans Light"/>
            </a:endParaRPr>
          </a:p>
        </p:txBody>
      </p:sp>
      <p:sp>
        <p:nvSpPr>
          <p:cNvPr id="43" name="TextBox 42">
            <a:extLst>
              <a:ext uri="{FF2B5EF4-FFF2-40B4-BE49-F238E27FC236}">
                <a16:creationId xmlns:a16="http://schemas.microsoft.com/office/drawing/2014/main" id="{5B8C036F-6B12-664C-D3B3-6420309C8C4F}"/>
              </a:ext>
            </a:extLst>
          </p:cNvPr>
          <p:cNvSpPr txBox="1"/>
          <p:nvPr/>
        </p:nvSpPr>
        <p:spPr>
          <a:xfrm>
            <a:off x="3041913" y="1478595"/>
            <a:ext cx="2416956" cy="14906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CA" sz="900" dirty="0">
                <a:effectLst/>
                <a:latin typeface="Helvetica Neue" panose="02000503000000020004" pitchFamily="2" charset="0"/>
              </a:rPr>
              <a:t>Peer Review</a:t>
            </a:r>
            <a:r>
              <a:rPr lang="en-US" sz="900" b="1" dirty="0">
                <a:sym typeface="IBM Plex Sans Light"/>
              </a:rPr>
              <a:t>:</a:t>
            </a:r>
          </a:p>
          <a:p>
            <a:pPr marL="171450" indent="-171450" algn="l" defTabSz="2438400">
              <a:buSzPct val="100000"/>
              <a:buFont typeface="Arial" panose="020B0604020202020204" pitchFamily="34" charset="0"/>
              <a:buChar char="•"/>
            </a:pPr>
            <a:r>
              <a:rPr lang="en-US" sz="900" dirty="0">
                <a:sym typeface="IBM Plex Sans Light"/>
              </a:rPr>
              <a:t>Code review will be focused on accuracy and adherence to guidelines</a:t>
            </a:r>
          </a:p>
          <a:p>
            <a:pPr marL="171450" indent="-171450" algn="l" defTabSz="2438400">
              <a:buSzPct val="100000"/>
              <a:buFont typeface="Arial" panose="020B0604020202020204" pitchFamily="34" charset="0"/>
              <a:buChar char="•"/>
            </a:pPr>
            <a:r>
              <a:rPr lang="en-US" sz="900" dirty="0">
                <a:sym typeface="IBM Plex Sans Light"/>
              </a:rPr>
              <a:t>Criteria of reviews will be on correctness and compliance with coding standard</a:t>
            </a:r>
          </a:p>
          <a:p>
            <a:pPr marL="171450" indent="-171450" algn="l" defTabSz="2438400">
              <a:buSzPct val="100000"/>
              <a:buFont typeface="Arial" panose="020B0604020202020204" pitchFamily="34" charset="0"/>
              <a:buChar char="•"/>
            </a:pPr>
            <a:r>
              <a:rPr lang="en-US" sz="900" dirty="0">
                <a:sym typeface="IBM Plex Sans Light"/>
              </a:rPr>
              <a:t>Frequency of review will once the developer formally completes development. </a:t>
            </a:r>
          </a:p>
          <a:p>
            <a:pPr marL="171450" indent="-171450" algn="l" defTabSz="2438400">
              <a:buSzPct val="100000"/>
              <a:buFont typeface="Arial" panose="020B0604020202020204" pitchFamily="34" charset="0"/>
              <a:buChar char="•"/>
            </a:pPr>
            <a:r>
              <a:rPr lang="en-US" sz="900" dirty="0">
                <a:sym typeface="IBM Plex Sans Light"/>
              </a:rPr>
              <a:t>Any discrepancies observed will be fixed before moving the project to Unit Testing</a:t>
            </a:r>
          </a:p>
          <a:p>
            <a:pPr algn="l" defTabSz="2438400">
              <a:buSzPct val="100000"/>
            </a:pPr>
            <a:endParaRPr lang="en-US" sz="900" dirty="0">
              <a:sym typeface="IBM Plex Sans Light"/>
            </a:endParaRPr>
          </a:p>
        </p:txBody>
      </p:sp>
      <p:sp>
        <p:nvSpPr>
          <p:cNvPr id="44" name="TextBox 43">
            <a:extLst>
              <a:ext uri="{FF2B5EF4-FFF2-40B4-BE49-F238E27FC236}">
                <a16:creationId xmlns:a16="http://schemas.microsoft.com/office/drawing/2014/main" id="{91DA2F27-8164-AA14-34A1-C638640719A1}"/>
              </a:ext>
            </a:extLst>
          </p:cNvPr>
          <p:cNvSpPr txBox="1"/>
          <p:nvPr/>
        </p:nvSpPr>
        <p:spPr>
          <a:xfrm>
            <a:off x="1487943" y="4416644"/>
            <a:ext cx="2416956" cy="165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Development Activity:</a:t>
            </a:r>
          </a:p>
          <a:p>
            <a:pPr marL="171450" indent="-171450" algn="l" defTabSz="2438400">
              <a:buSzPct val="100000"/>
              <a:buFont typeface="Arial" panose="020B0604020202020204" pitchFamily="34" charset="0"/>
              <a:buChar char="•"/>
            </a:pPr>
            <a:r>
              <a:rPr lang="en-US" sz="900" dirty="0">
                <a:sym typeface="IBM Plex Sans Light"/>
              </a:rPr>
              <a:t>Developer change the connection at project level </a:t>
            </a:r>
          </a:p>
          <a:p>
            <a:pPr marL="171450" indent="-171450" algn="l" defTabSz="2438400">
              <a:buSzPct val="100000"/>
              <a:buFont typeface="Arial" panose="020B0604020202020204" pitchFamily="34" charset="0"/>
              <a:buChar char="•"/>
            </a:pPr>
            <a:r>
              <a:rPr lang="en-US" sz="900" dirty="0">
                <a:sym typeface="IBM Plex Sans Light"/>
              </a:rPr>
              <a:t>Developer removes all the references and hard coding corresponds to 2017 database.</a:t>
            </a:r>
          </a:p>
          <a:p>
            <a:pPr marL="171450" indent="-171450" algn="l" defTabSz="2438400">
              <a:buSzPct val="100000"/>
              <a:buFont typeface="Arial" panose="020B0604020202020204" pitchFamily="34" charset="0"/>
              <a:buChar char="•"/>
            </a:pPr>
            <a:r>
              <a:rPr lang="en-US" sz="900" dirty="0">
                <a:sym typeface="IBM Plex Sans Light"/>
              </a:rPr>
              <a:t>Disabled nodes are in context and will be worked on</a:t>
            </a:r>
          </a:p>
          <a:p>
            <a:pPr marL="171450" indent="-171450" algn="l" defTabSz="2438400">
              <a:buSzPct val="100000"/>
              <a:buFont typeface="Arial" panose="020B0604020202020204" pitchFamily="34" charset="0"/>
              <a:buChar char="•"/>
            </a:pPr>
            <a:r>
              <a:rPr lang="en-US" sz="900" dirty="0">
                <a:sym typeface="IBM Plex Sans Light"/>
              </a:rPr>
              <a:t>Create the views as per the Naming Standard</a:t>
            </a:r>
          </a:p>
          <a:p>
            <a:pPr marL="171450" indent="-171450" algn="l" defTabSz="2438400">
              <a:buSzPct val="100000"/>
              <a:buFont typeface="Arial" panose="020B0604020202020204" pitchFamily="34" charset="0"/>
              <a:buChar char="•"/>
            </a:pPr>
            <a:r>
              <a:rPr lang="en-US" sz="900" dirty="0">
                <a:sym typeface="IBM Plex Sans Light"/>
              </a:rPr>
              <a:t>Any missing database object(s) will be documented and recorded in the RAID Log for further action.</a:t>
            </a:r>
          </a:p>
          <a:p>
            <a:pPr algn="l" defTabSz="2438400">
              <a:buSzPct val="100000"/>
            </a:pPr>
            <a:endParaRPr lang="en-US" sz="900" dirty="0">
              <a:sym typeface="IBM Plex Sans Light"/>
            </a:endParaRPr>
          </a:p>
        </p:txBody>
      </p:sp>
      <p:sp>
        <p:nvSpPr>
          <p:cNvPr id="45" name="TextBox 44">
            <a:extLst>
              <a:ext uri="{FF2B5EF4-FFF2-40B4-BE49-F238E27FC236}">
                <a16:creationId xmlns:a16="http://schemas.microsoft.com/office/drawing/2014/main" id="{4B24BCFB-F2FD-2604-6C85-113FACC0698D}"/>
              </a:ext>
            </a:extLst>
          </p:cNvPr>
          <p:cNvSpPr txBox="1"/>
          <p:nvPr/>
        </p:nvSpPr>
        <p:spPr>
          <a:xfrm>
            <a:off x="4415402" y="4416645"/>
            <a:ext cx="2416956" cy="16223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Unit Testing:</a:t>
            </a:r>
          </a:p>
          <a:p>
            <a:pPr marL="171450" indent="-171450" algn="l" defTabSz="2438400">
              <a:buSzPct val="100000"/>
              <a:buFont typeface="Arial" panose="020B0604020202020204" pitchFamily="34" charset="0"/>
              <a:buChar char="•"/>
            </a:pPr>
            <a:r>
              <a:rPr lang="en-US" sz="900" dirty="0">
                <a:sym typeface="IBM Plex Sans Light"/>
              </a:rPr>
              <a:t>All the peer reviewed  ETL Projects will be Unit tested with time boxed data available in the 2022 Transaction Data Stores and Enriched Data Store. </a:t>
            </a:r>
          </a:p>
          <a:p>
            <a:pPr marL="171450" indent="-171450" algn="l" defTabSz="2438400">
              <a:buSzPct val="100000"/>
              <a:buFont typeface="Arial" panose="020B0604020202020204" pitchFamily="34" charset="0"/>
              <a:buChar char="•"/>
            </a:pPr>
            <a:r>
              <a:rPr lang="en-US" sz="900" dirty="0">
                <a:sym typeface="IBM Plex Sans Light"/>
              </a:rPr>
              <a:t>The unit testing strategy will focus on removing outdated 2017 references, ensuring views are created following naming conventions, and verifying that specific cubes are successfully compiled and can be queried.</a:t>
            </a:r>
          </a:p>
        </p:txBody>
      </p:sp>
      <p:sp>
        <p:nvSpPr>
          <p:cNvPr id="46" name="TextBox 45">
            <a:extLst>
              <a:ext uri="{FF2B5EF4-FFF2-40B4-BE49-F238E27FC236}">
                <a16:creationId xmlns:a16="http://schemas.microsoft.com/office/drawing/2014/main" id="{434B16D3-984F-D161-2382-92880AA4C981}"/>
              </a:ext>
            </a:extLst>
          </p:cNvPr>
          <p:cNvSpPr txBox="1"/>
          <p:nvPr/>
        </p:nvSpPr>
        <p:spPr>
          <a:xfrm>
            <a:off x="5731459" y="1496879"/>
            <a:ext cx="2416956" cy="12908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Final Review:</a:t>
            </a:r>
          </a:p>
          <a:p>
            <a:pPr marL="171450" indent="-171450" algn="l" defTabSz="2438400">
              <a:buSzPct val="100000"/>
              <a:buFont typeface="Arial" panose="020B0604020202020204" pitchFamily="34" charset="0"/>
              <a:buChar char="•"/>
            </a:pPr>
            <a:r>
              <a:rPr lang="en-US" sz="900" dirty="0">
                <a:sym typeface="IBM Plex Sans Light"/>
              </a:rPr>
              <a:t>Once the peer review and Unit Testing is passed Cube will be finally reviewed and tested by the Architect or Tech Lead and reviewed thoroughly before submitting it for  a code merge.</a:t>
            </a:r>
          </a:p>
          <a:p>
            <a:pPr marL="171450" indent="-171450" algn="l" defTabSz="2438400">
              <a:buSzPct val="100000"/>
              <a:buFont typeface="Arial" panose="020B0604020202020204" pitchFamily="34" charset="0"/>
              <a:buChar char="•"/>
            </a:pPr>
            <a:r>
              <a:rPr lang="en-US" sz="900" dirty="0">
                <a:sym typeface="IBM Plex Sans Light"/>
              </a:rPr>
              <a:t>The final review process will combine abridged steps from both Peer Review and Unit Testing.</a:t>
            </a:r>
          </a:p>
        </p:txBody>
      </p:sp>
      <p:sp>
        <p:nvSpPr>
          <p:cNvPr id="47" name="TextBox 46">
            <a:extLst>
              <a:ext uri="{FF2B5EF4-FFF2-40B4-BE49-F238E27FC236}">
                <a16:creationId xmlns:a16="http://schemas.microsoft.com/office/drawing/2014/main" id="{D1A00FA4-3F62-1249-D00A-497FB0569445}"/>
              </a:ext>
            </a:extLst>
          </p:cNvPr>
          <p:cNvSpPr txBox="1"/>
          <p:nvPr/>
        </p:nvSpPr>
        <p:spPr>
          <a:xfrm>
            <a:off x="7289715" y="4416645"/>
            <a:ext cx="2416956" cy="1140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900" b="1" dirty="0">
                <a:sym typeface="IBM Plex Sans Light"/>
              </a:rPr>
              <a:t>Documentation:</a:t>
            </a:r>
          </a:p>
          <a:p>
            <a:pPr marL="171450" indent="-171450" algn="l" defTabSz="2438400">
              <a:buSzPct val="100000"/>
              <a:buFont typeface="Arial" panose="020B0604020202020204" pitchFamily="34" charset="0"/>
              <a:buChar char="•"/>
            </a:pPr>
            <a:r>
              <a:rPr lang="en-US" sz="900" dirty="0">
                <a:sym typeface="IBM Plex Sans Light"/>
              </a:rPr>
              <a:t>Peer review document in specific template</a:t>
            </a:r>
          </a:p>
          <a:p>
            <a:pPr marL="171450" indent="-171450" algn="l" defTabSz="2438400">
              <a:buSzPct val="100000"/>
              <a:buFont typeface="Arial" panose="020B0604020202020204" pitchFamily="34" charset="0"/>
              <a:buChar char="•"/>
            </a:pPr>
            <a:r>
              <a:rPr lang="en-US" sz="900" dirty="0">
                <a:sym typeface="IBM Plex Sans Light"/>
              </a:rPr>
              <a:t>Unit Testing results and  evidence in specific format</a:t>
            </a:r>
          </a:p>
          <a:p>
            <a:pPr marL="171450" indent="-171450" algn="l" defTabSz="2438400">
              <a:buSzPct val="100000"/>
              <a:buFont typeface="Arial" panose="020B0604020202020204" pitchFamily="34" charset="0"/>
              <a:buChar char="•"/>
            </a:pPr>
            <a:r>
              <a:rPr lang="en-US" sz="900" dirty="0">
                <a:sym typeface="IBM Plex Sans Light"/>
              </a:rPr>
              <a:t>Final Review results in specific template </a:t>
            </a:r>
          </a:p>
          <a:p>
            <a:pPr algn="l" defTabSz="2438400">
              <a:buSzPct val="100000"/>
            </a:pPr>
            <a:r>
              <a:rPr lang="en-US" sz="900" dirty="0">
                <a:sym typeface="IBM Plex Sans Light"/>
              </a:rPr>
              <a:t>All these documents will be submitted along with  the code for review</a:t>
            </a:r>
          </a:p>
          <a:p>
            <a:pPr marL="171450" indent="-171450" algn="l" defTabSz="2438400">
              <a:buSzPct val="100000"/>
              <a:buFont typeface="Arial" panose="020B0604020202020204" pitchFamily="34" charset="0"/>
              <a:buChar char="•"/>
            </a:pPr>
            <a:endParaRPr lang="en-US" sz="900" dirty="0">
              <a:sym typeface="IBM Plex Sans Light"/>
            </a:endParaRPr>
          </a:p>
          <a:p>
            <a:pPr algn="l" defTabSz="2438400">
              <a:buSzPct val="100000"/>
            </a:pPr>
            <a:endParaRPr lang="en-US" sz="900" dirty="0">
              <a:sym typeface="IBM Plex Sans Light"/>
            </a:endParaRPr>
          </a:p>
        </p:txBody>
      </p:sp>
      <p:sp>
        <p:nvSpPr>
          <p:cNvPr id="48" name="TextBox 47">
            <a:extLst>
              <a:ext uri="{FF2B5EF4-FFF2-40B4-BE49-F238E27FC236}">
                <a16:creationId xmlns:a16="http://schemas.microsoft.com/office/drawing/2014/main" id="{EE37D411-73EF-9225-116B-BB9DB65ABBB6}"/>
              </a:ext>
            </a:extLst>
          </p:cNvPr>
          <p:cNvSpPr txBox="1"/>
          <p:nvPr/>
        </p:nvSpPr>
        <p:spPr>
          <a:xfrm>
            <a:off x="9235953" y="2802994"/>
            <a:ext cx="2416956" cy="1531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defTabSz="2438400">
              <a:spcBef>
                <a:spcPts val="2900"/>
              </a:spcBef>
              <a:buSzPct val="100000"/>
              <a:defRPr sz="900" b="1"/>
            </a:lvl1pPr>
          </a:lstStyle>
          <a:p>
            <a:pPr>
              <a:spcBef>
                <a:spcPts val="0"/>
              </a:spcBef>
            </a:pPr>
            <a:r>
              <a:rPr lang="en-US" dirty="0">
                <a:sym typeface="IBM Plex Sans Light"/>
              </a:rPr>
              <a:t>Code Handover:</a:t>
            </a:r>
          </a:p>
          <a:p>
            <a:pPr marL="171450" indent="-171450">
              <a:spcBef>
                <a:spcPts val="0"/>
              </a:spcBef>
              <a:buFont typeface="Arial" panose="020B0604020202020204" pitchFamily="34" charset="0"/>
              <a:buChar char="•"/>
            </a:pPr>
            <a:r>
              <a:rPr lang="en-US" dirty="0">
                <a:sym typeface="IBM Plex Sans Light"/>
              </a:rPr>
              <a:t>After successfully completing steps 1 through 6, the code will be submitted for approval and merged into the Development branch for deployment to both the Development and Production environments.</a:t>
            </a:r>
          </a:p>
          <a:p>
            <a:pPr marL="171450" indent="-171450">
              <a:spcBef>
                <a:spcPts val="0"/>
              </a:spcBef>
              <a:buFont typeface="Arial" panose="020B0604020202020204" pitchFamily="34" charset="0"/>
              <a:buChar char="•"/>
            </a:pPr>
            <a:r>
              <a:rPr lang="en-US" dirty="0">
                <a:sym typeface="IBM Plex Sans Light"/>
              </a:rPr>
              <a:t>Any defects found will be addressed by the development team, following the same process as the initial development (Steps 1 through 6).</a:t>
            </a:r>
          </a:p>
          <a:p>
            <a:pPr>
              <a:spcBef>
                <a:spcPts val="0"/>
              </a:spcBef>
            </a:pPr>
            <a:endParaRPr lang="en-US" dirty="0">
              <a:sym typeface="IBM Plex Sans Light"/>
            </a:endParaRPr>
          </a:p>
        </p:txBody>
      </p:sp>
      <p:cxnSp>
        <p:nvCxnSpPr>
          <p:cNvPr id="61" name="Straight Arrow Connector 60">
            <a:extLst>
              <a:ext uri="{FF2B5EF4-FFF2-40B4-BE49-F238E27FC236}">
                <a16:creationId xmlns:a16="http://schemas.microsoft.com/office/drawing/2014/main" id="{08D0AFE5-18B9-2397-3943-22ECC2C75C3C}"/>
              </a:ext>
            </a:extLst>
          </p:cNvPr>
          <p:cNvCxnSpPr>
            <a:cxnSpLocks/>
          </p:cNvCxnSpPr>
          <p:nvPr/>
        </p:nvCxnSpPr>
        <p:spPr bwMode="auto">
          <a:xfrm>
            <a:off x="1666184" y="3539698"/>
            <a:ext cx="7398328" cy="2"/>
          </a:xfrm>
          <a:prstGeom prst="straightConnector1">
            <a:avLst/>
          </a:prstGeom>
          <a:ln w="19050">
            <a:solidFill>
              <a:srgbClr val="82CFFF"/>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391C9A10-3CDC-1E5D-E6E5-74490B17CDF1}"/>
              </a:ext>
            </a:extLst>
          </p:cNvPr>
          <p:cNvCxnSpPr>
            <a:cxnSpLocks/>
            <a:stCxn id="39" idx="2"/>
          </p:cNvCxnSpPr>
          <p:nvPr/>
        </p:nvCxnSpPr>
        <p:spPr bwMode="auto">
          <a:xfrm>
            <a:off x="1687297" y="2562529"/>
            <a:ext cx="0" cy="977169"/>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8C51B0D4-70DC-8225-5C4F-F43C99C9E776}"/>
              </a:ext>
            </a:extLst>
          </p:cNvPr>
          <p:cNvCxnSpPr>
            <a:cxnSpLocks/>
          </p:cNvCxnSpPr>
          <p:nvPr/>
        </p:nvCxnSpPr>
        <p:spPr bwMode="auto">
          <a:xfrm>
            <a:off x="4250391" y="2826327"/>
            <a:ext cx="0" cy="713371"/>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EF6BA254-B1A4-24B0-B90E-84D2068D0210}"/>
              </a:ext>
            </a:extLst>
          </p:cNvPr>
          <p:cNvCxnSpPr>
            <a:cxnSpLocks/>
            <a:stCxn id="46" idx="2"/>
          </p:cNvCxnSpPr>
          <p:nvPr/>
        </p:nvCxnSpPr>
        <p:spPr bwMode="auto">
          <a:xfrm>
            <a:off x="6939937" y="2787695"/>
            <a:ext cx="0" cy="752003"/>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8" name="Oval 87">
            <a:extLst>
              <a:ext uri="{FF2B5EF4-FFF2-40B4-BE49-F238E27FC236}">
                <a16:creationId xmlns:a16="http://schemas.microsoft.com/office/drawing/2014/main" id="{2D2AE8F0-218B-0492-FA23-410CAB14A6C6}"/>
              </a:ext>
            </a:extLst>
          </p:cNvPr>
          <p:cNvSpPr>
            <a:spLocks noChangeAspect="1"/>
          </p:cNvSpPr>
          <p:nvPr/>
        </p:nvSpPr>
        <p:spPr bwMode="auto">
          <a:xfrm>
            <a:off x="1560846" y="3387261"/>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000" b="1" i="0" u="none" strike="noStrike" cap="none" normalizeH="0" baseline="0" dirty="0">
                <a:ln>
                  <a:noFill/>
                </a:ln>
                <a:solidFill>
                  <a:schemeClr val="tx1"/>
                </a:solidFill>
                <a:effectLst/>
                <a:latin typeface="+mn-lt"/>
              </a:rPr>
              <a:t>1</a:t>
            </a:r>
          </a:p>
        </p:txBody>
      </p:sp>
      <p:sp>
        <p:nvSpPr>
          <p:cNvPr id="89" name="Oval 88">
            <a:extLst>
              <a:ext uri="{FF2B5EF4-FFF2-40B4-BE49-F238E27FC236}">
                <a16:creationId xmlns:a16="http://schemas.microsoft.com/office/drawing/2014/main" id="{2444C921-60F1-8327-2F02-3B6B76B2E7C4}"/>
              </a:ext>
            </a:extLst>
          </p:cNvPr>
          <p:cNvSpPr>
            <a:spLocks noChangeAspect="1"/>
          </p:cNvSpPr>
          <p:nvPr/>
        </p:nvSpPr>
        <p:spPr bwMode="auto">
          <a:xfrm>
            <a:off x="2572430" y="3409357"/>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1000" b="1" dirty="0">
                <a:solidFill>
                  <a:schemeClr val="tx1"/>
                </a:solidFill>
              </a:rPr>
              <a:t>2</a:t>
            </a:r>
            <a:endParaRPr kumimoji="0" lang="en-US" sz="1000" b="1" i="0" u="none" strike="noStrike" cap="none" normalizeH="0" baseline="0" dirty="0">
              <a:ln>
                <a:noFill/>
              </a:ln>
              <a:solidFill>
                <a:schemeClr val="tx1"/>
              </a:solidFill>
              <a:effectLst/>
              <a:latin typeface="+mn-lt"/>
            </a:endParaRPr>
          </a:p>
        </p:txBody>
      </p:sp>
      <p:cxnSp>
        <p:nvCxnSpPr>
          <p:cNvPr id="91" name="Straight Connector 90">
            <a:extLst>
              <a:ext uri="{FF2B5EF4-FFF2-40B4-BE49-F238E27FC236}">
                <a16:creationId xmlns:a16="http://schemas.microsoft.com/office/drawing/2014/main" id="{8C7D68B1-71AC-65F5-5B0B-8055170324A8}"/>
              </a:ext>
            </a:extLst>
          </p:cNvPr>
          <p:cNvCxnSpPr>
            <a:cxnSpLocks/>
            <a:stCxn id="44" idx="0"/>
            <a:endCxn id="89" idx="4"/>
          </p:cNvCxnSpPr>
          <p:nvPr/>
        </p:nvCxnSpPr>
        <p:spPr bwMode="auto">
          <a:xfrm flipH="1" flipV="1">
            <a:off x="2694486" y="3670038"/>
            <a:ext cx="1935" cy="746606"/>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5" name="Oval 94">
            <a:extLst>
              <a:ext uri="{FF2B5EF4-FFF2-40B4-BE49-F238E27FC236}">
                <a16:creationId xmlns:a16="http://schemas.microsoft.com/office/drawing/2014/main" id="{CF02ED96-19F2-6FE2-685C-502CD6F276E7}"/>
              </a:ext>
            </a:extLst>
          </p:cNvPr>
          <p:cNvSpPr>
            <a:spLocks noChangeAspect="1"/>
          </p:cNvSpPr>
          <p:nvPr/>
        </p:nvSpPr>
        <p:spPr bwMode="auto">
          <a:xfrm>
            <a:off x="4132732" y="3387261"/>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000" b="1" i="0" u="none" strike="noStrike" cap="none" normalizeH="0" baseline="0" dirty="0">
                <a:ln>
                  <a:noFill/>
                </a:ln>
                <a:solidFill>
                  <a:schemeClr val="tx1"/>
                </a:solidFill>
                <a:effectLst/>
                <a:latin typeface="+mn-lt"/>
              </a:rPr>
              <a:t>3</a:t>
            </a:r>
          </a:p>
        </p:txBody>
      </p:sp>
      <p:sp>
        <p:nvSpPr>
          <p:cNvPr id="96" name="Oval 95">
            <a:extLst>
              <a:ext uri="{FF2B5EF4-FFF2-40B4-BE49-F238E27FC236}">
                <a16:creationId xmlns:a16="http://schemas.microsoft.com/office/drawing/2014/main" id="{04D653E7-8534-2D96-ADE9-DB24778DB2CA}"/>
              </a:ext>
            </a:extLst>
          </p:cNvPr>
          <p:cNvSpPr>
            <a:spLocks noChangeAspect="1"/>
          </p:cNvSpPr>
          <p:nvPr/>
        </p:nvSpPr>
        <p:spPr bwMode="auto">
          <a:xfrm>
            <a:off x="5501825" y="3399265"/>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1000" b="1" dirty="0">
                <a:solidFill>
                  <a:schemeClr val="tx1"/>
                </a:solidFill>
              </a:rPr>
              <a:t>4</a:t>
            </a:r>
            <a:endParaRPr kumimoji="0" lang="en-US" sz="1000" b="1" i="0" u="none" strike="noStrike" cap="none" normalizeH="0" baseline="0" dirty="0">
              <a:ln>
                <a:noFill/>
              </a:ln>
              <a:solidFill>
                <a:schemeClr val="tx1"/>
              </a:solidFill>
              <a:effectLst/>
              <a:latin typeface="+mn-lt"/>
            </a:endParaRPr>
          </a:p>
        </p:txBody>
      </p:sp>
      <p:cxnSp>
        <p:nvCxnSpPr>
          <p:cNvPr id="98" name="Straight Connector 97">
            <a:extLst>
              <a:ext uri="{FF2B5EF4-FFF2-40B4-BE49-F238E27FC236}">
                <a16:creationId xmlns:a16="http://schemas.microsoft.com/office/drawing/2014/main" id="{FF13F8D2-5AEE-BD64-A952-F5DF27C603BD}"/>
              </a:ext>
            </a:extLst>
          </p:cNvPr>
          <p:cNvCxnSpPr>
            <a:cxnSpLocks/>
          </p:cNvCxnSpPr>
          <p:nvPr/>
        </p:nvCxnSpPr>
        <p:spPr bwMode="auto">
          <a:xfrm flipV="1">
            <a:off x="5611929" y="3649188"/>
            <a:ext cx="1" cy="769189"/>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9" name="Oval 98">
            <a:extLst>
              <a:ext uri="{FF2B5EF4-FFF2-40B4-BE49-F238E27FC236}">
                <a16:creationId xmlns:a16="http://schemas.microsoft.com/office/drawing/2014/main" id="{751BBB42-F154-8323-FCEC-51E6716D7ECD}"/>
              </a:ext>
            </a:extLst>
          </p:cNvPr>
          <p:cNvSpPr>
            <a:spLocks noChangeAspect="1"/>
          </p:cNvSpPr>
          <p:nvPr/>
        </p:nvSpPr>
        <p:spPr bwMode="auto">
          <a:xfrm>
            <a:off x="6818154" y="3390300"/>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000" b="1" i="0" u="none" strike="noStrike" cap="none" normalizeH="0" baseline="0" dirty="0">
                <a:ln>
                  <a:noFill/>
                </a:ln>
                <a:solidFill>
                  <a:schemeClr val="tx1"/>
                </a:solidFill>
                <a:effectLst/>
                <a:latin typeface="+mn-lt"/>
              </a:rPr>
              <a:t>5</a:t>
            </a:r>
          </a:p>
        </p:txBody>
      </p:sp>
      <p:sp>
        <p:nvSpPr>
          <p:cNvPr id="100" name="Oval 99">
            <a:extLst>
              <a:ext uri="{FF2B5EF4-FFF2-40B4-BE49-F238E27FC236}">
                <a16:creationId xmlns:a16="http://schemas.microsoft.com/office/drawing/2014/main" id="{425D4ACF-49F2-1916-F333-023BE647A901}"/>
              </a:ext>
            </a:extLst>
          </p:cNvPr>
          <p:cNvSpPr>
            <a:spLocks noChangeAspect="1"/>
          </p:cNvSpPr>
          <p:nvPr/>
        </p:nvSpPr>
        <p:spPr bwMode="auto">
          <a:xfrm>
            <a:off x="8382463" y="3392092"/>
            <a:ext cx="244111" cy="260681"/>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000" b="1" i="0" u="none" strike="noStrike" cap="none" normalizeH="0" baseline="0" dirty="0">
                <a:ln>
                  <a:noFill/>
                </a:ln>
                <a:solidFill>
                  <a:schemeClr val="tx1"/>
                </a:solidFill>
                <a:effectLst/>
                <a:latin typeface="+mn-lt"/>
              </a:rPr>
              <a:t>6</a:t>
            </a:r>
          </a:p>
        </p:txBody>
      </p:sp>
      <p:cxnSp>
        <p:nvCxnSpPr>
          <p:cNvPr id="102" name="Straight Connector 101">
            <a:extLst>
              <a:ext uri="{FF2B5EF4-FFF2-40B4-BE49-F238E27FC236}">
                <a16:creationId xmlns:a16="http://schemas.microsoft.com/office/drawing/2014/main" id="{DA29F472-6943-DB0B-024F-BA8730E552B9}"/>
              </a:ext>
            </a:extLst>
          </p:cNvPr>
          <p:cNvCxnSpPr>
            <a:stCxn id="47" idx="0"/>
            <a:endCxn id="100" idx="4"/>
          </p:cNvCxnSpPr>
          <p:nvPr/>
        </p:nvCxnSpPr>
        <p:spPr bwMode="auto">
          <a:xfrm flipV="1">
            <a:off x="8498193" y="3652773"/>
            <a:ext cx="6326" cy="763872"/>
          </a:xfrm>
          <a:prstGeom prst="line">
            <a:avLst/>
          </a:prstGeom>
          <a:ln w="12700">
            <a:solidFill>
              <a:srgbClr val="82CF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9405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87B22-1CAC-CF71-9C5A-EC816DB26D75}"/>
            </a:ext>
          </a:extLst>
        </p:cNvPr>
        <p:cNvGrpSpPr/>
        <p:nvPr/>
      </p:nvGrpSpPr>
      <p:grpSpPr>
        <a:xfrm>
          <a:off x="0" y="0"/>
          <a:ext cx="0" cy="0"/>
          <a:chOff x="0" y="0"/>
          <a:chExt cx="0" cy="0"/>
        </a:xfrm>
      </p:grpSpPr>
      <p:sp>
        <p:nvSpPr>
          <p:cNvPr id="6" name="Rectangle 5" descr="Horizontal quarter slide background in blue 10">
            <a:extLst>
              <a:ext uri="{FF2B5EF4-FFF2-40B4-BE49-F238E27FC236}">
                <a16:creationId xmlns:a16="http://schemas.microsoft.com/office/drawing/2014/main" id="{DE1D3E6D-8AA2-7796-3D16-F5E38593640D}"/>
              </a:ext>
            </a:extLst>
          </p:cNvPr>
          <p:cNvSpPr/>
          <p:nvPr/>
        </p:nvSpPr>
        <p:spPr bwMode="auto">
          <a:xfrm>
            <a:off x="0" y="10352"/>
            <a:ext cx="12191999" cy="1290819"/>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277CF8AF-E158-62FB-E64B-865B2EEC6D2C}"/>
              </a:ext>
            </a:extLst>
          </p:cNvPr>
          <p:cNvSpPr>
            <a:spLocks noGrp="1"/>
          </p:cNvSpPr>
          <p:nvPr>
            <p:ph type="title"/>
          </p:nvPr>
        </p:nvSpPr>
        <p:spPr>
          <a:xfrm>
            <a:off x="455220" y="252391"/>
            <a:ext cx="10959539" cy="508000"/>
          </a:xfrm>
        </p:spPr>
        <p:txBody>
          <a:bodyPr/>
          <a:lstStyle/>
          <a:p>
            <a:pPr fontAlgn="base">
              <a:spcAft>
                <a:spcPct val="0"/>
              </a:spcAft>
            </a:pPr>
            <a:r>
              <a:rPr lang="en-US" sz="2800" dirty="0">
                <a:solidFill>
                  <a:srgbClr val="000000"/>
                </a:solidFill>
                <a:latin typeface="IBM Plex Sans Light"/>
                <a:ea typeface="+mj-ea"/>
                <a:cs typeface="+mj-cs"/>
              </a:rPr>
              <a:t>Unit Testing Process</a:t>
            </a:r>
          </a:p>
        </p:txBody>
      </p:sp>
      <p:sp>
        <p:nvSpPr>
          <p:cNvPr id="3" name="Footer Placeholder">
            <a:extLst>
              <a:ext uri="{FF2B5EF4-FFF2-40B4-BE49-F238E27FC236}">
                <a16:creationId xmlns:a16="http://schemas.microsoft.com/office/drawing/2014/main" id="{EF1232B1-8182-C5E1-835D-E09B16FD7D1C}"/>
              </a:ext>
            </a:extLst>
          </p:cNvPr>
          <p:cNvSpPr txBox="1">
            <a:spLocks/>
          </p:cNvSpPr>
          <p:nvPr/>
        </p:nvSpPr>
        <p:spPr>
          <a:xfrm>
            <a:off x="31758" y="6609500"/>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0000"/>
                </a:solidFill>
                <a:effectLst/>
                <a:uLnTx/>
                <a:uFillTx/>
                <a:latin typeface="IBM Plex Sans Regular"/>
                <a:ea typeface="+mn-ea"/>
                <a:cs typeface="+mn-cs"/>
              </a:rPr>
              <a:t>© 2024 IBM Corporation</a:t>
            </a:r>
          </a:p>
        </p:txBody>
      </p:sp>
      <p:sp>
        <p:nvSpPr>
          <p:cNvPr id="4" name="TextBox 3">
            <a:extLst>
              <a:ext uri="{FF2B5EF4-FFF2-40B4-BE49-F238E27FC236}">
                <a16:creationId xmlns:a16="http://schemas.microsoft.com/office/drawing/2014/main" id="{DEBD2AA6-5F3E-2B45-0A0C-22CF11A429B4}"/>
              </a:ext>
            </a:extLst>
          </p:cNvPr>
          <p:cNvSpPr txBox="1"/>
          <p:nvPr/>
        </p:nvSpPr>
        <p:spPr>
          <a:xfrm>
            <a:off x="-2355925" y="-122637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5" name="TextBox 4">
            <a:extLst>
              <a:ext uri="{FF2B5EF4-FFF2-40B4-BE49-F238E27FC236}">
                <a16:creationId xmlns:a16="http://schemas.microsoft.com/office/drawing/2014/main" id="{E7245FF8-BF1F-99A5-1CF0-581FEFB60052}"/>
              </a:ext>
            </a:extLst>
          </p:cNvPr>
          <p:cNvSpPr txBox="1"/>
          <p:nvPr/>
        </p:nvSpPr>
        <p:spPr>
          <a:xfrm>
            <a:off x="677287" y="1372796"/>
            <a:ext cx="5913517" cy="11541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200"/>
            </a:lvl1pPr>
            <a:lvl2pPr marL="628650" lvl="1" indent="-171450">
              <a:buFont typeface="Arial" panose="020B0604020202020204" pitchFamily="34" charset="0"/>
              <a:buChar char="•"/>
              <a:defRPr sz="1200"/>
            </a:lvl2pPr>
          </a:lstStyle>
          <a:p>
            <a:r>
              <a:rPr lang="en-US" b="1" dirty="0">
                <a:sym typeface="IBM Plex Sans Light"/>
              </a:rPr>
              <a:t>Challenges</a:t>
            </a:r>
            <a:r>
              <a:rPr lang="en-US" dirty="0">
                <a:sym typeface="IBM Plex Sans Light"/>
              </a:rPr>
              <a:t>: </a:t>
            </a:r>
          </a:p>
          <a:p>
            <a:pPr marL="171450" indent="-171450">
              <a:buFont typeface="Arial" panose="020B0604020202020204" pitchFamily="34" charset="0"/>
              <a:buChar char="•"/>
            </a:pPr>
            <a:r>
              <a:rPr lang="en-CA" dirty="0"/>
              <a:t>Since the 2017 database is a </a:t>
            </a:r>
            <a:r>
              <a:rPr lang="en-CA" b="1" dirty="0"/>
              <a:t>read-only production database</a:t>
            </a:r>
          </a:p>
          <a:p>
            <a:pPr marL="171450" indent="-171450">
              <a:buFont typeface="Arial" panose="020B0604020202020204" pitchFamily="34" charset="0"/>
              <a:buChar char="•"/>
            </a:pPr>
            <a:r>
              <a:rPr lang="en-CA" dirty="0"/>
              <a:t>Making static is not feasible.</a:t>
            </a:r>
          </a:p>
          <a:p>
            <a:pPr marL="171450" indent="-171450">
              <a:buFont typeface="Arial" panose="020B0604020202020204" pitchFamily="34" charset="0"/>
              <a:buChar char="•"/>
            </a:pPr>
            <a:r>
              <a:rPr lang="en-CA" dirty="0"/>
              <a:t>Running ETL packages or scripts for testing purposes is not permitted in this environment.</a:t>
            </a:r>
            <a:endParaRPr lang="en-US" dirty="0">
              <a:sym typeface="IBM Plex Sans Light"/>
            </a:endParaRPr>
          </a:p>
        </p:txBody>
      </p:sp>
      <p:sp>
        <p:nvSpPr>
          <p:cNvPr id="28" name="TextBox 27">
            <a:extLst>
              <a:ext uri="{FF2B5EF4-FFF2-40B4-BE49-F238E27FC236}">
                <a16:creationId xmlns:a16="http://schemas.microsoft.com/office/drawing/2014/main" id="{501633BC-F00D-C551-4C20-7E7E124C2DBF}"/>
              </a:ext>
            </a:extLst>
          </p:cNvPr>
          <p:cNvSpPr txBox="1"/>
          <p:nvPr/>
        </p:nvSpPr>
        <p:spPr>
          <a:xfrm>
            <a:off x="8463148" y="1425418"/>
            <a:ext cx="2386940" cy="3463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ctr" defTabSz="2438400">
              <a:spcBef>
                <a:spcPts val="2900"/>
              </a:spcBef>
              <a:buSzPct val="100000"/>
            </a:pPr>
            <a:r>
              <a:rPr lang="en-US" b="1" kern="0" dirty="0">
                <a:solidFill>
                  <a:srgbClr val="000000"/>
                </a:solidFill>
                <a:ea typeface="+mj-ea"/>
                <a:cs typeface="+mj-cs"/>
                <a:sym typeface="IBM Plex Sans Light"/>
              </a:rPr>
              <a:t>Data Flow in MSQL Server 2022  </a:t>
            </a:r>
          </a:p>
        </p:txBody>
      </p:sp>
      <p:sp>
        <p:nvSpPr>
          <p:cNvPr id="23" name="Slide Number Placeholder">
            <a:extLst>
              <a:ext uri="{FF2B5EF4-FFF2-40B4-BE49-F238E27FC236}">
                <a16:creationId xmlns:a16="http://schemas.microsoft.com/office/drawing/2014/main" id="{E76E7455-6E0D-28CA-FA91-980EBFBCFA39}"/>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4</a:t>
            </a:fld>
            <a:endPar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grpSp>
        <p:nvGrpSpPr>
          <p:cNvPr id="58" name="Group 57">
            <a:extLst>
              <a:ext uri="{FF2B5EF4-FFF2-40B4-BE49-F238E27FC236}">
                <a16:creationId xmlns:a16="http://schemas.microsoft.com/office/drawing/2014/main" id="{6A3A041C-CE36-F1E9-BE46-39CDDFCC423D}"/>
              </a:ext>
            </a:extLst>
          </p:cNvPr>
          <p:cNvGrpSpPr/>
          <p:nvPr/>
        </p:nvGrpSpPr>
        <p:grpSpPr>
          <a:xfrm>
            <a:off x="8906491" y="2018807"/>
            <a:ext cx="2980699" cy="2978928"/>
            <a:chOff x="7243948" y="2090056"/>
            <a:chExt cx="4426920" cy="3911467"/>
          </a:xfrm>
        </p:grpSpPr>
        <p:pic>
          <p:nvPicPr>
            <p:cNvPr id="12" name="Graphic 11" descr="Database outline">
              <a:extLst>
                <a:ext uri="{FF2B5EF4-FFF2-40B4-BE49-F238E27FC236}">
                  <a16:creationId xmlns:a16="http://schemas.microsoft.com/office/drawing/2014/main" id="{0E14C791-3F60-4B87-EDA8-25443D67B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277" y="3134512"/>
              <a:ext cx="898146" cy="660272"/>
            </a:xfrm>
            <a:prstGeom prst="rect">
              <a:avLst/>
            </a:prstGeom>
          </p:spPr>
        </p:pic>
        <p:sp>
          <p:nvSpPr>
            <p:cNvPr id="14" name="TextBox 13">
              <a:extLst>
                <a:ext uri="{FF2B5EF4-FFF2-40B4-BE49-F238E27FC236}">
                  <a16:creationId xmlns:a16="http://schemas.microsoft.com/office/drawing/2014/main" id="{5FA5524E-3655-BF4B-EA2A-E1D141C33A74}"/>
                </a:ext>
              </a:extLst>
            </p:cNvPr>
            <p:cNvSpPr txBox="1"/>
            <p:nvPr/>
          </p:nvSpPr>
          <p:spPr>
            <a:xfrm>
              <a:off x="7243948" y="3811496"/>
              <a:ext cx="1322805" cy="1320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ctr" defTabSz="2438400">
                <a:spcBef>
                  <a:spcPts val="2900"/>
                </a:spcBef>
                <a:buSzPct val="100000"/>
              </a:pPr>
              <a:r>
                <a:rPr lang="en-US" sz="1100" kern="0" dirty="0" err="1">
                  <a:solidFill>
                    <a:srgbClr val="000000"/>
                  </a:solidFill>
                  <a:ea typeface="+mj-ea"/>
                  <a:cs typeface="+mj-cs"/>
                  <a:sym typeface="IBM Plex Sans Light"/>
                </a:rPr>
                <a:t>INIT_OperationDataStore</a:t>
              </a:r>
              <a:endParaRPr lang="en-US" sz="1100" kern="0" dirty="0">
                <a:solidFill>
                  <a:srgbClr val="000000"/>
                </a:solidFill>
                <a:ea typeface="+mj-ea"/>
                <a:cs typeface="+mj-cs"/>
                <a:sym typeface="IBM Plex Sans Light"/>
              </a:endParaRPr>
            </a:p>
          </p:txBody>
        </p:sp>
        <p:pic>
          <p:nvPicPr>
            <p:cNvPr id="15" name="Graphic 14" descr="Database outline">
              <a:extLst>
                <a:ext uri="{FF2B5EF4-FFF2-40B4-BE49-F238E27FC236}">
                  <a16:creationId xmlns:a16="http://schemas.microsoft.com/office/drawing/2014/main" id="{BF68DF5F-C1FB-97B4-BAC9-8AE8EE0113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277" y="4101413"/>
              <a:ext cx="898146" cy="660272"/>
            </a:xfrm>
            <a:prstGeom prst="rect">
              <a:avLst/>
            </a:prstGeom>
          </p:spPr>
        </p:pic>
        <p:sp>
          <p:nvSpPr>
            <p:cNvPr id="16" name="TextBox 15">
              <a:extLst>
                <a:ext uri="{FF2B5EF4-FFF2-40B4-BE49-F238E27FC236}">
                  <a16:creationId xmlns:a16="http://schemas.microsoft.com/office/drawing/2014/main" id="{137C69AC-F051-22EA-475B-11CBBD39A90E}"/>
                </a:ext>
              </a:extLst>
            </p:cNvPr>
            <p:cNvSpPr txBox="1"/>
            <p:nvPr/>
          </p:nvSpPr>
          <p:spPr>
            <a:xfrm>
              <a:off x="7243948" y="4778397"/>
              <a:ext cx="1322805" cy="1320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ctr" defTabSz="2438400">
                <a:spcBef>
                  <a:spcPts val="2900"/>
                </a:spcBef>
                <a:buSzPct val="100000"/>
              </a:pPr>
              <a:r>
                <a:rPr lang="en-US" sz="1100" kern="0" dirty="0" err="1">
                  <a:solidFill>
                    <a:srgbClr val="000000"/>
                  </a:solidFill>
                  <a:ea typeface="+mj-ea"/>
                  <a:cs typeface="+mj-cs"/>
                  <a:sym typeface="IBM Plex Sans Light"/>
                </a:rPr>
                <a:t>INIT_TRP_Enriched</a:t>
              </a:r>
              <a:endParaRPr lang="en-US" sz="1100" kern="0" dirty="0">
                <a:solidFill>
                  <a:srgbClr val="000000"/>
                </a:solidFill>
                <a:ea typeface="+mj-ea"/>
                <a:cs typeface="+mj-cs"/>
                <a:sym typeface="IBM Plex Sans Light"/>
              </a:endParaRPr>
            </a:p>
          </p:txBody>
        </p:sp>
        <p:pic>
          <p:nvPicPr>
            <p:cNvPr id="17" name="Graphic 16" descr="Database outline">
              <a:extLst>
                <a:ext uri="{FF2B5EF4-FFF2-40B4-BE49-F238E27FC236}">
                  <a16:creationId xmlns:a16="http://schemas.microsoft.com/office/drawing/2014/main" id="{521D153F-0E03-74B2-618B-A89C6AB026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277" y="5192485"/>
              <a:ext cx="898146" cy="660272"/>
            </a:xfrm>
            <a:prstGeom prst="rect">
              <a:avLst/>
            </a:prstGeom>
          </p:spPr>
        </p:pic>
        <p:sp>
          <p:nvSpPr>
            <p:cNvPr id="18" name="TextBox 17">
              <a:extLst>
                <a:ext uri="{FF2B5EF4-FFF2-40B4-BE49-F238E27FC236}">
                  <a16:creationId xmlns:a16="http://schemas.microsoft.com/office/drawing/2014/main" id="{ACD1F95C-8085-D394-092C-85FDA186A8FF}"/>
                </a:ext>
              </a:extLst>
            </p:cNvPr>
            <p:cNvSpPr txBox="1"/>
            <p:nvPr/>
          </p:nvSpPr>
          <p:spPr>
            <a:xfrm>
              <a:off x="7243948" y="5869469"/>
              <a:ext cx="1322805" cy="1320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ctr" defTabSz="2438400">
                <a:spcBef>
                  <a:spcPts val="2900"/>
                </a:spcBef>
                <a:buSzPct val="100000"/>
              </a:pPr>
              <a:r>
                <a:rPr lang="en-US" sz="1100" kern="0" dirty="0" err="1">
                  <a:solidFill>
                    <a:srgbClr val="000000"/>
                  </a:solidFill>
                  <a:ea typeface="+mj-ea"/>
                  <a:cs typeface="+mj-cs"/>
                  <a:sym typeface="IBM Plex Sans Light"/>
                </a:rPr>
                <a:t>OTHERS_Enriched</a:t>
              </a:r>
              <a:endParaRPr lang="en-US" sz="1100" kern="0" dirty="0">
                <a:solidFill>
                  <a:srgbClr val="000000"/>
                </a:solidFill>
                <a:ea typeface="+mj-ea"/>
                <a:cs typeface="+mj-cs"/>
                <a:sym typeface="IBM Plex Sans Light"/>
              </a:endParaRPr>
            </a:p>
          </p:txBody>
        </p:sp>
        <p:pic>
          <p:nvPicPr>
            <p:cNvPr id="19" name="Graphic 18" descr="Database outline">
              <a:extLst>
                <a:ext uri="{FF2B5EF4-FFF2-40B4-BE49-F238E27FC236}">
                  <a16:creationId xmlns:a16="http://schemas.microsoft.com/office/drawing/2014/main" id="{550CE73C-D8E4-B80D-B467-F1376E6C2E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277" y="2090056"/>
              <a:ext cx="898146" cy="660272"/>
            </a:xfrm>
            <a:prstGeom prst="rect">
              <a:avLst/>
            </a:prstGeom>
          </p:spPr>
        </p:pic>
        <p:sp>
          <p:nvSpPr>
            <p:cNvPr id="20" name="TextBox 19">
              <a:extLst>
                <a:ext uri="{FF2B5EF4-FFF2-40B4-BE49-F238E27FC236}">
                  <a16:creationId xmlns:a16="http://schemas.microsoft.com/office/drawing/2014/main" id="{A63CEC98-A8CB-0903-7616-9F472DABE9E0}"/>
                </a:ext>
              </a:extLst>
            </p:cNvPr>
            <p:cNvSpPr txBox="1"/>
            <p:nvPr/>
          </p:nvSpPr>
          <p:spPr>
            <a:xfrm>
              <a:off x="7243948" y="2767040"/>
              <a:ext cx="1322805" cy="1320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ctr" defTabSz="2438400">
                <a:spcBef>
                  <a:spcPts val="2900"/>
                </a:spcBef>
                <a:buSzPct val="100000"/>
              </a:pPr>
              <a:r>
                <a:rPr lang="en-US" sz="1100" kern="0" dirty="0" err="1">
                  <a:solidFill>
                    <a:srgbClr val="000000"/>
                  </a:solidFill>
                  <a:ea typeface="+mj-ea"/>
                  <a:cs typeface="+mj-cs"/>
                  <a:sym typeface="IBM Plex Sans Light"/>
                </a:rPr>
                <a:t>OTHERS_OperationDataStore</a:t>
              </a:r>
              <a:endParaRPr lang="en-US" sz="1100" kern="0" dirty="0">
                <a:solidFill>
                  <a:srgbClr val="000000"/>
                </a:solidFill>
                <a:ea typeface="+mj-ea"/>
                <a:cs typeface="+mj-cs"/>
                <a:sym typeface="IBM Plex Sans Light"/>
              </a:endParaRPr>
            </a:p>
          </p:txBody>
        </p:sp>
        <p:pic>
          <p:nvPicPr>
            <p:cNvPr id="21" name="Graphic 20" descr="Database outline">
              <a:extLst>
                <a:ext uri="{FF2B5EF4-FFF2-40B4-BE49-F238E27FC236}">
                  <a16:creationId xmlns:a16="http://schemas.microsoft.com/office/drawing/2014/main" id="{5C89CBBD-DEC0-4EBB-7E61-61B0DDA0E2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60393" y="3584254"/>
              <a:ext cx="898146" cy="660272"/>
            </a:xfrm>
            <a:prstGeom prst="rect">
              <a:avLst/>
            </a:prstGeom>
          </p:spPr>
        </p:pic>
        <p:sp>
          <p:nvSpPr>
            <p:cNvPr id="22" name="TextBox 21">
              <a:extLst>
                <a:ext uri="{FF2B5EF4-FFF2-40B4-BE49-F238E27FC236}">
                  <a16:creationId xmlns:a16="http://schemas.microsoft.com/office/drawing/2014/main" id="{A97989F0-AAFE-DAD6-C305-2EE22B4B4203}"/>
                </a:ext>
              </a:extLst>
            </p:cNvPr>
            <p:cNvSpPr txBox="1"/>
            <p:nvPr/>
          </p:nvSpPr>
          <p:spPr>
            <a:xfrm>
              <a:off x="10348064" y="4261238"/>
              <a:ext cx="1322804" cy="1320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ctr" defTabSz="2438400">
                <a:spcBef>
                  <a:spcPts val="2900"/>
                </a:spcBef>
                <a:buSzPct val="100000"/>
              </a:pPr>
              <a:r>
                <a:rPr lang="en-US" sz="1100" kern="0" dirty="0" err="1">
                  <a:solidFill>
                    <a:srgbClr val="000000"/>
                  </a:solidFill>
                  <a:ea typeface="+mj-ea"/>
                  <a:cs typeface="+mj-cs"/>
                  <a:sym typeface="IBM Plex Sans Light"/>
                </a:rPr>
                <a:t>TRANSIT_DataMart</a:t>
              </a:r>
              <a:endParaRPr lang="en-US" sz="1100" kern="0" dirty="0">
                <a:solidFill>
                  <a:srgbClr val="000000"/>
                </a:solidFill>
                <a:ea typeface="+mj-ea"/>
                <a:cs typeface="+mj-cs"/>
                <a:sym typeface="IBM Plex Sans Light"/>
              </a:endParaRPr>
            </a:p>
          </p:txBody>
        </p:sp>
        <p:cxnSp>
          <p:nvCxnSpPr>
            <p:cNvPr id="24" name="Elbow Connector 23">
              <a:extLst>
                <a:ext uri="{FF2B5EF4-FFF2-40B4-BE49-F238E27FC236}">
                  <a16:creationId xmlns:a16="http://schemas.microsoft.com/office/drawing/2014/main" id="{2E2FEE54-3AE9-9A3E-D3BB-EC71CCFA3274}"/>
                </a:ext>
              </a:extLst>
            </p:cNvPr>
            <p:cNvCxnSpPr>
              <a:cxnSpLocks/>
            </p:cNvCxnSpPr>
            <p:nvPr/>
          </p:nvCxnSpPr>
          <p:spPr bwMode="auto">
            <a:xfrm>
              <a:off x="8352275" y="2435486"/>
              <a:ext cx="2335783" cy="1488566"/>
            </a:xfrm>
            <a:prstGeom prst="bentConnector3">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25" name="Elbow Connector 24">
              <a:extLst>
                <a:ext uri="{FF2B5EF4-FFF2-40B4-BE49-F238E27FC236}">
                  <a16:creationId xmlns:a16="http://schemas.microsoft.com/office/drawing/2014/main" id="{29348477-D5AD-F62E-C819-8CA58CEAD78D}"/>
                </a:ext>
              </a:extLst>
            </p:cNvPr>
            <p:cNvCxnSpPr>
              <a:cxnSpLocks/>
            </p:cNvCxnSpPr>
            <p:nvPr/>
          </p:nvCxnSpPr>
          <p:spPr bwMode="auto">
            <a:xfrm>
              <a:off x="8352272" y="3429000"/>
              <a:ext cx="2335789" cy="495052"/>
            </a:xfrm>
            <a:prstGeom prst="bentConnector3">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26" name="Elbow Connector 25">
              <a:extLst>
                <a:ext uri="{FF2B5EF4-FFF2-40B4-BE49-F238E27FC236}">
                  <a16:creationId xmlns:a16="http://schemas.microsoft.com/office/drawing/2014/main" id="{3CE0A303-C4DA-3234-9A0F-D176E898D0E0}"/>
                </a:ext>
              </a:extLst>
            </p:cNvPr>
            <p:cNvCxnSpPr>
              <a:cxnSpLocks/>
            </p:cNvCxnSpPr>
            <p:nvPr/>
          </p:nvCxnSpPr>
          <p:spPr bwMode="auto">
            <a:xfrm flipV="1">
              <a:off x="8352269" y="3924051"/>
              <a:ext cx="2335792" cy="547036"/>
            </a:xfrm>
            <a:prstGeom prst="bentConnector3">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27" name="Elbow Connector 26">
              <a:extLst>
                <a:ext uri="{FF2B5EF4-FFF2-40B4-BE49-F238E27FC236}">
                  <a16:creationId xmlns:a16="http://schemas.microsoft.com/office/drawing/2014/main" id="{10E834AF-D96C-D5A6-00F6-FE33F55E1F15}"/>
                </a:ext>
              </a:extLst>
            </p:cNvPr>
            <p:cNvCxnSpPr>
              <a:cxnSpLocks/>
            </p:cNvCxnSpPr>
            <p:nvPr/>
          </p:nvCxnSpPr>
          <p:spPr bwMode="auto">
            <a:xfrm flipV="1">
              <a:off x="8352266" y="3923913"/>
              <a:ext cx="2335795" cy="1620411"/>
            </a:xfrm>
            <a:prstGeom prst="bentConnector3">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pic>
          <p:nvPicPr>
            <p:cNvPr id="30" name="Graphic 29" descr="Continuous Improvement outline">
              <a:extLst>
                <a:ext uri="{FF2B5EF4-FFF2-40B4-BE49-F238E27FC236}">
                  <a16:creationId xmlns:a16="http://schemas.microsoft.com/office/drawing/2014/main" id="{90409474-88ED-AF57-DE72-064DAF508C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41400" y="3181265"/>
              <a:ext cx="495053" cy="495053"/>
            </a:xfrm>
            <a:prstGeom prst="rect">
              <a:avLst/>
            </a:prstGeom>
          </p:spPr>
        </p:pic>
        <p:sp>
          <p:nvSpPr>
            <p:cNvPr id="41" name="TextBox 40">
              <a:extLst>
                <a:ext uri="{FF2B5EF4-FFF2-40B4-BE49-F238E27FC236}">
                  <a16:creationId xmlns:a16="http://schemas.microsoft.com/office/drawing/2014/main" id="{6721F0B6-6B52-D2A1-8270-024CC543D803}"/>
                </a:ext>
              </a:extLst>
            </p:cNvPr>
            <p:cNvSpPr txBox="1"/>
            <p:nvPr/>
          </p:nvSpPr>
          <p:spPr>
            <a:xfrm>
              <a:off x="9578359" y="3618851"/>
              <a:ext cx="1109699" cy="1698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ctr" defTabSz="2438400">
                <a:spcBef>
                  <a:spcPts val="2900"/>
                </a:spcBef>
                <a:buSzPct val="100000"/>
              </a:pPr>
              <a:r>
                <a:rPr lang="en-US" sz="1100" kern="0" dirty="0">
                  <a:solidFill>
                    <a:srgbClr val="000000"/>
                  </a:solidFill>
                  <a:ea typeface="+mj-ea"/>
                  <a:cs typeface="+mj-cs"/>
                  <a:sym typeface="IBM Plex Sans Light"/>
                </a:rPr>
                <a:t>ETL Process</a:t>
              </a:r>
            </a:p>
          </p:txBody>
        </p:sp>
      </p:grpSp>
      <p:sp>
        <p:nvSpPr>
          <p:cNvPr id="7" name="TextBox 6">
            <a:extLst>
              <a:ext uri="{FF2B5EF4-FFF2-40B4-BE49-F238E27FC236}">
                <a16:creationId xmlns:a16="http://schemas.microsoft.com/office/drawing/2014/main" id="{15AFB863-C966-782B-612D-6A52221F49EE}"/>
              </a:ext>
            </a:extLst>
          </p:cNvPr>
          <p:cNvSpPr txBox="1"/>
          <p:nvPr/>
        </p:nvSpPr>
        <p:spPr>
          <a:xfrm>
            <a:off x="677287" y="2621534"/>
            <a:ext cx="5790319" cy="38513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200"/>
            </a:lvl1pPr>
            <a:lvl2pPr marL="628650" lvl="1" indent="-171450">
              <a:buFont typeface="Arial" panose="020B0604020202020204" pitchFamily="34" charset="0"/>
              <a:buChar char="•"/>
              <a:defRPr sz="1200"/>
            </a:lvl2pPr>
          </a:lstStyle>
          <a:p>
            <a:r>
              <a:rPr lang="en-US" b="1" dirty="0">
                <a:sym typeface="IBM Plex Sans Light"/>
              </a:rPr>
              <a:t>Unit Testing Strategy (YRT_ETL_MDW_MFP)</a:t>
            </a:r>
            <a:r>
              <a:rPr lang="en-US" dirty="0">
                <a:sym typeface="IBM Plex Sans Light"/>
              </a:rPr>
              <a:t>: </a:t>
            </a:r>
          </a:p>
          <a:p>
            <a:r>
              <a:rPr lang="en-CA" dirty="0"/>
              <a:t>As time-boxed data snapshots from the Production Database (2017) are being loaded into Development (2022), it will be impractical to match record counts between the source and target databases due to incremental updates in the current Production Database. Under these conditions, Unit Testing will adopt an Ad Hoc testing strategy to identify unexpected issues through informal testing. Since there are no changes to business logic, the development team will ensure the following:</a:t>
            </a:r>
          </a:p>
          <a:p>
            <a:pPr marL="342900" lvl="0" indent="-342900">
              <a:lnSpc>
                <a:spcPct val="115000"/>
              </a:lnSpc>
              <a:buFont typeface="Symbol" pitchFamily="2" charset="2"/>
              <a:buChar char=""/>
            </a:pPr>
            <a:r>
              <a:rPr lang="en-CA" dirty="0"/>
              <a:t>ETL Projects:</a:t>
            </a:r>
          </a:p>
          <a:p>
            <a:pPr marL="742950" lvl="1" indent="-285750">
              <a:lnSpc>
                <a:spcPct val="115000"/>
              </a:lnSpc>
              <a:buFont typeface="Courier New" panose="02070309020205020404" pitchFamily="49" charset="0"/>
              <a:buChar char="o"/>
            </a:pPr>
            <a:r>
              <a:rPr lang="en-CA" dirty="0"/>
              <a:t>The ETL package executes successfully without any errors.</a:t>
            </a:r>
          </a:p>
          <a:p>
            <a:pPr marL="742950" lvl="1" indent="-285750">
              <a:lnSpc>
                <a:spcPct val="115000"/>
              </a:lnSpc>
              <a:buFont typeface="Courier New" panose="02070309020205020404" pitchFamily="49" charset="0"/>
              <a:buChar char="o"/>
            </a:pPr>
            <a:r>
              <a:rPr lang="en-CA" dirty="0"/>
              <a:t>All references to the 2017 database are removed, including any in disabled nodes.</a:t>
            </a:r>
          </a:p>
          <a:p>
            <a:pPr marL="742950" lvl="1" indent="-285750">
              <a:lnSpc>
                <a:spcPct val="115000"/>
              </a:lnSpc>
              <a:buFont typeface="Courier New" panose="02070309020205020404" pitchFamily="49" charset="0"/>
              <a:buChar char="o"/>
            </a:pPr>
            <a:r>
              <a:rPr lang="en-CA" dirty="0"/>
              <a:t>The ETL package generates output in the designated Data Warehouse tables.</a:t>
            </a:r>
          </a:p>
          <a:p>
            <a:pPr marL="457200" lvl="1" indent="0">
              <a:lnSpc>
                <a:spcPct val="115000"/>
              </a:lnSpc>
              <a:buNone/>
            </a:pPr>
            <a:r>
              <a:rPr lang="en-CA" dirty="0"/>
              <a:t>Cubes:</a:t>
            </a:r>
          </a:p>
          <a:p>
            <a:pPr marL="742950" lvl="1" indent="-285750">
              <a:buFont typeface="Courier New" panose="02070309020205020404" pitchFamily="49" charset="0"/>
              <a:buChar char="o"/>
            </a:pPr>
            <a:r>
              <a:rPr lang="en-CA" dirty="0"/>
              <a:t>Connections are set to new database (2022)</a:t>
            </a:r>
          </a:p>
          <a:p>
            <a:pPr marL="742950" lvl="1" indent="-285750">
              <a:buFont typeface="Courier New" panose="02070309020205020404" pitchFamily="49" charset="0"/>
              <a:buChar char="o"/>
            </a:pPr>
            <a:r>
              <a:rPr lang="en-CA" dirty="0"/>
              <a:t>Views are all created as per the naming conventions provided. </a:t>
            </a:r>
          </a:p>
          <a:p>
            <a:pPr marL="742950" lvl="1" indent="-285750">
              <a:spcAft>
                <a:spcPts val="800"/>
              </a:spcAft>
              <a:buFont typeface="Courier New" panose="02070309020205020404" pitchFamily="49" charset="0"/>
              <a:buChar char="o"/>
            </a:pPr>
            <a:r>
              <a:rPr lang="en-CA" dirty="0"/>
              <a:t>The Analytical Cubes are complied</a:t>
            </a:r>
          </a:p>
          <a:p>
            <a:pPr marL="742950" lvl="1" indent="-285750">
              <a:spcAft>
                <a:spcPts val="800"/>
              </a:spcAft>
              <a:buFont typeface="Courier New" panose="02070309020205020404" pitchFamily="49" charset="0"/>
              <a:buChar char="o"/>
            </a:pPr>
            <a:r>
              <a:rPr lang="en-CA" dirty="0"/>
              <a:t>All references to the 2017 database are removed</a:t>
            </a:r>
          </a:p>
        </p:txBody>
      </p:sp>
      <p:sp>
        <p:nvSpPr>
          <p:cNvPr id="8" name="Right Arrow 7">
            <a:extLst>
              <a:ext uri="{FF2B5EF4-FFF2-40B4-BE49-F238E27FC236}">
                <a16:creationId xmlns:a16="http://schemas.microsoft.com/office/drawing/2014/main" id="{EC49D002-0B3D-8D9A-F3C8-C52DCBB5E152}"/>
              </a:ext>
            </a:extLst>
          </p:cNvPr>
          <p:cNvSpPr/>
          <p:nvPr/>
        </p:nvSpPr>
        <p:spPr bwMode="auto">
          <a:xfrm>
            <a:off x="6482640" y="2841625"/>
            <a:ext cx="1835140" cy="1361916"/>
          </a:xfrm>
          <a:prstGeom prst="rightArrow">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400" b="1" i="0" u="none" strike="noStrike" cap="none" normalizeH="0" baseline="0" dirty="0">
                <a:ln>
                  <a:noFill/>
                </a:ln>
                <a:solidFill>
                  <a:schemeClr val="tx1"/>
                </a:solidFill>
                <a:effectLst/>
                <a:latin typeface="+mn-lt"/>
              </a:rPr>
              <a:t>Snapshot data from 2017  </a:t>
            </a:r>
          </a:p>
        </p:txBody>
      </p:sp>
      <p:sp>
        <p:nvSpPr>
          <p:cNvPr id="9" name="TextBox 8">
            <a:extLst>
              <a:ext uri="{FF2B5EF4-FFF2-40B4-BE49-F238E27FC236}">
                <a16:creationId xmlns:a16="http://schemas.microsoft.com/office/drawing/2014/main" id="{7739C9FF-2A8A-B89E-C5D4-92763CCFA1F3}"/>
              </a:ext>
            </a:extLst>
          </p:cNvPr>
          <p:cNvSpPr txBox="1"/>
          <p:nvPr/>
        </p:nvSpPr>
        <p:spPr>
          <a:xfrm>
            <a:off x="8906491" y="5670958"/>
            <a:ext cx="914400" cy="914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805328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4A5B3-4C1A-009A-DC7D-BDDEB8821C72}"/>
            </a:ext>
          </a:extLst>
        </p:cNvPr>
        <p:cNvGrpSpPr/>
        <p:nvPr/>
      </p:nvGrpSpPr>
      <p:grpSpPr>
        <a:xfrm>
          <a:off x="0" y="0"/>
          <a:ext cx="0" cy="0"/>
          <a:chOff x="0" y="0"/>
          <a:chExt cx="0" cy="0"/>
        </a:xfrm>
      </p:grpSpPr>
      <p:pic>
        <p:nvPicPr>
          <p:cNvPr id="68" name="Picture 67" descr="A diagram of a workflow&#10;&#10;Description automatically generated">
            <a:extLst>
              <a:ext uri="{FF2B5EF4-FFF2-40B4-BE49-F238E27FC236}">
                <a16:creationId xmlns:a16="http://schemas.microsoft.com/office/drawing/2014/main" id="{4CA49389-FCDA-4530-C25E-D9831E57F20C}"/>
              </a:ext>
            </a:extLst>
          </p:cNvPr>
          <p:cNvPicPr>
            <a:picLocks noChangeAspect="1"/>
          </p:cNvPicPr>
          <p:nvPr/>
        </p:nvPicPr>
        <p:blipFill>
          <a:blip r:embed="rId3">
            <a:extLst>
              <a:ext uri="{28A0092B-C50C-407E-A947-70E740481C1C}">
                <a14:useLocalDpi xmlns:a14="http://schemas.microsoft.com/office/drawing/2010/main" val="0"/>
              </a:ext>
            </a:extLst>
          </a:blip>
          <a:srcRect l="1" t="10991" r="-1570" b="-3315"/>
          <a:stretch/>
        </p:blipFill>
        <p:spPr>
          <a:xfrm>
            <a:off x="369076" y="1373731"/>
            <a:ext cx="7449232" cy="3417054"/>
          </a:xfrm>
          <a:prstGeom prst="rect">
            <a:avLst/>
          </a:prstGeom>
        </p:spPr>
      </p:pic>
      <p:sp>
        <p:nvSpPr>
          <p:cNvPr id="6" name="Rectangle 5" descr="Horizontal quarter slide background in blue 10">
            <a:extLst>
              <a:ext uri="{FF2B5EF4-FFF2-40B4-BE49-F238E27FC236}">
                <a16:creationId xmlns:a16="http://schemas.microsoft.com/office/drawing/2014/main" id="{56934FD7-EAAD-440F-E544-92E73AC3072C}"/>
              </a:ext>
            </a:extLst>
          </p:cNvPr>
          <p:cNvSpPr/>
          <p:nvPr/>
        </p:nvSpPr>
        <p:spPr bwMode="auto">
          <a:xfrm>
            <a:off x="0" y="10352"/>
            <a:ext cx="12191999" cy="1290819"/>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F7E6A5E5-23B1-BEEE-A5F0-C98192207CA6}"/>
              </a:ext>
            </a:extLst>
          </p:cNvPr>
          <p:cNvSpPr>
            <a:spLocks noGrp="1"/>
          </p:cNvSpPr>
          <p:nvPr>
            <p:ph type="title"/>
          </p:nvPr>
        </p:nvSpPr>
        <p:spPr>
          <a:xfrm>
            <a:off x="455220" y="252391"/>
            <a:ext cx="10959539" cy="508000"/>
          </a:xfrm>
        </p:spPr>
        <p:txBody>
          <a:bodyPr/>
          <a:lstStyle/>
          <a:p>
            <a:pPr fontAlgn="base">
              <a:spcAft>
                <a:spcPct val="0"/>
              </a:spcAft>
            </a:pPr>
            <a:r>
              <a:rPr lang="en-US" sz="2800" dirty="0">
                <a:solidFill>
                  <a:srgbClr val="000000"/>
                </a:solidFill>
                <a:latin typeface="IBM Plex Sans Light"/>
                <a:ea typeface="+mj-ea"/>
                <a:cs typeface="+mj-cs"/>
              </a:rPr>
              <a:t>Development Git Workflow – ETL Packages</a:t>
            </a:r>
          </a:p>
        </p:txBody>
      </p:sp>
      <p:sp>
        <p:nvSpPr>
          <p:cNvPr id="23" name="Slide Number Placeholder">
            <a:extLst>
              <a:ext uri="{FF2B5EF4-FFF2-40B4-BE49-F238E27FC236}">
                <a16:creationId xmlns:a16="http://schemas.microsoft.com/office/drawing/2014/main" id="{751F0AB8-564B-9D63-B11C-D7069B25A7C5}"/>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5</a:t>
            </a:fld>
            <a:endPar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sp>
        <p:nvSpPr>
          <p:cNvPr id="3" name="Footer Placeholder">
            <a:extLst>
              <a:ext uri="{FF2B5EF4-FFF2-40B4-BE49-F238E27FC236}">
                <a16:creationId xmlns:a16="http://schemas.microsoft.com/office/drawing/2014/main" id="{D3B96CFE-6378-64FF-B39E-B894B786AFB0}"/>
              </a:ext>
            </a:extLst>
          </p:cNvPr>
          <p:cNvSpPr txBox="1">
            <a:spLocks/>
          </p:cNvSpPr>
          <p:nvPr/>
        </p:nvSpPr>
        <p:spPr>
          <a:xfrm>
            <a:off x="-14088" y="6649686"/>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0000"/>
                </a:solidFill>
                <a:effectLst/>
                <a:uLnTx/>
                <a:uFillTx/>
                <a:latin typeface="IBM Plex Sans Regular"/>
                <a:ea typeface="+mn-ea"/>
                <a:cs typeface="+mn-cs"/>
              </a:rPr>
              <a:t> © 2024 IBM Corporation</a:t>
            </a:r>
          </a:p>
        </p:txBody>
      </p:sp>
      <p:sp>
        <p:nvSpPr>
          <p:cNvPr id="4" name="TextBox 3">
            <a:extLst>
              <a:ext uri="{FF2B5EF4-FFF2-40B4-BE49-F238E27FC236}">
                <a16:creationId xmlns:a16="http://schemas.microsoft.com/office/drawing/2014/main" id="{2F1AD373-1EDB-8AFB-3FAC-90331AFE0E67}"/>
              </a:ext>
            </a:extLst>
          </p:cNvPr>
          <p:cNvSpPr txBox="1"/>
          <p:nvPr/>
        </p:nvSpPr>
        <p:spPr>
          <a:xfrm>
            <a:off x="-2355925" y="-122637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2" name="Oval 11">
            <a:extLst>
              <a:ext uri="{FF2B5EF4-FFF2-40B4-BE49-F238E27FC236}">
                <a16:creationId xmlns:a16="http://schemas.microsoft.com/office/drawing/2014/main" id="{9B1D3592-E853-D5E9-98D2-BCB179380540}"/>
              </a:ext>
            </a:extLst>
          </p:cNvPr>
          <p:cNvSpPr>
            <a:spLocks noChangeAspect="1"/>
          </p:cNvSpPr>
          <p:nvPr/>
        </p:nvSpPr>
        <p:spPr bwMode="auto">
          <a:xfrm>
            <a:off x="2681798" y="3461443"/>
            <a:ext cx="144000" cy="144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1</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13" name="Oval 12">
            <a:extLst>
              <a:ext uri="{FF2B5EF4-FFF2-40B4-BE49-F238E27FC236}">
                <a16:creationId xmlns:a16="http://schemas.microsoft.com/office/drawing/2014/main" id="{345326E6-DA25-F00A-C555-9F99017B6BD7}"/>
              </a:ext>
            </a:extLst>
          </p:cNvPr>
          <p:cNvSpPr>
            <a:spLocks noChangeAspect="1"/>
          </p:cNvSpPr>
          <p:nvPr/>
        </p:nvSpPr>
        <p:spPr bwMode="auto">
          <a:xfrm>
            <a:off x="2962712" y="3192965"/>
            <a:ext cx="144000" cy="144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2</a:t>
            </a:r>
          </a:p>
        </p:txBody>
      </p:sp>
      <p:sp>
        <p:nvSpPr>
          <p:cNvPr id="19" name="Oval 18">
            <a:extLst>
              <a:ext uri="{FF2B5EF4-FFF2-40B4-BE49-F238E27FC236}">
                <a16:creationId xmlns:a16="http://schemas.microsoft.com/office/drawing/2014/main" id="{743767CB-0C71-5ED5-8E0E-CE781D848371}"/>
              </a:ext>
            </a:extLst>
          </p:cNvPr>
          <p:cNvSpPr>
            <a:spLocks noChangeAspect="1"/>
          </p:cNvSpPr>
          <p:nvPr/>
        </p:nvSpPr>
        <p:spPr bwMode="auto">
          <a:xfrm>
            <a:off x="3324637" y="2896245"/>
            <a:ext cx="144000" cy="144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3</a:t>
            </a:r>
          </a:p>
        </p:txBody>
      </p:sp>
      <p:grpSp>
        <p:nvGrpSpPr>
          <p:cNvPr id="64" name="Group 63">
            <a:extLst>
              <a:ext uri="{FF2B5EF4-FFF2-40B4-BE49-F238E27FC236}">
                <a16:creationId xmlns:a16="http://schemas.microsoft.com/office/drawing/2014/main" id="{EDAEBE78-F6E7-E4C6-2090-6A9EE0AE0335}"/>
              </a:ext>
            </a:extLst>
          </p:cNvPr>
          <p:cNvGrpSpPr/>
          <p:nvPr/>
        </p:nvGrpSpPr>
        <p:grpSpPr>
          <a:xfrm>
            <a:off x="7901350" y="4919614"/>
            <a:ext cx="4067361" cy="1213819"/>
            <a:chOff x="7901350" y="4934509"/>
            <a:chExt cx="4067361" cy="1213819"/>
          </a:xfrm>
        </p:grpSpPr>
        <p:sp>
          <p:nvSpPr>
            <p:cNvPr id="36" name="Oval 35">
              <a:extLst>
                <a:ext uri="{FF2B5EF4-FFF2-40B4-BE49-F238E27FC236}">
                  <a16:creationId xmlns:a16="http://schemas.microsoft.com/office/drawing/2014/main" id="{DD4CFA5E-3FFD-CE3B-DA95-BBDE5E567300}"/>
                </a:ext>
              </a:extLst>
            </p:cNvPr>
            <p:cNvSpPr>
              <a:spLocks noChangeAspect="1"/>
            </p:cNvSpPr>
            <p:nvPr/>
          </p:nvSpPr>
          <p:spPr bwMode="auto">
            <a:xfrm>
              <a:off x="8054542" y="5227837"/>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1</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39" name="Oval 38">
              <a:extLst>
                <a:ext uri="{FF2B5EF4-FFF2-40B4-BE49-F238E27FC236}">
                  <a16:creationId xmlns:a16="http://schemas.microsoft.com/office/drawing/2014/main" id="{A1CB292E-8FEA-14E2-3514-B5680E0D45FA}"/>
                </a:ext>
              </a:extLst>
            </p:cNvPr>
            <p:cNvSpPr>
              <a:spLocks noChangeAspect="1"/>
            </p:cNvSpPr>
            <p:nvPr/>
          </p:nvSpPr>
          <p:spPr bwMode="auto">
            <a:xfrm>
              <a:off x="8068717" y="5614157"/>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2</a:t>
              </a:r>
            </a:p>
          </p:txBody>
        </p:sp>
        <p:sp>
          <p:nvSpPr>
            <p:cNvPr id="41" name="TextBox 40">
              <a:extLst>
                <a:ext uri="{FF2B5EF4-FFF2-40B4-BE49-F238E27FC236}">
                  <a16:creationId xmlns:a16="http://schemas.microsoft.com/office/drawing/2014/main" id="{51EC249C-6A3C-61F9-E497-C83C77F2E5D3}"/>
                </a:ext>
              </a:extLst>
            </p:cNvPr>
            <p:cNvSpPr txBox="1"/>
            <p:nvPr/>
          </p:nvSpPr>
          <p:spPr>
            <a:xfrm>
              <a:off x="8541481" y="5199286"/>
              <a:ext cx="3402421"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US" sz="1000" kern="0" dirty="0">
                  <a:solidFill>
                    <a:srgbClr val="000000"/>
                  </a:solidFill>
                  <a:ea typeface="+mj-ea"/>
                  <a:cs typeface="+mj-cs"/>
                  <a:sym typeface="IBM Plex Sans Light"/>
                </a:rPr>
                <a:t>For the ETL packages merged into Development branch the Build Process will trigger automatically.</a:t>
              </a:r>
            </a:p>
          </p:txBody>
        </p:sp>
        <p:sp>
          <p:nvSpPr>
            <p:cNvPr id="43" name="TextBox 42">
              <a:extLst>
                <a:ext uri="{FF2B5EF4-FFF2-40B4-BE49-F238E27FC236}">
                  <a16:creationId xmlns:a16="http://schemas.microsoft.com/office/drawing/2014/main" id="{F6C8DB07-20EB-4D3B-5B83-92280CC5C138}"/>
                </a:ext>
              </a:extLst>
            </p:cNvPr>
            <p:cNvSpPr txBox="1"/>
            <p:nvPr/>
          </p:nvSpPr>
          <p:spPr>
            <a:xfrm>
              <a:off x="8566290" y="5617501"/>
              <a:ext cx="3402421"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CA" sz="1000" dirty="0"/>
                <a:t>The York team will handle the manual deployment to both the Development and Production environments.</a:t>
              </a:r>
              <a:endParaRPr lang="en-US" sz="1000" kern="0" dirty="0">
                <a:solidFill>
                  <a:srgbClr val="000000"/>
                </a:solidFill>
                <a:ea typeface="+mj-ea"/>
                <a:cs typeface="+mj-cs"/>
                <a:sym typeface="IBM Plex Sans Light"/>
              </a:endParaRPr>
            </a:p>
          </p:txBody>
        </p:sp>
        <p:sp>
          <p:nvSpPr>
            <p:cNvPr id="45" name="Rounded Rectangle 44">
              <a:extLst>
                <a:ext uri="{FF2B5EF4-FFF2-40B4-BE49-F238E27FC236}">
                  <a16:creationId xmlns:a16="http://schemas.microsoft.com/office/drawing/2014/main" id="{8196D53C-7DA3-DD3A-2046-8ED37A2BAB44}"/>
                </a:ext>
              </a:extLst>
            </p:cNvPr>
            <p:cNvSpPr/>
            <p:nvPr/>
          </p:nvSpPr>
          <p:spPr bwMode="auto">
            <a:xfrm>
              <a:off x="7901350" y="5039796"/>
              <a:ext cx="4053097" cy="1108532"/>
            </a:xfrm>
            <a:prstGeom prst="roundRect">
              <a:avLst>
                <a:gd name="adj" fmla="val 9084"/>
              </a:avLst>
            </a:prstGeom>
            <a:no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6" name="TextBox 45">
              <a:extLst>
                <a:ext uri="{FF2B5EF4-FFF2-40B4-BE49-F238E27FC236}">
                  <a16:creationId xmlns:a16="http://schemas.microsoft.com/office/drawing/2014/main" id="{270860F6-543C-8B06-01C4-C24A5F1BB520}"/>
                </a:ext>
              </a:extLst>
            </p:cNvPr>
            <p:cNvSpPr txBox="1"/>
            <p:nvPr/>
          </p:nvSpPr>
          <p:spPr>
            <a:xfrm>
              <a:off x="8420819" y="4934509"/>
              <a:ext cx="1027983" cy="217984"/>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6000" tIns="0" rIns="36000" bIns="0" rtlCol="0" anchor="ctr" anchorCtr="0">
              <a:noAutofit/>
            </a:bodyPr>
            <a:lstStyle/>
            <a:p>
              <a:pPr algn="l" defTabSz="2438400">
                <a:spcBef>
                  <a:spcPts val="2900"/>
                </a:spcBef>
                <a:buSzPct val="100000"/>
              </a:pPr>
              <a:r>
                <a:rPr lang="en-US" sz="1000" b="1" kern="0" dirty="0">
                  <a:solidFill>
                    <a:srgbClr val="000000"/>
                  </a:solidFill>
                  <a:ea typeface="+mj-ea"/>
                  <a:cs typeface="+mj-cs"/>
                  <a:sym typeface="IBM Plex Sans Light"/>
                </a:rPr>
                <a:t>DevOps Process</a:t>
              </a:r>
            </a:p>
          </p:txBody>
        </p:sp>
      </p:grpSp>
      <p:grpSp>
        <p:nvGrpSpPr>
          <p:cNvPr id="65" name="Group 64">
            <a:extLst>
              <a:ext uri="{FF2B5EF4-FFF2-40B4-BE49-F238E27FC236}">
                <a16:creationId xmlns:a16="http://schemas.microsoft.com/office/drawing/2014/main" id="{C50E8F81-4D17-9631-2CE7-6455E67D5527}"/>
              </a:ext>
            </a:extLst>
          </p:cNvPr>
          <p:cNvGrpSpPr/>
          <p:nvPr/>
        </p:nvGrpSpPr>
        <p:grpSpPr>
          <a:xfrm>
            <a:off x="1063457" y="4919614"/>
            <a:ext cx="5613790" cy="1685995"/>
            <a:chOff x="1063457" y="4919614"/>
            <a:chExt cx="5613790" cy="1685995"/>
          </a:xfrm>
        </p:grpSpPr>
        <p:sp>
          <p:nvSpPr>
            <p:cNvPr id="50" name="TextBox 49">
              <a:extLst>
                <a:ext uri="{FF2B5EF4-FFF2-40B4-BE49-F238E27FC236}">
                  <a16:creationId xmlns:a16="http://schemas.microsoft.com/office/drawing/2014/main" id="{A8A13BEA-561E-6B64-EADE-3A200755564F}"/>
                </a:ext>
              </a:extLst>
            </p:cNvPr>
            <p:cNvSpPr txBox="1"/>
            <p:nvPr/>
          </p:nvSpPr>
          <p:spPr>
            <a:xfrm>
              <a:off x="1703588" y="5152492"/>
              <a:ext cx="3867872"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US" sz="1000" kern="0" dirty="0">
                  <a:solidFill>
                    <a:srgbClr val="000000"/>
                  </a:solidFill>
                  <a:ea typeface="+mj-ea"/>
                  <a:cs typeface="+mj-cs"/>
                  <a:sym typeface="IBM Plex Sans Light"/>
                </a:rPr>
                <a:t>Once the migration changes for the ETL packages are complete, unit testing will be conducted in the local Visual Studio environment.</a:t>
              </a:r>
            </a:p>
          </p:txBody>
        </p:sp>
        <p:sp>
          <p:nvSpPr>
            <p:cNvPr id="51" name="TextBox 50">
              <a:extLst>
                <a:ext uri="{FF2B5EF4-FFF2-40B4-BE49-F238E27FC236}">
                  <a16:creationId xmlns:a16="http://schemas.microsoft.com/office/drawing/2014/main" id="{8687D6AC-84EF-0AD8-51A2-4180FEC75D85}"/>
                </a:ext>
              </a:extLst>
            </p:cNvPr>
            <p:cNvSpPr txBox="1"/>
            <p:nvPr/>
          </p:nvSpPr>
          <p:spPr>
            <a:xfrm>
              <a:off x="1728397" y="5570707"/>
              <a:ext cx="4587343" cy="8463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000"/>
              </a:lvl1pPr>
            </a:lstStyle>
            <a:p>
              <a:r>
                <a:rPr lang="en-US" dirty="0">
                  <a:sym typeface="IBM Plex Sans Light"/>
                </a:rPr>
                <a:t>Unit Testing will be limited to the following:</a:t>
              </a:r>
            </a:p>
            <a:p>
              <a:pPr marL="171450" indent="-171450">
                <a:buFont typeface="Arial" panose="020B0604020202020204" pitchFamily="34" charset="0"/>
                <a:buChar char="•"/>
              </a:pPr>
              <a:r>
                <a:rPr lang="en-US" dirty="0">
                  <a:sym typeface="IBM Plex Sans Light"/>
                </a:rPr>
                <a:t>Package executed successfully.</a:t>
              </a:r>
            </a:p>
            <a:p>
              <a:pPr marL="171450" indent="-171450">
                <a:buFont typeface="Arial" panose="020B0604020202020204" pitchFamily="34" charset="0"/>
                <a:buChar char="•"/>
              </a:pPr>
              <a:r>
                <a:rPr lang="en-US" strike="sngStrike" dirty="0">
                  <a:sym typeface="IBM Plex Sans Light"/>
                </a:rPr>
                <a:t>Data form source database are updated in the target database. </a:t>
              </a:r>
            </a:p>
            <a:p>
              <a:r>
                <a:rPr lang="en-US" dirty="0">
                  <a:sym typeface="IBM Plex Sans Light"/>
                </a:rPr>
                <a:t>Functional Testing or data consistency checking will be part of UAT.</a:t>
              </a:r>
            </a:p>
          </p:txBody>
        </p:sp>
        <p:sp>
          <p:nvSpPr>
            <p:cNvPr id="53" name="Rounded Rectangle 52">
              <a:extLst>
                <a:ext uri="{FF2B5EF4-FFF2-40B4-BE49-F238E27FC236}">
                  <a16:creationId xmlns:a16="http://schemas.microsoft.com/office/drawing/2014/main" id="{BC44D0E5-DB69-EE12-A412-30A85D29E4E7}"/>
                </a:ext>
              </a:extLst>
            </p:cNvPr>
            <p:cNvSpPr/>
            <p:nvPr/>
          </p:nvSpPr>
          <p:spPr bwMode="auto">
            <a:xfrm>
              <a:off x="1063457" y="4993002"/>
              <a:ext cx="5613790" cy="1612607"/>
            </a:xfrm>
            <a:prstGeom prst="roundRect">
              <a:avLst>
                <a:gd name="adj" fmla="val 9084"/>
              </a:avLst>
            </a:prstGeom>
            <a:no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4" name="TextBox 53">
              <a:extLst>
                <a:ext uri="{FF2B5EF4-FFF2-40B4-BE49-F238E27FC236}">
                  <a16:creationId xmlns:a16="http://schemas.microsoft.com/office/drawing/2014/main" id="{B1A4EC1A-8CDF-FE47-399E-7851DFC6A429}"/>
                </a:ext>
              </a:extLst>
            </p:cNvPr>
            <p:cNvSpPr txBox="1"/>
            <p:nvPr/>
          </p:nvSpPr>
          <p:spPr>
            <a:xfrm>
              <a:off x="1582926" y="4919614"/>
              <a:ext cx="1343410" cy="142252"/>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6000" tIns="0" rIns="36000" bIns="0" rtlCol="0" anchor="ctr" anchorCtr="0">
              <a:noAutofit/>
            </a:bodyPr>
            <a:lstStyle/>
            <a:p>
              <a:pPr algn="l" defTabSz="2438400">
                <a:spcBef>
                  <a:spcPts val="2900"/>
                </a:spcBef>
                <a:buSzPct val="100000"/>
              </a:pPr>
              <a:r>
                <a:rPr lang="en-US" sz="1000" b="1" kern="0" dirty="0">
                  <a:solidFill>
                    <a:srgbClr val="000000"/>
                  </a:solidFill>
                  <a:ea typeface="+mj-ea"/>
                  <a:cs typeface="+mj-cs"/>
                  <a:sym typeface="IBM Plex Sans Light"/>
                </a:rPr>
                <a:t>Unit Testing Process</a:t>
              </a:r>
            </a:p>
          </p:txBody>
        </p:sp>
        <p:sp>
          <p:nvSpPr>
            <p:cNvPr id="55" name="Oval 54">
              <a:extLst>
                <a:ext uri="{FF2B5EF4-FFF2-40B4-BE49-F238E27FC236}">
                  <a16:creationId xmlns:a16="http://schemas.microsoft.com/office/drawing/2014/main" id="{AE93B456-ED17-1DAE-B5E7-E28D89953192}"/>
                </a:ext>
              </a:extLst>
            </p:cNvPr>
            <p:cNvSpPr>
              <a:spLocks noChangeAspect="1"/>
            </p:cNvSpPr>
            <p:nvPr/>
          </p:nvSpPr>
          <p:spPr bwMode="auto">
            <a:xfrm>
              <a:off x="1311335" y="5118342"/>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1</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56" name="Oval 55">
              <a:extLst>
                <a:ext uri="{FF2B5EF4-FFF2-40B4-BE49-F238E27FC236}">
                  <a16:creationId xmlns:a16="http://schemas.microsoft.com/office/drawing/2014/main" id="{81314218-3650-8801-B35D-9DC9D6E3E4ED}"/>
                </a:ext>
              </a:extLst>
            </p:cNvPr>
            <p:cNvSpPr>
              <a:spLocks noChangeAspect="1"/>
            </p:cNvSpPr>
            <p:nvPr/>
          </p:nvSpPr>
          <p:spPr bwMode="auto">
            <a:xfrm>
              <a:off x="1314877" y="5536559"/>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2</a:t>
              </a:r>
            </a:p>
          </p:txBody>
        </p:sp>
      </p:grpSp>
      <p:sp>
        <p:nvSpPr>
          <p:cNvPr id="59" name="Oval 58">
            <a:extLst>
              <a:ext uri="{FF2B5EF4-FFF2-40B4-BE49-F238E27FC236}">
                <a16:creationId xmlns:a16="http://schemas.microsoft.com/office/drawing/2014/main" id="{C8EE8F1D-F868-19A8-E705-709E3164C4CC}"/>
              </a:ext>
            </a:extLst>
          </p:cNvPr>
          <p:cNvSpPr>
            <a:spLocks noChangeAspect="1"/>
          </p:cNvSpPr>
          <p:nvPr/>
        </p:nvSpPr>
        <p:spPr bwMode="auto">
          <a:xfrm>
            <a:off x="3689276" y="3441058"/>
            <a:ext cx="144000" cy="144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4</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grpSp>
        <p:nvGrpSpPr>
          <p:cNvPr id="66" name="Group 65">
            <a:extLst>
              <a:ext uri="{FF2B5EF4-FFF2-40B4-BE49-F238E27FC236}">
                <a16:creationId xmlns:a16="http://schemas.microsoft.com/office/drawing/2014/main" id="{599AE22D-9442-2C81-20A6-C75FDE51C237}"/>
              </a:ext>
            </a:extLst>
          </p:cNvPr>
          <p:cNvGrpSpPr/>
          <p:nvPr/>
        </p:nvGrpSpPr>
        <p:grpSpPr>
          <a:xfrm>
            <a:off x="7834014" y="1496640"/>
            <a:ext cx="4134697" cy="3232068"/>
            <a:chOff x="7834014" y="1656131"/>
            <a:chExt cx="4134697" cy="3232068"/>
          </a:xfrm>
        </p:grpSpPr>
        <p:sp>
          <p:nvSpPr>
            <p:cNvPr id="20" name="Oval 19">
              <a:extLst>
                <a:ext uri="{FF2B5EF4-FFF2-40B4-BE49-F238E27FC236}">
                  <a16:creationId xmlns:a16="http://schemas.microsoft.com/office/drawing/2014/main" id="{AFE0BEC9-97DB-FA9E-755E-20466245055D}"/>
                </a:ext>
              </a:extLst>
            </p:cNvPr>
            <p:cNvSpPr>
              <a:spLocks noChangeAspect="1"/>
            </p:cNvSpPr>
            <p:nvPr/>
          </p:nvSpPr>
          <p:spPr bwMode="auto">
            <a:xfrm>
              <a:off x="7987206" y="1949460"/>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1</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21" name="Oval 20">
              <a:extLst>
                <a:ext uri="{FF2B5EF4-FFF2-40B4-BE49-F238E27FC236}">
                  <a16:creationId xmlns:a16="http://schemas.microsoft.com/office/drawing/2014/main" id="{99999918-2164-BC93-B9C6-A5F855FCFEBF}"/>
                </a:ext>
              </a:extLst>
            </p:cNvPr>
            <p:cNvSpPr>
              <a:spLocks noChangeAspect="1"/>
            </p:cNvSpPr>
            <p:nvPr/>
          </p:nvSpPr>
          <p:spPr bwMode="auto">
            <a:xfrm>
              <a:off x="8001381" y="2335780"/>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2</a:t>
              </a:r>
            </a:p>
          </p:txBody>
        </p:sp>
        <p:sp>
          <p:nvSpPr>
            <p:cNvPr id="22" name="Oval 21">
              <a:extLst>
                <a:ext uri="{FF2B5EF4-FFF2-40B4-BE49-F238E27FC236}">
                  <a16:creationId xmlns:a16="http://schemas.microsoft.com/office/drawing/2014/main" id="{03DB378E-8CBC-A926-AB3F-A00F22D369A8}"/>
                </a:ext>
              </a:extLst>
            </p:cNvPr>
            <p:cNvSpPr>
              <a:spLocks noChangeAspect="1"/>
            </p:cNvSpPr>
            <p:nvPr/>
          </p:nvSpPr>
          <p:spPr bwMode="auto">
            <a:xfrm>
              <a:off x="8047455" y="3519553"/>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rPr>
                <a:t>3</a:t>
              </a:r>
            </a:p>
          </p:txBody>
        </p:sp>
        <p:sp>
          <p:nvSpPr>
            <p:cNvPr id="24" name="TextBox 23">
              <a:extLst>
                <a:ext uri="{FF2B5EF4-FFF2-40B4-BE49-F238E27FC236}">
                  <a16:creationId xmlns:a16="http://schemas.microsoft.com/office/drawing/2014/main" id="{8D7531FF-F0F2-BB93-483A-2E520B33EE99}"/>
                </a:ext>
              </a:extLst>
            </p:cNvPr>
            <p:cNvSpPr txBox="1"/>
            <p:nvPr/>
          </p:nvSpPr>
          <p:spPr>
            <a:xfrm>
              <a:off x="8474145" y="1920909"/>
              <a:ext cx="3402421"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US" sz="1000" kern="0" dirty="0">
                  <a:solidFill>
                    <a:srgbClr val="000000"/>
                  </a:solidFill>
                  <a:ea typeface="+mj-ea"/>
                  <a:cs typeface="+mj-cs"/>
                  <a:sym typeface="IBM Plex Sans Light"/>
                </a:rPr>
                <a:t>Developer creates the feature branch from Development Branch for ETL packages and starts the coding </a:t>
              </a:r>
            </a:p>
          </p:txBody>
        </p:sp>
        <p:sp>
          <p:nvSpPr>
            <p:cNvPr id="27" name="TextBox 26">
              <a:extLst>
                <a:ext uri="{FF2B5EF4-FFF2-40B4-BE49-F238E27FC236}">
                  <a16:creationId xmlns:a16="http://schemas.microsoft.com/office/drawing/2014/main" id="{9CAAFF11-F9D8-9468-F9EF-AD407E02FCED}"/>
                </a:ext>
              </a:extLst>
            </p:cNvPr>
            <p:cNvSpPr txBox="1"/>
            <p:nvPr/>
          </p:nvSpPr>
          <p:spPr>
            <a:xfrm>
              <a:off x="8498954" y="2339124"/>
              <a:ext cx="3402421" cy="11541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000"/>
              </a:lvl1pPr>
            </a:lstStyle>
            <a:p>
              <a:r>
                <a:rPr lang="en-CA" dirty="0"/>
                <a:t>Once development is complete and unit testing is done locally in Visual Studio, the developer will:</a:t>
              </a:r>
            </a:p>
            <a:p>
              <a:pPr marL="171450" indent="-171450">
                <a:buFont typeface="Arial" panose="020B0604020202020204" pitchFamily="34" charset="0"/>
                <a:buChar char="•"/>
              </a:pPr>
              <a:r>
                <a:rPr lang="en-CA" dirty="0"/>
                <a:t>Sync the code with the remote Git repository on the Development branch.</a:t>
              </a:r>
            </a:p>
            <a:p>
              <a:pPr marL="171450" indent="-171450">
                <a:buFont typeface="Arial" panose="020B0604020202020204" pitchFamily="34" charset="0"/>
                <a:buChar char="•"/>
              </a:pPr>
              <a:r>
                <a:rPr lang="en-CA" dirty="0"/>
                <a:t>Commit the code to the feature branch.</a:t>
              </a:r>
            </a:p>
            <a:p>
              <a:pPr marL="171450" indent="-171450">
                <a:buFont typeface="Arial" panose="020B0604020202020204" pitchFamily="34" charset="0"/>
                <a:buChar char="•"/>
              </a:pPr>
              <a:r>
                <a:rPr lang="en-CA" dirty="0"/>
                <a:t>Create a pull request to merge the code.</a:t>
              </a:r>
              <a:r>
                <a:rPr lang="en-US" dirty="0">
                  <a:sym typeface="IBM Plex Sans Light"/>
                </a:rPr>
                <a:t>  </a:t>
              </a:r>
            </a:p>
          </p:txBody>
        </p:sp>
        <p:sp>
          <p:nvSpPr>
            <p:cNvPr id="29" name="TextBox 28">
              <a:extLst>
                <a:ext uri="{FF2B5EF4-FFF2-40B4-BE49-F238E27FC236}">
                  <a16:creationId xmlns:a16="http://schemas.microsoft.com/office/drawing/2014/main" id="{04B319C7-C9A8-CB9B-745D-AEE134D1C683}"/>
                </a:ext>
              </a:extLst>
            </p:cNvPr>
            <p:cNvSpPr txBox="1"/>
            <p:nvPr/>
          </p:nvSpPr>
          <p:spPr>
            <a:xfrm>
              <a:off x="8506044" y="3561094"/>
              <a:ext cx="3402422" cy="6924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p>
              <a:pPr algn="l" defTabSz="2438400">
                <a:spcAft>
                  <a:spcPts val="600"/>
                </a:spcAft>
                <a:buSzPct val="100000"/>
              </a:pPr>
              <a:r>
                <a:rPr lang="en-US" sz="1000" dirty="0">
                  <a:sym typeface="IBM Plex Sans Light"/>
                </a:rPr>
                <a:t>Pull Request is being reviewed by the approver and merged into Development Branch:</a:t>
              </a:r>
            </a:p>
            <a:p>
              <a:pPr marL="171450" indent="-171450" algn="l" defTabSz="2438400">
                <a:buSzPct val="100000"/>
                <a:buFont typeface="Arial" panose="020B0604020202020204" pitchFamily="34" charset="0"/>
                <a:buChar char="•"/>
              </a:pPr>
              <a:r>
                <a:rPr lang="en-US" sz="1000" dirty="0">
                  <a:sym typeface="IBM Plex Sans Light"/>
                </a:rPr>
                <a:t>Automated CI/CD pipeline triggers to build the code and deploy it into Development environment</a:t>
              </a:r>
              <a:r>
                <a:rPr lang="en-US" sz="1000" kern="0" dirty="0">
                  <a:solidFill>
                    <a:srgbClr val="000000"/>
                  </a:solidFill>
                  <a:ea typeface="+mj-ea"/>
                  <a:cs typeface="+mj-cs"/>
                  <a:sym typeface="IBM Plex Sans Light"/>
                </a:rPr>
                <a:t>. </a:t>
              </a:r>
            </a:p>
          </p:txBody>
        </p:sp>
        <p:sp>
          <p:nvSpPr>
            <p:cNvPr id="34" name="Rounded Rectangle 33">
              <a:extLst>
                <a:ext uri="{FF2B5EF4-FFF2-40B4-BE49-F238E27FC236}">
                  <a16:creationId xmlns:a16="http://schemas.microsoft.com/office/drawing/2014/main" id="{5B1CD1AD-C199-AEFA-D5CD-06C9679775A5}"/>
                </a:ext>
              </a:extLst>
            </p:cNvPr>
            <p:cNvSpPr/>
            <p:nvPr/>
          </p:nvSpPr>
          <p:spPr bwMode="auto">
            <a:xfrm>
              <a:off x="7834014" y="1761418"/>
              <a:ext cx="4134697" cy="3126781"/>
            </a:xfrm>
            <a:prstGeom prst="roundRect">
              <a:avLst>
                <a:gd name="adj" fmla="val 6704"/>
              </a:avLst>
            </a:prstGeom>
            <a:no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5" name="TextBox 34">
              <a:extLst>
                <a:ext uri="{FF2B5EF4-FFF2-40B4-BE49-F238E27FC236}">
                  <a16:creationId xmlns:a16="http://schemas.microsoft.com/office/drawing/2014/main" id="{16609D9D-E320-E298-81D0-A0D84186F627}"/>
                </a:ext>
              </a:extLst>
            </p:cNvPr>
            <p:cNvSpPr txBox="1"/>
            <p:nvPr/>
          </p:nvSpPr>
          <p:spPr>
            <a:xfrm>
              <a:off x="8353483" y="1656131"/>
              <a:ext cx="1343410" cy="222745"/>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6000" tIns="0" rIns="36000" bIns="0" rtlCol="0" anchor="ctr" anchorCtr="0">
              <a:noAutofit/>
            </a:bodyPr>
            <a:lstStyle/>
            <a:p>
              <a:pPr algn="l" defTabSz="2438400">
                <a:spcBef>
                  <a:spcPts val="2900"/>
                </a:spcBef>
                <a:buSzPct val="100000"/>
              </a:pPr>
              <a:r>
                <a:rPr lang="en-US" sz="1000" b="1" kern="0" dirty="0">
                  <a:solidFill>
                    <a:srgbClr val="000000"/>
                  </a:solidFill>
                  <a:ea typeface="+mj-ea"/>
                  <a:cs typeface="+mj-cs"/>
                  <a:sym typeface="IBM Plex Sans Light"/>
                </a:rPr>
                <a:t>Development Process</a:t>
              </a:r>
            </a:p>
          </p:txBody>
        </p:sp>
        <p:sp>
          <p:nvSpPr>
            <p:cNvPr id="60" name="Oval 59">
              <a:extLst>
                <a:ext uri="{FF2B5EF4-FFF2-40B4-BE49-F238E27FC236}">
                  <a16:creationId xmlns:a16="http://schemas.microsoft.com/office/drawing/2014/main" id="{1C7E1985-39A4-C280-DE6D-EDE76463CDB7}"/>
                </a:ext>
              </a:extLst>
            </p:cNvPr>
            <p:cNvSpPr>
              <a:spLocks noChangeAspect="1"/>
            </p:cNvSpPr>
            <p:nvPr/>
          </p:nvSpPr>
          <p:spPr bwMode="auto">
            <a:xfrm>
              <a:off x="8075808" y="4366594"/>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4</a:t>
              </a:r>
            </a:p>
          </p:txBody>
        </p:sp>
        <p:sp>
          <p:nvSpPr>
            <p:cNvPr id="62" name="TextBox 61">
              <a:extLst>
                <a:ext uri="{FF2B5EF4-FFF2-40B4-BE49-F238E27FC236}">
                  <a16:creationId xmlns:a16="http://schemas.microsoft.com/office/drawing/2014/main" id="{A9A0793A-FC76-1F64-3E27-96678B553403}"/>
                </a:ext>
              </a:extLst>
            </p:cNvPr>
            <p:cNvSpPr txBox="1"/>
            <p:nvPr/>
          </p:nvSpPr>
          <p:spPr>
            <a:xfrm>
              <a:off x="8562748" y="4369942"/>
              <a:ext cx="3155814"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CA" sz="1000" dirty="0"/>
                <a:t>Any defects identified during the code merge review process will follow steps 1 to 3 for resolution</a:t>
              </a:r>
              <a:endParaRPr lang="en-US" sz="1000" kern="0" dirty="0">
                <a:solidFill>
                  <a:srgbClr val="000000"/>
                </a:solidFill>
                <a:ea typeface="+mj-ea"/>
                <a:cs typeface="+mj-cs"/>
                <a:sym typeface="IBM Plex Sans Light"/>
              </a:endParaRPr>
            </a:p>
          </p:txBody>
        </p:sp>
      </p:grpSp>
      <p:pic>
        <p:nvPicPr>
          <p:cNvPr id="7" name="Graphic 6" descr="Badge Tick1 outline">
            <a:extLst>
              <a:ext uri="{FF2B5EF4-FFF2-40B4-BE49-F238E27FC236}">
                <a16:creationId xmlns:a16="http://schemas.microsoft.com/office/drawing/2014/main" id="{DEABE257-72F3-B2AE-BD58-BDBFF3EE048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70807" y="3337821"/>
            <a:ext cx="263373" cy="263373"/>
          </a:xfrm>
          <a:prstGeom prst="rect">
            <a:avLst/>
          </a:prstGeom>
        </p:spPr>
      </p:pic>
      <p:pic>
        <p:nvPicPr>
          <p:cNvPr id="9" name="Graphic 8" descr="Badge Tick1 outline">
            <a:extLst>
              <a:ext uri="{FF2B5EF4-FFF2-40B4-BE49-F238E27FC236}">
                <a16:creationId xmlns:a16="http://schemas.microsoft.com/office/drawing/2014/main" id="{B2D5E3A7-08D0-FF86-AB7A-515CE576E9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62093" y="6386313"/>
            <a:ext cx="263373" cy="263373"/>
          </a:xfrm>
          <a:prstGeom prst="rect">
            <a:avLst/>
          </a:prstGeom>
        </p:spPr>
      </p:pic>
      <p:sp>
        <p:nvSpPr>
          <p:cNvPr id="10" name="TextBox 9">
            <a:extLst>
              <a:ext uri="{FF2B5EF4-FFF2-40B4-BE49-F238E27FC236}">
                <a16:creationId xmlns:a16="http://schemas.microsoft.com/office/drawing/2014/main" id="{0A4BD872-566A-CDA6-F34C-803EA4A217CE}"/>
              </a:ext>
            </a:extLst>
          </p:cNvPr>
          <p:cNvSpPr txBox="1"/>
          <p:nvPr/>
        </p:nvSpPr>
        <p:spPr>
          <a:xfrm>
            <a:off x="7552747" y="6446930"/>
            <a:ext cx="2295671" cy="263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r>
              <a:rPr lang="en-US" sz="1200" b="1" kern="0" dirty="0">
                <a:solidFill>
                  <a:srgbClr val="000000"/>
                </a:solidFill>
                <a:ea typeface="+mj-ea"/>
                <a:cs typeface="+mj-cs"/>
                <a:sym typeface="IBM Plex Sans Light"/>
              </a:rPr>
              <a:t>Milestone</a:t>
            </a:r>
          </a:p>
        </p:txBody>
      </p:sp>
    </p:spTree>
    <p:extLst>
      <p:ext uri="{BB962C8B-B14F-4D97-AF65-F5344CB8AC3E}">
        <p14:creationId xmlns:p14="http://schemas.microsoft.com/office/powerpoint/2010/main" val="1920289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11A51-3431-751E-20AD-9B99E8C7DB72}"/>
            </a:ext>
          </a:extLst>
        </p:cNvPr>
        <p:cNvGrpSpPr/>
        <p:nvPr/>
      </p:nvGrpSpPr>
      <p:grpSpPr>
        <a:xfrm>
          <a:off x="0" y="0"/>
          <a:ext cx="0" cy="0"/>
          <a:chOff x="0" y="0"/>
          <a:chExt cx="0" cy="0"/>
        </a:xfrm>
      </p:grpSpPr>
      <p:pic>
        <p:nvPicPr>
          <p:cNvPr id="13" name="Picture 12" descr="A screenshot of a computer&#10;&#10;Description automatically generated">
            <a:extLst>
              <a:ext uri="{FF2B5EF4-FFF2-40B4-BE49-F238E27FC236}">
                <a16:creationId xmlns:a16="http://schemas.microsoft.com/office/drawing/2014/main" id="{04493B11-4973-7FD1-768D-170D99B15C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548" y="1313676"/>
            <a:ext cx="8714413" cy="3526455"/>
          </a:xfrm>
          <a:prstGeom prst="rect">
            <a:avLst/>
          </a:prstGeom>
        </p:spPr>
      </p:pic>
      <p:sp>
        <p:nvSpPr>
          <p:cNvPr id="6" name="Rectangle 5" descr="Horizontal quarter slide background in blue 10">
            <a:extLst>
              <a:ext uri="{FF2B5EF4-FFF2-40B4-BE49-F238E27FC236}">
                <a16:creationId xmlns:a16="http://schemas.microsoft.com/office/drawing/2014/main" id="{089A822C-FC33-142A-3BB0-BAD2C80A52D2}"/>
              </a:ext>
            </a:extLst>
          </p:cNvPr>
          <p:cNvSpPr/>
          <p:nvPr/>
        </p:nvSpPr>
        <p:spPr bwMode="auto">
          <a:xfrm>
            <a:off x="0" y="10352"/>
            <a:ext cx="12191999" cy="1290819"/>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FB0AB797-1903-5FE4-5A41-A22620D96F90}"/>
              </a:ext>
            </a:extLst>
          </p:cNvPr>
          <p:cNvSpPr>
            <a:spLocks noGrp="1"/>
          </p:cNvSpPr>
          <p:nvPr>
            <p:ph type="title"/>
          </p:nvPr>
        </p:nvSpPr>
        <p:spPr>
          <a:xfrm>
            <a:off x="455220" y="252391"/>
            <a:ext cx="10959539" cy="508000"/>
          </a:xfrm>
        </p:spPr>
        <p:txBody>
          <a:bodyPr/>
          <a:lstStyle/>
          <a:p>
            <a:pPr fontAlgn="base">
              <a:spcAft>
                <a:spcPct val="0"/>
              </a:spcAft>
            </a:pPr>
            <a:r>
              <a:rPr lang="en-US" sz="2800" dirty="0">
                <a:solidFill>
                  <a:srgbClr val="000000"/>
                </a:solidFill>
                <a:latin typeface="IBM Plex Sans Light"/>
                <a:ea typeface="+mj-ea"/>
                <a:cs typeface="+mj-cs"/>
              </a:rPr>
              <a:t>Development</a:t>
            </a:r>
            <a:r>
              <a:rPr lang="en-US" sz="2800">
                <a:solidFill>
                  <a:srgbClr val="000000"/>
                </a:solidFill>
                <a:latin typeface="IBM Plex Sans Light"/>
                <a:ea typeface="+mj-ea"/>
                <a:cs typeface="+mj-cs"/>
              </a:rPr>
              <a:t>/Migration </a:t>
            </a:r>
            <a:r>
              <a:rPr lang="en-US" sz="2800" dirty="0">
                <a:solidFill>
                  <a:srgbClr val="000000"/>
                </a:solidFill>
                <a:latin typeface="IBM Plex Sans Light"/>
                <a:ea typeface="+mj-ea"/>
                <a:cs typeface="+mj-cs"/>
              </a:rPr>
              <a:t>Workflow – ETL Packages</a:t>
            </a:r>
          </a:p>
        </p:txBody>
      </p:sp>
      <p:sp>
        <p:nvSpPr>
          <p:cNvPr id="23" name="Slide Number Placeholder">
            <a:extLst>
              <a:ext uri="{FF2B5EF4-FFF2-40B4-BE49-F238E27FC236}">
                <a16:creationId xmlns:a16="http://schemas.microsoft.com/office/drawing/2014/main" id="{80EEBC80-9880-DAE5-43F3-523187FBC75C}"/>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6</a:t>
            </a:fld>
            <a:endPar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sp>
        <p:nvSpPr>
          <p:cNvPr id="3" name="Footer Placeholder">
            <a:extLst>
              <a:ext uri="{FF2B5EF4-FFF2-40B4-BE49-F238E27FC236}">
                <a16:creationId xmlns:a16="http://schemas.microsoft.com/office/drawing/2014/main" id="{B4430DBB-71C6-DC9D-F811-6FDB41231125}"/>
              </a:ext>
            </a:extLst>
          </p:cNvPr>
          <p:cNvSpPr txBox="1">
            <a:spLocks/>
          </p:cNvSpPr>
          <p:nvPr/>
        </p:nvSpPr>
        <p:spPr>
          <a:xfrm>
            <a:off x="31758" y="6609500"/>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0000"/>
                </a:solidFill>
                <a:effectLst/>
                <a:uLnTx/>
                <a:uFillTx/>
                <a:latin typeface="IBM Plex Sans Regular"/>
                <a:ea typeface="+mn-ea"/>
                <a:cs typeface="+mn-cs"/>
              </a:rPr>
              <a:t>© 2024 IBM Corporation</a:t>
            </a:r>
          </a:p>
        </p:txBody>
      </p:sp>
      <p:sp>
        <p:nvSpPr>
          <p:cNvPr id="4" name="TextBox 3">
            <a:extLst>
              <a:ext uri="{FF2B5EF4-FFF2-40B4-BE49-F238E27FC236}">
                <a16:creationId xmlns:a16="http://schemas.microsoft.com/office/drawing/2014/main" id="{EAA9321D-E981-F280-05FC-5B0A863719AF}"/>
              </a:ext>
            </a:extLst>
          </p:cNvPr>
          <p:cNvSpPr txBox="1"/>
          <p:nvPr/>
        </p:nvSpPr>
        <p:spPr>
          <a:xfrm>
            <a:off x="-2355925" y="-122637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0" name="Right Arrow 9">
            <a:extLst>
              <a:ext uri="{FF2B5EF4-FFF2-40B4-BE49-F238E27FC236}">
                <a16:creationId xmlns:a16="http://schemas.microsoft.com/office/drawing/2014/main" id="{BD81D60F-0BFE-579E-AB0C-40493D033F64}"/>
              </a:ext>
            </a:extLst>
          </p:cNvPr>
          <p:cNvSpPr/>
          <p:nvPr/>
        </p:nvSpPr>
        <p:spPr bwMode="auto">
          <a:xfrm>
            <a:off x="4528969" y="2284927"/>
            <a:ext cx="1835140" cy="1361916"/>
          </a:xfrm>
          <a:prstGeom prst="rightArrow">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400" b="1" i="0" u="none" strike="noStrike" cap="none" normalizeH="0" baseline="0" dirty="0">
                <a:ln>
                  <a:noFill/>
                </a:ln>
                <a:solidFill>
                  <a:schemeClr val="tx1"/>
                </a:solidFill>
                <a:effectLst/>
                <a:latin typeface="+mn-lt"/>
              </a:rPr>
              <a:t>After Code Change</a:t>
            </a:r>
          </a:p>
        </p:txBody>
      </p:sp>
      <p:sp>
        <p:nvSpPr>
          <p:cNvPr id="11" name="TextBox 10">
            <a:extLst>
              <a:ext uri="{FF2B5EF4-FFF2-40B4-BE49-F238E27FC236}">
                <a16:creationId xmlns:a16="http://schemas.microsoft.com/office/drawing/2014/main" id="{30AAEBC1-E7F1-3E6A-5BB2-63E51869A00E}"/>
              </a:ext>
            </a:extLst>
          </p:cNvPr>
          <p:cNvSpPr txBox="1"/>
          <p:nvPr/>
        </p:nvSpPr>
        <p:spPr>
          <a:xfrm>
            <a:off x="204676" y="5042952"/>
            <a:ext cx="4441371" cy="14157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000"/>
            </a:lvl1pPr>
          </a:lstStyle>
          <a:p>
            <a:r>
              <a:rPr lang="en-US" sz="1200" dirty="0">
                <a:sym typeface="IBM Plex Sans Light"/>
              </a:rPr>
              <a:t>Assumption: </a:t>
            </a:r>
          </a:p>
          <a:p>
            <a:pPr marL="171450" indent="-171450">
              <a:buFont typeface="Arial" panose="020B0604020202020204" pitchFamily="34" charset="0"/>
              <a:buChar char="•"/>
            </a:pPr>
            <a:r>
              <a:rPr lang="en-US" sz="1200" dirty="0">
                <a:sym typeface="IBM Plex Sans Light"/>
              </a:rPr>
              <a:t>T-2017 and T-2022 are identical</a:t>
            </a:r>
          </a:p>
          <a:p>
            <a:pPr marL="171450" indent="-171450">
              <a:buFont typeface="Arial" panose="020B0604020202020204" pitchFamily="34" charset="0"/>
              <a:buChar char="•"/>
            </a:pPr>
            <a:r>
              <a:rPr lang="en-US" sz="1200" dirty="0">
                <a:sym typeface="IBM Plex Sans Light"/>
              </a:rPr>
              <a:t>DW-2017 and DW-2022 are identical</a:t>
            </a:r>
          </a:p>
          <a:p>
            <a:pPr marL="171450" indent="-171450">
              <a:buFont typeface="Arial" panose="020B0604020202020204" pitchFamily="34" charset="0"/>
              <a:buChar char="•"/>
            </a:pPr>
            <a:r>
              <a:rPr lang="en-US" sz="1200" dirty="0">
                <a:sym typeface="IBM Plex Sans Light"/>
              </a:rPr>
              <a:t>Unit Testing will be performed on the record count as follows:</a:t>
            </a:r>
          </a:p>
          <a:p>
            <a:pPr marL="628650" lvl="1" indent="-171450">
              <a:buFont typeface="Arial" panose="020B0604020202020204" pitchFamily="34" charset="0"/>
              <a:buChar char="•"/>
            </a:pPr>
            <a:r>
              <a:rPr lang="en-US" sz="1200" dirty="0">
                <a:sym typeface="IBM Plex Sans Light"/>
              </a:rPr>
              <a:t>Verify record count of T-2017  and T-2022 ( 1A = 1B)</a:t>
            </a:r>
          </a:p>
          <a:p>
            <a:pPr marL="628650" lvl="1" indent="-171450">
              <a:buFont typeface="Arial" panose="020B0604020202020204" pitchFamily="34" charset="0"/>
              <a:buChar char="•"/>
            </a:pPr>
            <a:r>
              <a:rPr lang="en-US" sz="1200" dirty="0">
                <a:sym typeface="IBM Plex Sans Light"/>
              </a:rPr>
              <a:t>Verify record count of T-2017  and T-2022 ( 2A = 2B)</a:t>
            </a:r>
          </a:p>
        </p:txBody>
      </p:sp>
      <p:sp>
        <p:nvSpPr>
          <p:cNvPr id="7" name="TextBox 6">
            <a:extLst>
              <a:ext uri="{FF2B5EF4-FFF2-40B4-BE49-F238E27FC236}">
                <a16:creationId xmlns:a16="http://schemas.microsoft.com/office/drawing/2014/main" id="{3D673D05-5BD6-F6AE-8544-EF35D456DB52}"/>
              </a:ext>
            </a:extLst>
          </p:cNvPr>
          <p:cNvSpPr txBox="1"/>
          <p:nvPr/>
        </p:nvSpPr>
        <p:spPr>
          <a:xfrm>
            <a:off x="9526320" y="3318229"/>
            <a:ext cx="2665680" cy="3495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2438400">
              <a:spcBef>
                <a:spcPts val="2900"/>
              </a:spcBef>
              <a:buSzPct val="100000"/>
            </a:pPr>
            <a:r>
              <a:rPr lang="en-US" sz="1000" b="1" kern="0" dirty="0">
                <a:ea typeface="+mj-ea"/>
                <a:cs typeface="+mj-cs"/>
                <a:sym typeface="IBM Plex Sans Light"/>
              </a:rPr>
              <a:t>2022 </a:t>
            </a:r>
            <a:r>
              <a:rPr lang="en-US" sz="1000" b="1" kern="0" dirty="0">
                <a:ea typeface="+mj-ea"/>
                <a:cs typeface="+mj-cs"/>
                <a:sym typeface="Wingdings" pitchFamily="2" charset="2"/>
              </a:rPr>
              <a:t>  5 </a:t>
            </a:r>
            <a:r>
              <a:rPr lang="en-US" sz="1000" dirty="0">
                <a:sym typeface="Wingdings" pitchFamily="2" charset="2"/>
              </a:rPr>
              <a:t>databases</a:t>
            </a:r>
            <a:r>
              <a:rPr lang="en-US" sz="1000" b="1" kern="0" dirty="0">
                <a:ea typeface="+mj-ea"/>
                <a:cs typeface="+mj-cs"/>
                <a:sym typeface="Wingdings" pitchFamily="2" charset="2"/>
              </a:rPr>
              <a:t>  ( 1 DW, 4 Transaction)</a:t>
            </a:r>
            <a:r>
              <a:rPr lang="en-US" sz="1000" b="1" kern="0" dirty="0">
                <a:ea typeface="+mj-ea"/>
                <a:cs typeface="+mj-cs"/>
                <a:sym typeface="IBM Plex Sans Light"/>
              </a:rPr>
              <a:t> </a:t>
            </a:r>
          </a:p>
        </p:txBody>
      </p:sp>
      <p:sp>
        <p:nvSpPr>
          <p:cNvPr id="9" name="TextBox 8">
            <a:extLst>
              <a:ext uri="{FF2B5EF4-FFF2-40B4-BE49-F238E27FC236}">
                <a16:creationId xmlns:a16="http://schemas.microsoft.com/office/drawing/2014/main" id="{8A523B98-ECF2-AEE0-B463-520CABF48676}"/>
              </a:ext>
            </a:extLst>
          </p:cNvPr>
          <p:cNvSpPr txBox="1"/>
          <p:nvPr/>
        </p:nvSpPr>
        <p:spPr>
          <a:xfrm>
            <a:off x="5747272" y="4811286"/>
            <a:ext cx="6240052" cy="20467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200"/>
            </a:lvl1pPr>
            <a:lvl2pPr marL="628650" lvl="1" indent="-171450">
              <a:buFont typeface="Arial" panose="020B0604020202020204" pitchFamily="34" charset="0"/>
              <a:buChar char="•"/>
              <a:defRPr sz="1200"/>
            </a:lvl2pPr>
          </a:lstStyle>
          <a:p>
            <a:r>
              <a:rPr lang="en-US" b="1" strike="sngStrike" dirty="0">
                <a:sym typeface="IBM Plex Sans Light"/>
              </a:rPr>
              <a:t>Unit Testing Strategy (YRT_ETL_MDW_MFP)</a:t>
            </a:r>
            <a:r>
              <a:rPr lang="en-US" strike="sngStrike" dirty="0">
                <a:sym typeface="IBM Plex Sans Light"/>
              </a:rPr>
              <a:t>: </a:t>
            </a:r>
          </a:p>
          <a:p>
            <a:pPr marL="228600" indent="-228600">
              <a:buFont typeface="+mj-lt"/>
              <a:buAutoNum type="arabicPeriod"/>
            </a:pPr>
            <a:r>
              <a:rPr lang="en-CA" strike="sngStrike" dirty="0"/>
              <a:t>Get a snapshot of all the tables for YRT_ETL_MDW_MFP for transaction tables (OperationDataStore and Enriched DB) on a specific date for MSQL Server - 2017</a:t>
            </a:r>
          </a:p>
          <a:p>
            <a:pPr marL="228600" indent="-228600">
              <a:buFont typeface="+mj-lt"/>
              <a:buAutoNum type="arabicPeriod"/>
            </a:pPr>
            <a:r>
              <a:rPr lang="en-CA" strike="sngStrike" dirty="0"/>
              <a:t>Get the count of records all transaction tables (MSQL Server – 2017) </a:t>
            </a:r>
          </a:p>
          <a:p>
            <a:pPr marL="228600" indent="-228600">
              <a:buFont typeface="+mj-lt"/>
              <a:buAutoNum type="arabicPeriod"/>
            </a:pPr>
            <a:r>
              <a:rPr lang="en-CA" strike="sngStrike" dirty="0">
                <a:solidFill>
                  <a:srgbClr val="FF0000"/>
                </a:solidFill>
              </a:rPr>
              <a:t>Get the count of records in the associated DataMart database (MSQL Server – 2017)</a:t>
            </a:r>
          </a:p>
          <a:p>
            <a:pPr marL="228600" indent="-228600">
              <a:buFont typeface="+mj-lt"/>
              <a:buAutoNum type="arabicPeriod"/>
            </a:pPr>
            <a:r>
              <a:rPr lang="en-CA" strike="sngStrike" dirty="0"/>
              <a:t> Load all the tables for YRT_ETL_MDW_MFP for transaction tables (OperationDataStore and Enriched DB) on a specific date for MSQL Server – 2022</a:t>
            </a:r>
          </a:p>
          <a:p>
            <a:pPr marL="228600" indent="-228600">
              <a:buFont typeface="+mj-lt"/>
              <a:buAutoNum type="arabicPeriod"/>
            </a:pPr>
            <a:r>
              <a:rPr lang="en-CA" strike="sngStrike" dirty="0"/>
              <a:t>After code migration run the YRT_ETL_MDW_MFP packages and count the records in </a:t>
            </a:r>
            <a:r>
              <a:rPr lang="en-CA" strike="sngStrike" dirty="0">
                <a:solidFill>
                  <a:srgbClr val="FF0000"/>
                </a:solidFill>
              </a:rPr>
              <a:t>associated DataMart database (MSQL Server – 2022)</a:t>
            </a:r>
            <a:endParaRPr lang="en-CA" strike="sngStrike" dirty="0"/>
          </a:p>
        </p:txBody>
      </p:sp>
      <p:grpSp>
        <p:nvGrpSpPr>
          <p:cNvPr id="12" name="Group 11">
            <a:extLst>
              <a:ext uri="{FF2B5EF4-FFF2-40B4-BE49-F238E27FC236}">
                <a16:creationId xmlns:a16="http://schemas.microsoft.com/office/drawing/2014/main" id="{F7D73C6C-6343-1888-FE1C-A6B39E1B4816}"/>
              </a:ext>
            </a:extLst>
          </p:cNvPr>
          <p:cNvGrpSpPr/>
          <p:nvPr/>
        </p:nvGrpSpPr>
        <p:grpSpPr>
          <a:xfrm>
            <a:off x="5747272" y="5747934"/>
            <a:ext cx="5209277" cy="664779"/>
            <a:chOff x="760023" y="4964875"/>
            <a:chExt cx="5209277" cy="664779"/>
          </a:xfrm>
        </p:grpSpPr>
        <p:cxnSp>
          <p:nvCxnSpPr>
            <p:cNvPr id="14" name="Straight Connector 13">
              <a:extLst>
                <a:ext uri="{FF2B5EF4-FFF2-40B4-BE49-F238E27FC236}">
                  <a16:creationId xmlns:a16="http://schemas.microsoft.com/office/drawing/2014/main" id="{A4B0DC36-FF93-B89C-3D1D-DA9928208A7B}"/>
                </a:ext>
              </a:extLst>
            </p:cNvPr>
            <p:cNvCxnSpPr/>
            <p:nvPr/>
          </p:nvCxnSpPr>
          <p:spPr bwMode="auto">
            <a:xfrm>
              <a:off x="843148" y="5068984"/>
              <a:ext cx="5126152"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528BE77D-7E8E-465D-B82E-D9FC8FFFA68B}"/>
                </a:ext>
              </a:extLst>
            </p:cNvPr>
            <p:cNvCxnSpPr>
              <a:cxnSpLocks/>
            </p:cNvCxnSpPr>
            <p:nvPr/>
          </p:nvCxnSpPr>
          <p:spPr bwMode="auto">
            <a:xfrm>
              <a:off x="843148" y="4964875"/>
              <a:ext cx="0" cy="25386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B284D257-731D-C5D4-BB43-64D2F1C1CD73}"/>
                </a:ext>
              </a:extLst>
            </p:cNvPr>
            <p:cNvCxnSpPr>
              <a:cxnSpLocks/>
            </p:cNvCxnSpPr>
            <p:nvPr/>
          </p:nvCxnSpPr>
          <p:spPr bwMode="auto">
            <a:xfrm>
              <a:off x="2020785" y="4964875"/>
              <a:ext cx="0" cy="25386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85E5A2EB-139E-662F-0D94-946802CD5824}"/>
                </a:ext>
              </a:extLst>
            </p:cNvPr>
            <p:cNvCxnSpPr>
              <a:cxnSpLocks/>
            </p:cNvCxnSpPr>
            <p:nvPr/>
          </p:nvCxnSpPr>
          <p:spPr bwMode="auto">
            <a:xfrm>
              <a:off x="3198422" y="4964875"/>
              <a:ext cx="0" cy="25386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B169C07-D1EE-A578-246E-D9E26EF939EF}"/>
                </a:ext>
              </a:extLst>
            </p:cNvPr>
            <p:cNvCxnSpPr>
              <a:cxnSpLocks/>
            </p:cNvCxnSpPr>
            <p:nvPr/>
          </p:nvCxnSpPr>
          <p:spPr bwMode="auto">
            <a:xfrm>
              <a:off x="4376058" y="4964875"/>
              <a:ext cx="0" cy="25386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13E2A8F1-21F1-CA35-B5A9-5255453657D7}"/>
                </a:ext>
              </a:extLst>
            </p:cNvPr>
            <p:cNvSpPr txBox="1"/>
            <p:nvPr/>
          </p:nvSpPr>
          <p:spPr>
            <a:xfrm>
              <a:off x="760023" y="5244933"/>
              <a:ext cx="712516" cy="3847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200" b="1"/>
              </a:lvl1pPr>
              <a:lvl2pPr marL="628650" lvl="1" indent="-171450">
                <a:buFont typeface="Arial" panose="020B0604020202020204" pitchFamily="34" charset="0"/>
                <a:buChar char="•"/>
                <a:defRPr sz="1200"/>
              </a:lvl2pPr>
            </a:lstStyle>
            <a:p>
              <a:r>
                <a:rPr lang="en-US" sz="1000" b="0" dirty="0">
                  <a:sym typeface="IBM Plex Sans Light"/>
                </a:rPr>
                <a:t>D1</a:t>
              </a:r>
            </a:p>
            <a:p>
              <a:r>
                <a:rPr lang="en-US" sz="1000" b="0" dirty="0">
                  <a:sym typeface="IBM Plex Sans Light"/>
                </a:rPr>
                <a:t>[1,2,3]</a:t>
              </a:r>
            </a:p>
          </p:txBody>
        </p:sp>
        <p:sp>
          <p:nvSpPr>
            <p:cNvPr id="20" name="TextBox 19">
              <a:extLst>
                <a:ext uri="{FF2B5EF4-FFF2-40B4-BE49-F238E27FC236}">
                  <a16:creationId xmlns:a16="http://schemas.microsoft.com/office/drawing/2014/main" id="{EBDDBEAE-6038-EF8B-C46E-96B89F84896B}"/>
                </a:ext>
              </a:extLst>
            </p:cNvPr>
            <p:cNvSpPr txBox="1"/>
            <p:nvPr/>
          </p:nvSpPr>
          <p:spPr>
            <a:xfrm>
              <a:off x="1921824" y="5244933"/>
              <a:ext cx="275108" cy="3847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000" b="0"/>
              </a:lvl1pPr>
              <a:lvl2pPr marL="628650" lvl="1" indent="-171450">
                <a:buFont typeface="Arial" panose="020B0604020202020204" pitchFamily="34" charset="0"/>
                <a:buChar char="•"/>
                <a:defRPr sz="1200"/>
              </a:lvl2pPr>
            </a:lstStyle>
            <a:p>
              <a:r>
                <a:rPr lang="en-US" dirty="0">
                  <a:sym typeface="IBM Plex Sans Light"/>
                </a:rPr>
                <a:t>D2</a:t>
              </a:r>
            </a:p>
            <a:p>
              <a:r>
                <a:rPr lang="en-US" dirty="0">
                  <a:sym typeface="IBM Plex Sans Light"/>
                </a:rPr>
                <a:t>[4]</a:t>
              </a:r>
            </a:p>
          </p:txBody>
        </p:sp>
        <p:sp>
          <p:nvSpPr>
            <p:cNvPr id="21" name="TextBox 20">
              <a:extLst>
                <a:ext uri="{FF2B5EF4-FFF2-40B4-BE49-F238E27FC236}">
                  <a16:creationId xmlns:a16="http://schemas.microsoft.com/office/drawing/2014/main" id="{6EA18362-45CD-FA35-E83C-997785B58F21}"/>
                </a:ext>
              </a:extLst>
            </p:cNvPr>
            <p:cNvSpPr txBox="1"/>
            <p:nvPr/>
          </p:nvSpPr>
          <p:spPr>
            <a:xfrm>
              <a:off x="3107373" y="5244933"/>
              <a:ext cx="189999" cy="1920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r>
                <a:rPr lang="en-US" sz="1000" kern="0" dirty="0">
                  <a:solidFill>
                    <a:srgbClr val="000000"/>
                  </a:solidFill>
                  <a:ea typeface="+mj-ea"/>
                  <a:cs typeface="+mj-cs"/>
                  <a:sym typeface="IBM Plex Sans Light"/>
                </a:rPr>
                <a:t>D3</a:t>
              </a:r>
            </a:p>
          </p:txBody>
        </p:sp>
        <p:sp>
          <p:nvSpPr>
            <p:cNvPr id="22" name="TextBox 21">
              <a:extLst>
                <a:ext uri="{FF2B5EF4-FFF2-40B4-BE49-F238E27FC236}">
                  <a16:creationId xmlns:a16="http://schemas.microsoft.com/office/drawing/2014/main" id="{A2FF3469-04EC-FD25-7555-93D4F6748C61}"/>
                </a:ext>
              </a:extLst>
            </p:cNvPr>
            <p:cNvSpPr txBox="1"/>
            <p:nvPr/>
          </p:nvSpPr>
          <p:spPr>
            <a:xfrm>
              <a:off x="4271159" y="5244933"/>
              <a:ext cx="275108" cy="3847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000" b="0"/>
              </a:lvl1pPr>
              <a:lvl2pPr marL="628650" lvl="1" indent="-171450">
                <a:buFont typeface="Arial" panose="020B0604020202020204" pitchFamily="34" charset="0"/>
                <a:buChar char="•"/>
                <a:defRPr sz="1200"/>
              </a:lvl2pPr>
            </a:lstStyle>
            <a:p>
              <a:r>
                <a:rPr lang="en-US" dirty="0">
                  <a:sym typeface="IBM Plex Sans Light"/>
                </a:rPr>
                <a:t>D4</a:t>
              </a:r>
            </a:p>
            <a:p>
              <a:r>
                <a:rPr lang="en-US" dirty="0">
                  <a:sym typeface="IBM Plex Sans Light"/>
                </a:rPr>
                <a:t>[5]</a:t>
              </a:r>
            </a:p>
          </p:txBody>
        </p:sp>
      </p:grpSp>
    </p:spTree>
    <p:extLst>
      <p:ext uri="{BB962C8B-B14F-4D97-AF65-F5344CB8AC3E}">
        <p14:creationId xmlns:p14="http://schemas.microsoft.com/office/powerpoint/2010/main" val="1338069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7B95E-5506-FEC2-978B-75E515A6775F}"/>
            </a:ext>
          </a:extLst>
        </p:cNvPr>
        <p:cNvGrpSpPr/>
        <p:nvPr/>
      </p:nvGrpSpPr>
      <p:grpSpPr>
        <a:xfrm>
          <a:off x="0" y="0"/>
          <a:ext cx="0" cy="0"/>
          <a:chOff x="0" y="0"/>
          <a:chExt cx="0" cy="0"/>
        </a:xfrm>
      </p:grpSpPr>
      <p:sp>
        <p:nvSpPr>
          <p:cNvPr id="6" name="Rectangle 5" descr="Horizontal quarter slide background in blue 10">
            <a:extLst>
              <a:ext uri="{FF2B5EF4-FFF2-40B4-BE49-F238E27FC236}">
                <a16:creationId xmlns:a16="http://schemas.microsoft.com/office/drawing/2014/main" id="{29CC79C6-5CF8-F182-8EB6-78EDEDA1C423}"/>
              </a:ext>
            </a:extLst>
          </p:cNvPr>
          <p:cNvSpPr/>
          <p:nvPr/>
        </p:nvSpPr>
        <p:spPr bwMode="auto">
          <a:xfrm>
            <a:off x="0" y="10352"/>
            <a:ext cx="12191999" cy="1290819"/>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6F4275CF-9AAB-0A4D-2342-E8EC63EC9980}"/>
              </a:ext>
            </a:extLst>
          </p:cNvPr>
          <p:cNvSpPr>
            <a:spLocks noGrp="1"/>
          </p:cNvSpPr>
          <p:nvPr>
            <p:ph type="title"/>
          </p:nvPr>
        </p:nvSpPr>
        <p:spPr>
          <a:xfrm>
            <a:off x="455220" y="252391"/>
            <a:ext cx="10959539" cy="508000"/>
          </a:xfrm>
        </p:spPr>
        <p:txBody>
          <a:bodyPr/>
          <a:lstStyle/>
          <a:p>
            <a:pPr fontAlgn="base">
              <a:spcAft>
                <a:spcPct val="0"/>
              </a:spcAft>
            </a:pPr>
            <a:r>
              <a:rPr lang="en-US" sz="2800" dirty="0">
                <a:solidFill>
                  <a:srgbClr val="000000"/>
                </a:solidFill>
                <a:latin typeface="IBM Plex Sans Light"/>
                <a:ea typeface="+mj-ea"/>
                <a:cs typeface="+mj-cs"/>
              </a:rPr>
              <a:t>Development </a:t>
            </a:r>
            <a:r>
              <a:rPr lang="en-US" sz="2800" dirty="0">
                <a:solidFill>
                  <a:srgbClr val="000000"/>
                </a:solidFill>
                <a:latin typeface="IBM Plex Sans Light"/>
              </a:rPr>
              <a:t>and </a:t>
            </a:r>
            <a:r>
              <a:rPr lang="en-US" sz="2800" dirty="0">
                <a:solidFill>
                  <a:srgbClr val="000000"/>
                </a:solidFill>
                <a:latin typeface="IBM Plex Sans Light"/>
                <a:ea typeface="+mj-ea"/>
                <a:cs typeface="+mj-cs"/>
              </a:rPr>
              <a:t>DevOps Workflow – Analytical Cubes</a:t>
            </a:r>
          </a:p>
        </p:txBody>
      </p:sp>
      <p:sp>
        <p:nvSpPr>
          <p:cNvPr id="23" name="Slide Number Placeholder">
            <a:extLst>
              <a:ext uri="{FF2B5EF4-FFF2-40B4-BE49-F238E27FC236}">
                <a16:creationId xmlns:a16="http://schemas.microsoft.com/office/drawing/2014/main" id="{4B37347B-FB89-3411-335D-367E1404ED07}"/>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7</a:t>
            </a:fld>
            <a:endPar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sp>
        <p:nvSpPr>
          <p:cNvPr id="3" name="Footer Placeholder">
            <a:extLst>
              <a:ext uri="{FF2B5EF4-FFF2-40B4-BE49-F238E27FC236}">
                <a16:creationId xmlns:a16="http://schemas.microsoft.com/office/drawing/2014/main" id="{50340944-8706-0243-C986-D248789CD5FC}"/>
              </a:ext>
            </a:extLst>
          </p:cNvPr>
          <p:cNvSpPr txBox="1">
            <a:spLocks/>
          </p:cNvSpPr>
          <p:nvPr/>
        </p:nvSpPr>
        <p:spPr>
          <a:xfrm>
            <a:off x="304890" y="6639053"/>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0000"/>
                </a:solidFill>
                <a:effectLst/>
                <a:uLnTx/>
                <a:uFillTx/>
                <a:latin typeface="IBM Plex Sans Regular"/>
                <a:ea typeface="+mn-ea"/>
                <a:cs typeface="+mn-cs"/>
              </a:rPr>
              <a:t> © 2024 IBM Corporation</a:t>
            </a:r>
          </a:p>
        </p:txBody>
      </p:sp>
      <p:sp>
        <p:nvSpPr>
          <p:cNvPr id="4" name="TextBox 3">
            <a:extLst>
              <a:ext uri="{FF2B5EF4-FFF2-40B4-BE49-F238E27FC236}">
                <a16:creationId xmlns:a16="http://schemas.microsoft.com/office/drawing/2014/main" id="{6401D05A-C7D1-861A-30E8-B7910AEEA3DC}"/>
              </a:ext>
            </a:extLst>
          </p:cNvPr>
          <p:cNvSpPr txBox="1"/>
          <p:nvPr/>
        </p:nvSpPr>
        <p:spPr>
          <a:xfrm>
            <a:off x="-2355925" y="-122637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2" name="Oval 11">
            <a:extLst>
              <a:ext uri="{FF2B5EF4-FFF2-40B4-BE49-F238E27FC236}">
                <a16:creationId xmlns:a16="http://schemas.microsoft.com/office/drawing/2014/main" id="{BC0BBA22-9771-A933-2752-AB4C6350B1F8}"/>
              </a:ext>
            </a:extLst>
          </p:cNvPr>
          <p:cNvSpPr>
            <a:spLocks noChangeAspect="1"/>
          </p:cNvSpPr>
          <p:nvPr/>
        </p:nvSpPr>
        <p:spPr bwMode="auto">
          <a:xfrm>
            <a:off x="2171433" y="3259420"/>
            <a:ext cx="144000" cy="144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1</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13" name="Oval 12">
            <a:extLst>
              <a:ext uri="{FF2B5EF4-FFF2-40B4-BE49-F238E27FC236}">
                <a16:creationId xmlns:a16="http://schemas.microsoft.com/office/drawing/2014/main" id="{922F22F4-1B49-D088-FF29-AFD7B622CBB7}"/>
              </a:ext>
            </a:extLst>
          </p:cNvPr>
          <p:cNvSpPr>
            <a:spLocks noChangeAspect="1"/>
          </p:cNvSpPr>
          <p:nvPr/>
        </p:nvSpPr>
        <p:spPr bwMode="auto">
          <a:xfrm>
            <a:off x="2898914" y="3033471"/>
            <a:ext cx="144000" cy="144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2</a:t>
            </a:r>
          </a:p>
        </p:txBody>
      </p:sp>
      <p:sp>
        <p:nvSpPr>
          <p:cNvPr id="19" name="Oval 18">
            <a:extLst>
              <a:ext uri="{FF2B5EF4-FFF2-40B4-BE49-F238E27FC236}">
                <a16:creationId xmlns:a16="http://schemas.microsoft.com/office/drawing/2014/main" id="{E2DDA71C-121F-7C6A-3018-7A764648DB1E}"/>
              </a:ext>
            </a:extLst>
          </p:cNvPr>
          <p:cNvSpPr>
            <a:spLocks noChangeAspect="1"/>
          </p:cNvSpPr>
          <p:nvPr/>
        </p:nvSpPr>
        <p:spPr bwMode="auto">
          <a:xfrm>
            <a:off x="3271472" y="2736753"/>
            <a:ext cx="144000" cy="144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3</a:t>
            </a:r>
          </a:p>
        </p:txBody>
      </p:sp>
      <p:sp>
        <p:nvSpPr>
          <p:cNvPr id="20" name="Oval 19">
            <a:extLst>
              <a:ext uri="{FF2B5EF4-FFF2-40B4-BE49-F238E27FC236}">
                <a16:creationId xmlns:a16="http://schemas.microsoft.com/office/drawing/2014/main" id="{F1B41332-A92E-E84D-2AA5-70C4BF1BFD6B}"/>
              </a:ext>
            </a:extLst>
          </p:cNvPr>
          <p:cNvSpPr>
            <a:spLocks noChangeAspect="1"/>
          </p:cNvSpPr>
          <p:nvPr/>
        </p:nvSpPr>
        <p:spPr bwMode="auto">
          <a:xfrm>
            <a:off x="7987206" y="1949460"/>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1</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21" name="Oval 20">
            <a:extLst>
              <a:ext uri="{FF2B5EF4-FFF2-40B4-BE49-F238E27FC236}">
                <a16:creationId xmlns:a16="http://schemas.microsoft.com/office/drawing/2014/main" id="{1A457712-13D5-B8EB-8745-1156D7AE98D8}"/>
              </a:ext>
            </a:extLst>
          </p:cNvPr>
          <p:cNvSpPr>
            <a:spLocks noChangeAspect="1"/>
          </p:cNvSpPr>
          <p:nvPr/>
        </p:nvSpPr>
        <p:spPr bwMode="auto">
          <a:xfrm>
            <a:off x="8001381" y="2335780"/>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2</a:t>
            </a:r>
          </a:p>
        </p:txBody>
      </p:sp>
      <p:sp>
        <p:nvSpPr>
          <p:cNvPr id="22" name="Oval 21">
            <a:extLst>
              <a:ext uri="{FF2B5EF4-FFF2-40B4-BE49-F238E27FC236}">
                <a16:creationId xmlns:a16="http://schemas.microsoft.com/office/drawing/2014/main" id="{C59E07A4-2AC7-A390-80AB-C752F8FBD240}"/>
              </a:ext>
            </a:extLst>
          </p:cNvPr>
          <p:cNvSpPr>
            <a:spLocks noChangeAspect="1"/>
          </p:cNvSpPr>
          <p:nvPr/>
        </p:nvSpPr>
        <p:spPr bwMode="auto">
          <a:xfrm>
            <a:off x="8015556" y="3009183"/>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rPr>
              <a:t>3</a:t>
            </a:r>
          </a:p>
        </p:txBody>
      </p:sp>
      <p:sp>
        <p:nvSpPr>
          <p:cNvPr id="24" name="TextBox 23">
            <a:extLst>
              <a:ext uri="{FF2B5EF4-FFF2-40B4-BE49-F238E27FC236}">
                <a16:creationId xmlns:a16="http://schemas.microsoft.com/office/drawing/2014/main" id="{7BAFE985-8D7C-723C-1505-2A5017819AF1}"/>
              </a:ext>
            </a:extLst>
          </p:cNvPr>
          <p:cNvSpPr txBox="1"/>
          <p:nvPr/>
        </p:nvSpPr>
        <p:spPr>
          <a:xfrm>
            <a:off x="8474145" y="1920909"/>
            <a:ext cx="3402421"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US" sz="1000" kern="0" dirty="0">
                <a:solidFill>
                  <a:srgbClr val="000000"/>
                </a:solidFill>
                <a:ea typeface="+mj-ea"/>
                <a:cs typeface="+mj-cs"/>
                <a:sym typeface="IBM Plex Sans Light"/>
              </a:rPr>
              <a:t>Developer creates the feature branch from Development Branch for ETL packages and starts the coding </a:t>
            </a:r>
          </a:p>
        </p:txBody>
      </p:sp>
      <p:sp>
        <p:nvSpPr>
          <p:cNvPr id="27" name="TextBox 26">
            <a:extLst>
              <a:ext uri="{FF2B5EF4-FFF2-40B4-BE49-F238E27FC236}">
                <a16:creationId xmlns:a16="http://schemas.microsoft.com/office/drawing/2014/main" id="{4953B870-4816-F27C-E293-9AD5A79E8875}"/>
              </a:ext>
            </a:extLst>
          </p:cNvPr>
          <p:cNvSpPr txBox="1"/>
          <p:nvPr/>
        </p:nvSpPr>
        <p:spPr>
          <a:xfrm>
            <a:off x="8498954" y="2339124"/>
            <a:ext cx="3402421"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CA" sz="1000" dirty="0"/>
              <a:t>Once development is complete and unit testing is done in Visual Studio, the developer will sync the code with the remote Git repository (Development branch) and create a pull request to merge the code.</a:t>
            </a:r>
            <a:r>
              <a:rPr lang="en-US" sz="1000" kern="0" dirty="0">
                <a:solidFill>
                  <a:srgbClr val="000000"/>
                </a:solidFill>
                <a:ea typeface="+mj-ea"/>
                <a:cs typeface="+mj-cs"/>
                <a:sym typeface="IBM Plex Sans Light"/>
              </a:rPr>
              <a:t>  </a:t>
            </a:r>
          </a:p>
        </p:txBody>
      </p:sp>
      <p:sp>
        <p:nvSpPr>
          <p:cNvPr id="29" name="TextBox 28">
            <a:extLst>
              <a:ext uri="{FF2B5EF4-FFF2-40B4-BE49-F238E27FC236}">
                <a16:creationId xmlns:a16="http://schemas.microsoft.com/office/drawing/2014/main" id="{C4D9FCCA-1C74-6122-CD85-3095A88DB763}"/>
              </a:ext>
            </a:extLst>
          </p:cNvPr>
          <p:cNvSpPr txBox="1"/>
          <p:nvPr/>
        </p:nvSpPr>
        <p:spPr>
          <a:xfrm>
            <a:off x="8474145" y="3050724"/>
            <a:ext cx="3402422" cy="8463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p>
            <a:pPr algn="l" defTabSz="2438400">
              <a:spcAft>
                <a:spcPts val="600"/>
              </a:spcAft>
              <a:buSzPct val="100000"/>
            </a:pPr>
            <a:r>
              <a:rPr lang="en-US" sz="1000" dirty="0">
                <a:sym typeface="IBM Plex Sans Light"/>
              </a:rPr>
              <a:t>Pull Request is being reviewed by the approver and merged into Development Branch.</a:t>
            </a:r>
          </a:p>
          <a:p>
            <a:pPr algn="l" defTabSz="2438400">
              <a:buSzPct val="100000"/>
            </a:pPr>
            <a:r>
              <a:rPr lang="en-US" sz="1000" dirty="0">
                <a:sym typeface="IBM Plex Sans Light"/>
              </a:rPr>
              <a:t>Once merging is complete, automated CI/CD pipeline triggers to build the code and deploy it into Development environment</a:t>
            </a:r>
            <a:r>
              <a:rPr lang="en-US" sz="1000" kern="0" dirty="0">
                <a:solidFill>
                  <a:srgbClr val="000000"/>
                </a:solidFill>
                <a:ea typeface="+mj-ea"/>
                <a:cs typeface="+mj-cs"/>
                <a:sym typeface="IBM Plex Sans Light"/>
              </a:rPr>
              <a:t>. </a:t>
            </a:r>
          </a:p>
        </p:txBody>
      </p:sp>
      <p:sp>
        <p:nvSpPr>
          <p:cNvPr id="34" name="Rounded Rectangle 33">
            <a:extLst>
              <a:ext uri="{FF2B5EF4-FFF2-40B4-BE49-F238E27FC236}">
                <a16:creationId xmlns:a16="http://schemas.microsoft.com/office/drawing/2014/main" id="{C5C35316-1F31-9E12-DC31-7ADEACF139CB}"/>
              </a:ext>
            </a:extLst>
          </p:cNvPr>
          <p:cNvSpPr/>
          <p:nvPr/>
        </p:nvSpPr>
        <p:spPr bwMode="auto">
          <a:xfrm>
            <a:off x="7834014" y="1761419"/>
            <a:ext cx="4053097" cy="2700672"/>
          </a:xfrm>
          <a:prstGeom prst="roundRect">
            <a:avLst>
              <a:gd name="adj" fmla="val 9084"/>
            </a:avLst>
          </a:prstGeom>
          <a:no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5" name="TextBox 34">
            <a:extLst>
              <a:ext uri="{FF2B5EF4-FFF2-40B4-BE49-F238E27FC236}">
                <a16:creationId xmlns:a16="http://schemas.microsoft.com/office/drawing/2014/main" id="{457D8603-DA11-6A7A-AE2E-CD14E432F6AA}"/>
              </a:ext>
            </a:extLst>
          </p:cNvPr>
          <p:cNvSpPr txBox="1"/>
          <p:nvPr/>
        </p:nvSpPr>
        <p:spPr>
          <a:xfrm>
            <a:off x="8353483" y="1656131"/>
            <a:ext cx="1343410" cy="222745"/>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6000" tIns="0" rIns="36000" bIns="0" rtlCol="0" anchor="ctr" anchorCtr="0">
            <a:noAutofit/>
          </a:bodyPr>
          <a:lstStyle/>
          <a:p>
            <a:pPr algn="l" defTabSz="2438400">
              <a:spcBef>
                <a:spcPts val="2900"/>
              </a:spcBef>
              <a:buSzPct val="100000"/>
            </a:pPr>
            <a:r>
              <a:rPr lang="en-US" sz="1000" b="1" kern="0" dirty="0">
                <a:solidFill>
                  <a:srgbClr val="000000"/>
                </a:solidFill>
                <a:ea typeface="+mj-ea"/>
                <a:cs typeface="+mj-cs"/>
                <a:sym typeface="IBM Plex Sans Light"/>
              </a:rPr>
              <a:t>Development Process</a:t>
            </a:r>
          </a:p>
        </p:txBody>
      </p:sp>
      <p:sp>
        <p:nvSpPr>
          <p:cNvPr id="50" name="TextBox 49">
            <a:extLst>
              <a:ext uri="{FF2B5EF4-FFF2-40B4-BE49-F238E27FC236}">
                <a16:creationId xmlns:a16="http://schemas.microsoft.com/office/drawing/2014/main" id="{1AC323A7-7EC1-2F29-EF2F-2FF9B0FBA674}"/>
              </a:ext>
            </a:extLst>
          </p:cNvPr>
          <p:cNvSpPr txBox="1"/>
          <p:nvPr/>
        </p:nvSpPr>
        <p:spPr>
          <a:xfrm>
            <a:off x="1703588" y="5152492"/>
            <a:ext cx="3867872"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US" sz="1000" kern="0" dirty="0">
                <a:solidFill>
                  <a:srgbClr val="000000"/>
                </a:solidFill>
                <a:ea typeface="+mj-ea"/>
                <a:cs typeface="+mj-cs"/>
                <a:sym typeface="IBM Plex Sans Light"/>
              </a:rPr>
              <a:t>Once the migration changes for the ETL packages are complete, unit testing will be conducted in the local Visual Studio environment.</a:t>
            </a:r>
          </a:p>
        </p:txBody>
      </p:sp>
      <p:sp>
        <p:nvSpPr>
          <p:cNvPr id="51" name="TextBox 50">
            <a:extLst>
              <a:ext uri="{FF2B5EF4-FFF2-40B4-BE49-F238E27FC236}">
                <a16:creationId xmlns:a16="http://schemas.microsoft.com/office/drawing/2014/main" id="{58060EFD-1C3C-0078-3D86-5A388270FA29}"/>
              </a:ext>
            </a:extLst>
          </p:cNvPr>
          <p:cNvSpPr txBox="1"/>
          <p:nvPr/>
        </p:nvSpPr>
        <p:spPr>
          <a:xfrm>
            <a:off x="1728397" y="5570707"/>
            <a:ext cx="4587343" cy="8463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000" tIns="0" rIns="0" bIns="0" rtlCol="0">
            <a:spAutoFit/>
          </a:bodyPr>
          <a:lstStyle>
            <a:defPPr>
              <a:defRPr lang="en-US"/>
            </a:defPPr>
            <a:lvl1pPr defTabSz="2438400">
              <a:spcAft>
                <a:spcPts val="600"/>
              </a:spcAft>
              <a:buSzPct val="100000"/>
              <a:defRPr sz="1000"/>
            </a:lvl1pPr>
          </a:lstStyle>
          <a:p>
            <a:r>
              <a:rPr lang="en-US" dirty="0">
                <a:sym typeface="IBM Plex Sans Light"/>
              </a:rPr>
              <a:t>Unit Testing will be limited to the following:</a:t>
            </a:r>
          </a:p>
          <a:p>
            <a:pPr marL="171450" indent="-171450">
              <a:buFont typeface="Arial" panose="020B0604020202020204" pitchFamily="34" charset="0"/>
              <a:buChar char="•"/>
            </a:pPr>
            <a:r>
              <a:rPr lang="en-US" dirty="0">
                <a:sym typeface="IBM Plex Sans Light"/>
              </a:rPr>
              <a:t>Package executed successfully</a:t>
            </a:r>
          </a:p>
          <a:p>
            <a:pPr marL="171450" indent="-171450">
              <a:buFont typeface="Arial" panose="020B0604020202020204" pitchFamily="34" charset="0"/>
              <a:buChar char="•"/>
            </a:pPr>
            <a:r>
              <a:rPr lang="en-US" dirty="0">
                <a:sym typeface="IBM Plex Sans Light"/>
              </a:rPr>
              <a:t>Data form source database are updated in the target database. </a:t>
            </a:r>
          </a:p>
          <a:p>
            <a:r>
              <a:rPr lang="en-US" dirty="0">
                <a:sym typeface="IBM Plex Sans Light"/>
              </a:rPr>
              <a:t>Functional Testing or data consistency checking will be part of UAT.</a:t>
            </a:r>
          </a:p>
        </p:txBody>
      </p:sp>
      <p:sp>
        <p:nvSpPr>
          <p:cNvPr id="53" name="Rounded Rectangle 52">
            <a:extLst>
              <a:ext uri="{FF2B5EF4-FFF2-40B4-BE49-F238E27FC236}">
                <a16:creationId xmlns:a16="http://schemas.microsoft.com/office/drawing/2014/main" id="{6E2BEBA1-67B0-BCCD-EF0E-CB1F5D348B21}"/>
              </a:ext>
            </a:extLst>
          </p:cNvPr>
          <p:cNvSpPr/>
          <p:nvPr/>
        </p:nvSpPr>
        <p:spPr bwMode="auto">
          <a:xfrm>
            <a:off x="1063457" y="4993002"/>
            <a:ext cx="5613790" cy="1612607"/>
          </a:xfrm>
          <a:prstGeom prst="roundRect">
            <a:avLst>
              <a:gd name="adj" fmla="val 9084"/>
            </a:avLst>
          </a:prstGeom>
          <a:no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4" name="TextBox 53">
            <a:extLst>
              <a:ext uri="{FF2B5EF4-FFF2-40B4-BE49-F238E27FC236}">
                <a16:creationId xmlns:a16="http://schemas.microsoft.com/office/drawing/2014/main" id="{DDF05DAD-C673-F652-4844-2E4ABB1D0843}"/>
              </a:ext>
            </a:extLst>
          </p:cNvPr>
          <p:cNvSpPr txBox="1"/>
          <p:nvPr/>
        </p:nvSpPr>
        <p:spPr>
          <a:xfrm>
            <a:off x="1582926" y="4919614"/>
            <a:ext cx="1343410" cy="142252"/>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6000" tIns="0" rIns="36000" bIns="0" rtlCol="0" anchor="ctr" anchorCtr="0">
            <a:noAutofit/>
          </a:bodyPr>
          <a:lstStyle/>
          <a:p>
            <a:pPr algn="l" defTabSz="2438400">
              <a:spcBef>
                <a:spcPts val="2900"/>
              </a:spcBef>
              <a:buSzPct val="100000"/>
            </a:pPr>
            <a:r>
              <a:rPr lang="en-US" sz="1000" b="1" kern="0" dirty="0">
                <a:solidFill>
                  <a:srgbClr val="000000"/>
                </a:solidFill>
                <a:ea typeface="+mj-ea"/>
                <a:cs typeface="+mj-cs"/>
                <a:sym typeface="IBM Plex Sans Light"/>
              </a:rPr>
              <a:t>Unit Testing Process</a:t>
            </a:r>
          </a:p>
        </p:txBody>
      </p:sp>
      <p:sp>
        <p:nvSpPr>
          <p:cNvPr id="55" name="Oval 54">
            <a:extLst>
              <a:ext uri="{FF2B5EF4-FFF2-40B4-BE49-F238E27FC236}">
                <a16:creationId xmlns:a16="http://schemas.microsoft.com/office/drawing/2014/main" id="{6EC69059-EE1A-736D-3FB4-009598914EE6}"/>
              </a:ext>
            </a:extLst>
          </p:cNvPr>
          <p:cNvSpPr>
            <a:spLocks noChangeAspect="1"/>
          </p:cNvSpPr>
          <p:nvPr/>
        </p:nvSpPr>
        <p:spPr bwMode="auto">
          <a:xfrm>
            <a:off x="1311335" y="5118342"/>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1</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56" name="Oval 55">
            <a:extLst>
              <a:ext uri="{FF2B5EF4-FFF2-40B4-BE49-F238E27FC236}">
                <a16:creationId xmlns:a16="http://schemas.microsoft.com/office/drawing/2014/main" id="{186840EA-26FD-D8AD-51E3-D576B4C709FB}"/>
              </a:ext>
            </a:extLst>
          </p:cNvPr>
          <p:cNvSpPr>
            <a:spLocks noChangeAspect="1"/>
          </p:cNvSpPr>
          <p:nvPr/>
        </p:nvSpPr>
        <p:spPr bwMode="auto">
          <a:xfrm>
            <a:off x="1314877" y="5536559"/>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2</a:t>
            </a:r>
          </a:p>
        </p:txBody>
      </p:sp>
      <p:sp>
        <p:nvSpPr>
          <p:cNvPr id="59" name="Oval 58">
            <a:extLst>
              <a:ext uri="{FF2B5EF4-FFF2-40B4-BE49-F238E27FC236}">
                <a16:creationId xmlns:a16="http://schemas.microsoft.com/office/drawing/2014/main" id="{AC1834CE-95F0-DF8B-D93B-388DED4E8D55}"/>
              </a:ext>
            </a:extLst>
          </p:cNvPr>
          <p:cNvSpPr>
            <a:spLocks noChangeAspect="1"/>
          </p:cNvSpPr>
          <p:nvPr/>
        </p:nvSpPr>
        <p:spPr bwMode="auto">
          <a:xfrm>
            <a:off x="3710539" y="3270935"/>
            <a:ext cx="144000" cy="144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800" b="1" dirty="0">
                <a:ln w="0"/>
                <a:solidFill>
                  <a:schemeClr val="tx1"/>
                </a:solidFill>
                <a:effectLst>
                  <a:outerShdw blurRad="38100" dist="19050" dir="2700000" algn="tl" rotWithShape="0">
                    <a:schemeClr val="dk1">
                      <a:alpha val="40000"/>
                    </a:schemeClr>
                  </a:outerShdw>
                </a:effectLst>
              </a:rPr>
              <a:t>4</a:t>
            </a:r>
            <a:endPar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60" name="Oval 59">
            <a:extLst>
              <a:ext uri="{FF2B5EF4-FFF2-40B4-BE49-F238E27FC236}">
                <a16:creationId xmlns:a16="http://schemas.microsoft.com/office/drawing/2014/main" id="{6F842624-CCC9-AFEC-F3BF-55A6DB02B38F}"/>
              </a:ext>
            </a:extLst>
          </p:cNvPr>
          <p:cNvSpPr>
            <a:spLocks noChangeAspect="1"/>
          </p:cNvSpPr>
          <p:nvPr/>
        </p:nvSpPr>
        <p:spPr bwMode="auto">
          <a:xfrm>
            <a:off x="8075808" y="4111417"/>
            <a:ext cx="216000" cy="216000"/>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800" b="1" i="0" u="none" strike="noStrike" normalizeH="0" baseline="0" dirty="0">
                <a:ln w="0"/>
                <a:solidFill>
                  <a:schemeClr val="tx1"/>
                </a:solidFill>
                <a:effectLst>
                  <a:outerShdw blurRad="38100" dist="19050" dir="2700000" algn="tl" rotWithShape="0">
                    <a:schemeClr val="dk1">
                      <a:alpha val="40000"/>
                    </a:schemeClr>
                  </a:outerShdw>
                </a:effectLst>
                <a:latin typeface="+mn-lt"/>
              </a:rPr>
              <a:t>4</a:t>
            </a:r>
          </a:p>
        </p:txBody>
      </p:sp>
      <p:sp>
        <p:nvSpPr>
          <p:cNvPr id="62" name="TextBox 61">
            <a:extLst>
              <a:ext uri="{FF2B5EF4-FFF2-40B4-BE49-F238E27FC236}">
                <a16:creationId xmlns:a16="http://schemas.microsoft.com/office/drawing/2014/main" id="{CC163B30-9772-9173-103C-EC018CEEE32C}"/>
              </a:ext>
            </a:extLst>
          </p:cNvPr>
          <p:cNvSpPr txBox="1"/>
          <p:nvPr/>
        </p:nvSpPr>
        <p:spPr>
          <a:xfrm>
            <a:off x="8562748" y="4082866"/>
            <a:ext cx="3155814"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l" defTabSz="2438400">
              <a:spcBef>
                <a:spcPts val="2900"/>
              </a:spcBef>
              <a:buSzPct val="100000"/>
            </a:pPr>
            <a:r>
              <a:rPr lang="en-CA" sz="1000" dirty="0"/>
              <a:t>Any defects identified during the code merge review process will follow steps 1 to 3 for resolution</a:t>
            </a:r>
            <a:endParaRPr lang="en-US" sz="1000"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935301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2B759-E180-DF45-58D0-F84E907D3463}"/>
            </a:ext>
          </a:extLst>
        </p:cNvPr>
        <p:cNvGrpSpPr/>
        <p:nvPr/>
      </p:nvGrpSpPr>
      <p:grpSpPr>
        <a:xfrm>
          <a:off x="0" y="0"/>
          <a:ext cx="0" cy="0"/>
          <a:chOff x="0" y="0"/>
          <a:chExt cx="0" cy="0"/>
        </a:xfrm>
      </p:grpSpPr>
      <p:sp>
        <p:nvSpPr>
          <p:cNvPr id="6" name="Rectangle 5" descr="Horizontal quarter slide background in blue 10">
            <a:extLst>
              <a:ext uri="{FF2B5EF4-FFF2-40B4-BE49-F238E27FC236}">
                <a16:creationId xmlns:a16="http://schemas.microsoft.com/office/drawing/2014/main" id="{508EF72E-B4A1-711A-2EC1-5FB22A9EA973}"/>
              </a:ext>
            </a:extLst>
          </p:cNvPr>
          <p:cNvSpPr/>
          <p:nvPr/>
        </p:nvSpPr>
        <p:spPr bwMode="auto">
          <a:xfrm>
            <a:off x="0" y="10352"/>
            <a:ext cx="12191999" cy="1290819"/>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A012B1E3-2E8E-5D15-0B0E-7A7238B99361}"/>
              </a:ext>
            </a:extLst>
          </p:cNvPr>
          <p:cNvSpPr>
            <a:spLocks noGrp="1"/>
          </p:cNvSpPr>
          <p:nvPr>
            <p:ph type="title"/>
          </p:nvPr>
        </p:nvSpPr>
        <p:spPr>
          <a:xfrm>
            <a:off x="455220" y="252391"/>
            <a:ext cx="10959539" cy="508000"/>
          </a:xfrm>
        </p:spPr>
        <p:txBody>
          <a:bodyPr/>
          <a:lstStyle/>
          <a:p>
            <a:pPr fontAlgn="base">
              <a:spcAft>
                <a:spcPct val="0"/>
              </a:spcAft>
            </a:pPr>
            <a:r>
              <a:rPr lang="en-US" sz="2800" dirty="0">
                <a:solidFill>
                  <a:srgbClr val="000000"/>
                </a:solidFill>
                <a:latin typeface="IBM Plex Sans Light"/>
                <a:ea typeface="+mj-ea"/>
                <a:cs typeface="+mj-cs"/>
              </a:rPr>
              <a:t>Development </a:t>
            </a:r>
            <a:r>
              <a:rPr lang="en-US" sz="2800" dirty="0">
                <a:solidFill>
                  <a:srgbClr val="000000"/>
                </a:solidFill>
                <a:latin typeface="IBM Plex Sans Light"/>
              </a:rPr>
              <a:t>and </a:t>
            </a:r>
            <a:r>
              <a:rPr lang="en-US" sz="2800" dirty="0">
                <a:solidFill>
                  <a:srgbClr val="000000"/>
                </a:solidFill>
                <a:latin typeface="IBM Plex Sans Light"/>
                <a:ea typeface="+mj-ea"/>
                <a:cs typeface="+mj-cs"/>
              </a:rPr>
              <a:t>DevOps Workflow – Analytical Cubes</a:t>
            </a:r>
          </a:p>
        </p:txBody>
      </p:sp>
      <p:sp>
        <p:nvSpPr>
          <p:cNvPr id="23" name="Slide Number Placeholder">
            <a:extLst>
              <a:ext uri="{FF2B5EF4-FFF2-40B4-BE49-F238E27FC236}">
                <a16:creationId xmlns:a16="http://schemas.microsoft.com/office/drawing/2014/main" id="{4BF99A04-F279-DC90-BBED-FF2766288A30}"/>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8</a:t>
            </a:fld>
            <a:endPar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sp>
        <p:nvSpPr>
          <p:cNvPr id="3" name="Footer Placeholder">
            <a:extLst>
              <a:ext uri="{FF2B5EF4-FFF2-40B4-BE49-F238E27FC236}">
                <a16:creationId xmlns:a16="http://schemas.microsoft.com/office/drawing/2014/main" id="{4787AB26-C1CF-D112-0E38-A60D5A8B9B48}"/>
              </a:ext>
            </a:extLst>
          </p:cNvPr>
          <p:cNvSpPr txBox="1">
            <a:spLocks/>
          </p:cNvSpPr>
          <p:nvPr/>
        </p:nvSpPr>
        <p:spPr>
          <a:xfrm>
            <a:off x="304890" y="6639053"/>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0000"/>
                </a:solidFill>
                <a:effectLst/>
                <a:uLnTx/>
                <a:uFillTx/>
                <a:latin typeface="IBM Plex Sans Regular"/>
                <a:ea typeface="+mn-ea"/>
                <a:cs typeface="+mn-cs"/>
              </a:rPr>
              <a:t> © 2024 IBM Corporation</a:t>
            </a:r>
          </a:p>
        </p:txBody>
      </p:sp>
      <p:sp>
        <p:nvSpPr>
          <p:cNvPr id="4" name="TextBox 3">
            <a:extLst>
              <a:ext uri="{FF2B5EF4-FFF2-40B4-BE49-F238E27FC236}">
                <a16:creationId xmlns:a16="http://schemas.microsoft.com/office/drawing/2014/main" id="{2DF982E2-F2FA-DD03-8FEF-FD52319E6C0C}"/>
              </a:ext>
            </a:extLst>
          </p:cNvPr>
          <p:cNvSpPr txBox="1"/>
          <p:nvPr/>
        </p:nvSpPr>
        <p:spPr>
          <a:xfrm>
            <a:off x="-2355925" y="-122637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5" name="Rounded Rectangle 4">
            <a:extLst>
              <a:ext uri="{FF2B5EF4-FFF2-40B4-BE49-F238E27FC236}">
                <a16:creationId xmlns:a16="http://schemas.microsoft.com/office/drawing/2014/main" id="{707C741A-8750-AAB0-561C-95A4461A7F9D}"/>
              </a:ext>
            </a:extLst>
          </p:cNvPr>
          <p:cNvSpPr/>
          <p:nvPr/>
        </p:nvSpPr>
        <p:spPr bwMode="auto">
          <a:xfrm>
            <a:off x="1271751" y="2102069"/>
            <a:ext cx="2196663" cy="47296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US" sz="1400" i="0" u="none" strike="noStrike" normalizeH="0" baseline="0" dirty="0">
                <a:ln w="0"/>
                <a:solidFill>
                  <a:schemeClr val="tx1"/>
                </a:solidFill>
                <a:effectLst>
                  <a:outerShdw blurRad="38100" dist="19050" dir="2700000" algn="tl" rotWithShape="0">
                    <a:schemeClr val="dk1">
                      <a:alpha val="40000"/>
                    </a:schemeClr>
                  </a:outerShdw>
                </a:effectLst>
                <a:latin typeface="+mn-lt"/>
              </a:rPr>
              <a:t>CUBE: Transit Operation</a:t>
            </a:r>
          </a:p>
        </p:txBody>
      </p:sp>
      <p:sp>
        <p:nvSpPr>
          <p:cNvPr id="9" name="Rounded Rectangle 8">
            <a:extLst>
              <a:ext uri="{FF2B5EF4-FFF2-40B4-BE49-F238E27FC236}">
                <a16:creationId xmlns:a16="http://schemas.microsoft.com/office/drawing/2014/main" id="{F1A6C304-2A22-B20F-CA7F-A80F33693101}"/>
              </a:ext>
            </a:extLst>
          </p:cNvPr>
          <p:cNvSpPr/>
          <p:nvPr/>
        </p:nvSpPr>
        <p:spPr bwMode="auto">
          <a:xfrm>
            <a:off x="1271751" y="3892340"/>
            <a:ext cx="2196663" cy="47296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US" sz="1400" i="0" u="none" strike="noStrike" normalizeH="0" baseline="0" dirty="0">
                <a:ln w="0"/>
                <a:solidFill>
                  <a:schemeClr val="tx1"/>
                </a:solidFill>
                <a:effectLst>
                  <a:outerShdw blurRad="38100" dist="19050" dir="2700000" algn="tl" rotWithShape="0">
                    <a:schemeClr val="dk1">
                      <a:alpha val="40000"/>
                    </a:schemeClr>
                  </a:outerShdw>
                </a:effectLst>
                <a:latin typeface="+mn-lt"/>
              </a:rPr>
              <a:t>Linked Server (</a:t>
            </a:r>
            <a:r>
              <a:rPr lang="en-CA" sz="1400" dirty="0">
                <a:ln w="0"/>
                <a:solidFill>
                  <a:schemeClr val="tx1"/>
                </a:solidFill>
                <a:effectLst>
                  <a:outerShdw blurRad="38100" dist="19050" dir="2700000" algn="tl" rotWithShape="0">
                    <a:schemeClr val="dk1">
                      <a:alpha val="40000"/>
                    </a:schemeClr>
                  </a:outerShdw>
                </a:effectLst>
              </a:rPr>
              <a:t>M5UAT)</a:t>
            </a:r>
            <a:endParaRPr kumimoji="0" lang="en-US" sz="1400"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cxnSp>
        <p:nvCxnSpPr>
          <p:cNvPr id="11" name="Straight Arrow Connector 10">
            <a:extLst>
              <a:ext uri="{FF2B5EF4-FFF2-40B4-BE49-F238E27FC236}">
                <a16:creationId xmlns:a16="http://schemas.microsoft.com/office/drawing/2014/main" id="{D7F5501B-9075-C48D-A3A0-18C49E6A5D9D}"/>
              </a:ext>
            </a:extLst>
          </p:cNvPr>
          <p:cNvCxnSpPr>
            <a:stCxn id="5" idx="2"/>
            <a:endCxn id="9" idx="0"/>
          </p:cNvCxnSpPr>
          <p:nvPr/>
        </p:nvCxnSpPr>
        <p:spPr bwMode="auto">
          <a:xfrm>
            <a:off x="2370083" y="2575034"/>
            <a:ext cx="0" cy="1317306"/>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4" name="Rounded Rectangle 13">
            <a:extLst>
              <a:ext uri="{FF2B5EF4-FFF2-40B4-BE49-F238E27FC236}">
                <a16:creationId xmlns:a16="http://schemas.microsoft.com/office/drawing/2014/main" id="{CAA3CF7A-5321-FC1F-4E28-A059239617FE}"/>
              </a:ext>
            </a:extLst>
          </p:cNvPr>
          <p:cNvSpPr/>
          <p:nvPr/>
        </p:nvSpPr>
        <p:spPr bwMode="auto">
          <a:xfrm>
            <a:off x="4240924" y="2102069"/>
            <a:ext cx="2196663" cy="47296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US" sz="1400" i="0" u="none" strike="noStrike" normalizeH="0" baseline="0" dirty="0">
                <a:ln w="0"/>
                <a:solidFill>
                  <a:schemeClr val="tx1"/>
                </a:solidFill>
                <a:effectLst>
                  <a:outerShdw blurRad="38100" dist="19050" dir="2700000" algn="tl" rotWithShape="0">
                    <a:schemeClr val="dk1">
                      <a:alpha val="40000"/>
                    </a:schemeClr>
                  </a:outerShdw>
                </a:effectLst>
                <a:latin typeface="+mn-lt"/>
              </a:rPr>
              <a:t>CUBE: </a:t>
            </a:r>
            <a:r>
              <a:rPr kumimoji="0" lang="en-US" sz="1400" i="0" u="none" strike="noStrike" normalizeH="0" baseline="0" dirty="0" err="1">
                <a:ln w="0"/>
                <a:solidFill>
                  <a:schemeClr val="tx1"/>
                </a:solidFill>
                <a:effectLst>
                  <a:outerShdw blurRad="38100" dist="19050" dir="2700000" algn="tl" rotWithShape="0">
                    <a:schemeClr val="dk1">
                      <a:alpha val="40000"/>
                    </a:schemeClr>
                  </a:outerShdw>
                </a:effectLst>
                <a:latin typeface="+mn-lt"/>
              </a:rPr>
              <a:t>Prestro</a:t>
            </a:r>
            <a:endParaRPr kumimoji="0" lang="en-US" sz="1400"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sp>
        <p:nvSpPr>
          <p:cNvPr id="15" name="Rounded Rectangle 14">
            <a:extLst>
              <a:ext uri="{FF2B5EF4-FFF2-40B4-BE49-F238E27FC236}">
                <a16:creationId xmlns:a16="http://schemas.microsoft.com/office/drawing/2014/main" id="{2DD12698-1BF6-1394-DA30-551D4DE74C0C}"/>
              </a:ext>
            </a:extLst>
          </p:cNvPr>
          <p:cNvSpPr/>
          <p:nvPr/>
        </p:nvSpPr>
        <p:spPr bwMode="auto">
          <a:xfrm>
            <a:off x="4240924" y="3892340"/>
            <a:ext cx="2196663" cy="472965"/>
          </a:xfrm>
          <a:prstGeom prst="round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CA" sz="1400" i="0" u="none" strike="noStrike" normalizeH="0" baseline="0" dirty="0">
                <a:ln w="0"/>
                <a:solidFill>
                  <a:schemeClr val="tx1"/>
                </a:solidFill>
                <a:effectLst>
                  <a:outerShdw blurRad="38100" dist="19050" dir="2700000" algn="tl" rotWithShape="0">
                    <a:schemeClr val="dk1">
                      <a:alpha val="40000"/>
                    </a:schemeClr>
                  </a:outerShdw>
                </a:effectLst>
                <a:latin typeface="+mn-lt"/>
              </a:rPr>
              <a:t>Pre-existing </a:t>
            </a:r>
            <a:r>
              <a:rPr kumimoji="0" lang="en-CA" sz="1400" i="0" u="none" strike="noStrike" normalizeH="0" baseline="0">
                <a:ln w="0"/>
                <a:solidFill>
                  <a:schemeClr val="tx1"/>
                </a:solidFill>
                <a:effectLst>
                  <a:outerShdw blurRad="38100" dist="19050" dir="2700000" algn="tl" rotWithShape="0">
                    <a:schemeClr val="dk1">
                      <a:alpha val="40000"/>
                    </a:schemeClr>
                  </a:outerShdw>
                </a:effectLst>
                <a:latin typeface="+mn-lt"/>
              </a:rPr>
              <a:t>Logic Failing</a:t>
            </a:r>
            <a:endParaRPr kumimoji="0" lang="en-US" sz="1400" i="0" u="none" strike="noStrike" normalizeH="0" baseline="0" dirty="0">
              <a:ln w="0"/>
              <a:solidFill>
                <a:schemeClr val="tx1"/>
              </a:solidFill>
              <a:effectLst>
                <a:outerShdw blurRad="38100" dist="19050" dir="2700000" algn="tl" rotWithShape="0">
                  <a:schemeClr val="dk1">
                    <a:alpha val="40000"/>
                  </a:schemeClr>
                </a:outerShdw>
              </a:effectLst>
              <a:latin typeface="+mn-lt"/>
            </a:endParaRPr>
          </a:p>
        </p:txBody>
      </p:sp>
      <p:cxnSp>
        <p:nvCxnSpPr>
          <p:cNvPr id="16" name="Straight Arrow Connector 15">
            <a:extLst>
              <a:ext uri="{FF2B5EF4-FFF2-40B4-BE49-F238E27FC236}">
                <a16:creationId xmlns:a16="http://schemas.microsoft.com/office/drawing/2014/main" id="{4534AA7A-2A89-DAEF-019C-FAF3D1BFF0F7}"/>
              </a:ext>
            </a:extLst>
          </p:cNvPr>
          <p:cNvCxnSpPr>
            <a:stCxn id="14" idx="2"/>
            <a:endCxn id="15" idx="0"/>
          </p:cNvCxnSpPr>
          <p:nvPr/>
        </p:nvCxnSpPr>
        <p:spPr bwMode="auto">
          <a:xfrm>
            <a:off x="5339256" y="2575034"/>
            <a:ext cx="0" cy="1317306"/>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83299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2CA4718-2DCF-4062-09CB-C424C46CBC34}"/>
              </a:ext>
            </a:extLst>
          </p:cNvPr>
          <p:cNvSpPr/>
          <p:nvPr/>
        </p:nvSpPr>
        <p:spPr bwMode="auto">
          <a:xfrm>
            <a:off x="498795" y="2025167"/>
            <a:ext cx="11257498" cy="3912041"/>
          </a:xfrm>
          <a:prstGeom prst="rect">
            <a:avLst/>
          </a:prstGeom>
          <a:solidFill>
            <a:schemeClr val="bg1"/>
          </a:solidFill>
          <a:ln w="19050">
            <a:no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IBM Plex Sans Light"/>
              <a:ea typeface="+mn-ea"/>
              <a:cs typeface="+mn-cs"/>
            </a:endParaRPr>
          </a:p>
        </p:txBody>
      </p:sp>
      <p:sp>
        <p:nvSpPr>
          <p:cNvPr id="17" name="Rectangle 16" descr="Horizontal quarter slide background in blue 10">
            <a:extLst>
              <a:ext uri="{FF2B5EF4-FFF2-40B4-BE49-F238E27FC236}">
                <a16:creationId xmlns:a16="http://schemas.microsoft.com/office/drawing/2014/main" id="{C4E509A7-AE57-67ED-486C-367157B01054}"/>
              </a:ext>
            </a:extLst>
          </p:cNvPr>
          <p:cNvSpPr/>
          <p:nvPr/>
        </p:nvSpPr>
        <p:spPr bwMode="auto">
          <a:xfrm>
            <a:off x="0" y="446"/>
            <a:ext cx="12191999" cy="1714277"/>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11" name="Title 2">
            <a:extLst>
              <a:ext uri="{FF2B5EF4-FFF2-40B4-BE49-F238E27FC236}">
                <a16:creationId xmlns:a16="http://schemas.microsoft.com/office/drawing/2014/main" id="{7DEEA111-8A63-69B1-4028-EC022DB9AA5C}"/>
              </a:ext>
            </a:extLst>
          </p:cNvPr>
          <p:cNvSpPr>
            <a:spLocks noGrp="1"/>
          </p:cNvSpPr>
          <p:nvPr>
            <p:ph type="title"/>
          </p:nvPr>
        </p:nvSpPr>
        <p:spPr>
          <a:xfrm>
            <a:off x="299632" y="288036"/>
            <a:ext cx="4419325" cy="972198"/>
          </a:xfrm>
        </p:spPr>
        <p:txBody>
          <a:bodyPr lIns="0" tIns="0" rIns="0" bIns="0" anchor="t"/>
          <a:lstStyle/>
          <a:p>
            <a:r>
              <a:rPr lang="en-US" sz="4250">
                <a:latin typeface="IBM Plex Sans Light"/>
              </a:rPr>
              <a:t>Context</a:t>
            </a:r>
            <a:endParaRPr lang="en-US" sz="4250">
              <a:solidFill>
                <a:srgbClr val="000000"/>
              </a:solidFill>
              <a:latin typeface="IBM Plex Sans Light"/>
            </a:endParaRPr>
          </a:p>
        </p:txBody>
      </p:sp>
      <p:sp>
        <p:nvSpPr>
          <p:cNvPr id="2" name="Footer Placeholder">
            <a:extLst>
              <a:ext uri="{FF2B5EF4-FFF2-40B4-BE49-F238E27FC236}">
                <a16:creationId xmlns:a16="http://schemas.microsoft.com/office/drawing/2014/main" id="{877B5818-4B68-CDF2-94DB-7AFD4779F69E}"/>
              </a:ext>
            </a:extLst>
          </p:cNvPr>
          <p:cNvSpPr txBox="1">
            <a:spLocks/>
          </p:cNvSpPr>
          <p:nvPr/>
        </p:nvSpPr>
        <p:spPr>
          <a:xfrm>
            <a:off x="304890" y="6383869"/>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0000"/>
                </a:solidFill>
                <a:effectLst/>
                <a:uLnTx/>
                <a:uFillTx/>
                <a:latin typeface="IBM Plex Sans Regular"/>
                <a:ea typeface="+mn-ea"/>
                <a:cs typeface="+mn-cs"/>
              </a:rPr>
              <a:t>IBM Data Fabric / © 2024 IBM Corporation</a:t>
            </a:r>
          </a:p>
        </p:txBody>
      </p:sp>
      <p:sp>
        <p:nvSpPr>
          <p:cNvPr id="5" name="TextBox 4">
            <a:extLst>
              <a:ext uri="{FF2B5EF4-FFF2-40B4-BE49-F238E27FC236}">
                <a16:creationId xmlns:a16="http://schemas.microsoft.com/office/drawing/2014/main" id="{0EF9A1D8-1BF5-F582-11E2-F519D1B60652}"/>
              </a:ext>
            </a:extLst>
          </p:cNvPr>
          <p:cNvSpPr txBox="1"/>
          <p:nvPr/>
        </p:nvSpPr>
        <p:spPr>
          <a:xfrm>
            <a:off x="795540" y="2129677"/>
            <a:ext cx="10666150" cy="302134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2438400">
              <a:spcBef>
                <a:spcPts val="2900"/>
              </a:spcBef>
              <a:buSzPct val="100000"/>
            </a:pPr>
            <a:r>
              <a:rPr lang="en-US" sz="2000" kern="0" dirty="0">
                <a:solidFill>
                  <a:srgbClr val="000000"/>
                </a:solidFill>
                <a:ea typeface="+mn-lt"/>
                <a:cs typeface="+mn-lt"/>
              </a:rPr>
              <a:t>A highly skilled IBM team of experts skilled in Data Integration and MDM </a:t>
            </a:r>
            <a:r>
              <a:rPr lang="en-CA" sz="2000" kern="0" dirty="0">
                <a:solidFill>
                  <a:srgbClr val="000000"/>
                </a:solidFill>
                <a:ea typeface="+mn-lt"/>
                <a:cs typeface="+mn-lt"/>
              </a:rPr>
              <a:t>have been engaged since July 3</a:t>
            </a:r>
            <a:r>
              <a:rPr lang="en-CA" sz="2000" kern="0" baseline="30000" dirty="0">
                <a:solidFill>
                  <a:srgbClr val="000000"/>
                </a:solidFill>
                <a:ea typeface="+mn-lt"/>
                <a:cs typeface="+mn-lt"/>
              </a:rPr>
              <a:t>rd</a:t>
            </a:r>
            <a:r>
              <a:rPr lang="en-CA" sz="2000" kern="0" dirty="0">
                <a:solidFill>
                  <a:srgbClr val="000000"/>
                </a:solidFill>
                <a:ea typeface="+mn-lt"/>
                <a:cs typeface="+mn-lt"/>
              </a:rPr>
              <a:t> 2024, working with the BDM Chief Architect Office and the BDM business teams to develop a set of recommendations for:</a:t>
            </a:r>
            <a:br>
              <a:rPr lang="en-CA" sz="2000" kern="0" dirty="0">
                <a:ea typeface="+mn-lt"/>
                <a:cs typeface="+mn-lt"/>
              </a:rPr>
            </a:br>
            <a:br>
              <a:rPr lang="en-CA" sz="2000" kern="0" dirty="0">
                <a:ea typeface="+mn-lt"/>
                <a:cs typeface="+mn-lt"/>
              </a:rPr>
            </a:br>
            <a:r>
              <a:rPr lang="en-CA" sz="2800" b="1" kern="0" dirty="0">
                <a:solidFill>
                  <a:srgbClr val="000000"/>
                </a:solidFill>
                <a:ea typeface="+mn-lt"/>
                <a:cs typeface="+mn-lt"/>
              </a:rPr>
              <a:t>Data Integration &amp; MDM Strategy </a:t>
            </a:r>
          </a:p>
          <a:p>
            <a:pPr defTabSz="2438400">
              <a:spcBef>
                <a:spcPts val="2900"/>
              </a:spcBef>
              <a:buSzPct val="100000"/>
            </a:pPr>
            <a:r>
              <a:rPr lang="en-CA" sz="2000" kern="0" dirty="0">
                <a:ea typeface="+mn-lt"/>
                <a:cs typeface="+mn-lt"/>
              </a:rPr>
              <a:t>Supporting BDM and Canada’s future client engagement scenarios</a:t>
            </a:r>
          </a:p>
          <a:p>
            <a:pPr defTabSz="2438400">
              <a:spcBef>
                <a:spcPts val="2900"/>
              </a:spcBef>
              <a:buSzPct val="100000"/>
            </a:pPr>
            <a:r>
              <a:rPr lang="en-CA" sz="2000" kern="0" dirty="0">
                <a:solidFill>
                  <a:srgbClr val="000000"/>
                </a:solidFill>
                <a:ea typeface="+mn-lt"/>
                <a:cs typeface="+mn-lt"/>
              </a:rPr>
              <a:t>Today we are presenting to ESDC BDM Leadership, IBM’s views on the topic.</a:t>
            </a:r>
            <a:endParaRPr lang="en-US" sz="2000" dirty="0">
              <a:ea typeface="+mj-ea"/>
              <a:cs typeface="+mj-cs"/>
            </a:endParaRPr>
          </a:p>
        </p:txBody>
      </p:sp>
      <p:sp>
        <p:nvSpPr>
          <p:cNvPr id="3" name="Slide Number Placeholder">
            <a:extLst>
              <a:ext uri="{FF2B5EF4-FFF2-40B4-BE49-F238E27FC236}">
                <a16:creationId xmlns:a16="http://schemas.microsoft.com/office/drawing/2014/main" id="{EA5A3857-F9DF-6FE8-7E9C-6DE6BB0AEC7C}"/>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Regular"/>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9</a:t>
            </a:fld>
            <a:endParaRPr kumimoji="0" lang="en-US" sz="933" b="0" i="0" u="none" strike="noStrike" kern="1200" cap="none" spc="0" normalizeH="0" baseline="0" noProof="0" dirty="0">
              <a:ln>
                <a:noFill/>
              </a:ln>
              <a:solidFill>
                <a:srgbClr val="000000"/>
              </a:solidFill>
              <a:effectLst/>
              <a:uLnTx/>
              <a:uFillTx/>
              <a:latin typeface="IBM Plex Sans Regular"/>
              <a:ea typeface="+mn-ea"/>
              <a:cs typeface="+mn-cs"/>
            </a:endParaRPr>
          </a:p>
        </p:txBody>
      </p:sp>
    </p:spTree>
    <p:extLst>
      <p:ext uri="{BB962C8B-B14F-4D97-AF65-F5344CB8AC3E}">
        <p14:creationId xmlns:p14="http://schemas.microsoft.com/office/powerpoint/2010/main" val="6599746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7/8 gray 10 slide background">
            <a:extLst>
              <a:ext uri="{FF2B5EF4-FFF2-40B4-BE49-F238E27FC236}">
                <a16:creationId xmlns:a16="http://schemas.microsoft.com/office/drawing/2014/main" id="{CAFB96B8-51B9-CC29-2864-2FBEA91AE664}"/>
              </a:ext>
            </a:extLst>
          </p:cNvPr>
          <p:cNvSpPr/>
          <p:nvPr/>
        </p:nvSpPr>
        <p:spPr bwMode="auto">
          <a:xfrm>
            <a:off x="0" y="0"/>
            <a:ext cx="5864352" cy="6858000"/>
          </a:xfrm>
          <a:prstGeom prst="rect">
            <a:avLst/>
          </a:prstGeom>
          <a:solidFill>
            <a:srgbClr val="E6F7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64E15FF4-7F8E-AA4C-0DE2-4F1EBD02D63D}"/>
              </a:ext>
            </a:extLst>
          </p:cNvPr>
          <p:cNvSpPr>
            <a:spLocks noGrp="1"/>
          </p:cNvSpPr>
          <p:nvPr>
            <p:ph type="title"/>
          </p:nvPr>
        </p:nvSpPr>
        <p:spPr>
          <a:xfrm>
            <a:off x="287999" y="192024"/>
            <a:ext cx="2711680" cy="1157274"/>
          </a:xfrm>
        </p:spPr>
        <p:txBody>
          <a:bodyPr lIns="0" tIns="0" rIns="0" bIns="0" anchor="t"/>
          <a:lstStyle/>
          <a:p>
            <a:pPr algn="l"/>
            <a:r>
              <a:rPr lang="en-US" sz="4250"/>
              <a:t>Agenda</a:t>
            </a:r>
            <a:br>
              <a:rPr lang="en-US" sz="4250"/>
            </a:br>
            <a:br>
              <a:rPr lang="en-US" sz="1600"/>
            </a:br>
            <a:endParaRPr lang="en-US" sz="1600"/>
          </a:p>
        </p:txBody>
      </p:sp>
      <p:sp>
        <p:nvSpPr>
          <p:cNvPr id="3" name="TextBox 2">
            <a:extLst>
              <a:ext uri="{FF2B5EF4-FFF2-40B4-BE49-F238E27FC236}">
                <a16:creationId xmlns:a16="http://schemas.microsoft.com/office/drawing/2014/main" id="{7B5A6EB9-B0F1-EB6F-61FA-93A724760301}"/>
              </a:ext>
            </a:extLst>
          </p:cNvPr>
          <p:cNvSpPr txBox="1"/>
          <p:nvPr/>
        </p:nvSpPr>
        <p:spPr>
          <a:xfrm>
            <a:off x="6568587" y="4847212"/>
            <a:ext cx="5246315" cy="12839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nchor="t">
            <a:noAutofit/>
          </a:bodyPr>
          <a:lstStyle/>
          <a:p>
            <a:pPr algn="l" defTabSz="2438400">
              <a:spcBef>
                <a:spcPts val="2900"/>
              </a:spcBef>
              <a:buSzPct val="100000"/>
            </a:pPr>
            <a:r>
              <a:rPr lang="en-CA" sz="1200" b="1"/>
              <a:t>Master Data Management (MDM) </a:t>
            </a:r>
            <a:r>
              <a:rPr lang="en-CA" sz="1200"/>
              <a:t>refers to the practice of managing shared data assets critical to an organization's operations and strategic objectives. These data assets typically include customer, product, location, and supplier information. Effective MDM strategies ensure consistency, accuracy, and completeness of these data elements, enabling better decision making, streamlined operations, and enhanced collaboration across organizations.</a:t>
            </a:r>
            <a:endParaRPr lang="en-US" sz="1200" kern="0">
              <a:solidFill>
                <a:srgbClr val="000000"/>
              </a:solidFill>
              <a:ea typeface="+mj-ea"/>
              <a:cs typeface="+mj-cs"/>
            </a:endParaRPr>
          </a:p>
        </p:txBody>
      </p:sp>
      <p:sp>
        <p:nvSpPr>
          <p:cNvPr id="7" name="Title 1">
            <a:extLst>
              <a:ext uri="{FF2B5EF4-FFF2-40B4-BE49-F238E27FC236}">
                <a16:creationId xmlns:a16="http://schemas.microsoft.com/office/drawing/2014/main" id="{5FF718CB-5FC0-53A0-E5AD-7B4D0FACC268}"/>
              </a:ext>
            </a:extLst>
          </p:cNvPr>
          <p:cNvSpPr txBox="1">
            <a:spLocks/>
          </p:cNvSpPr>
          <p:nvPr/>
        </p:nvSpPr>
        <p:spPr>
          <a:xfrm>
            <a:off x="6550011" y="1351012"/>
            <a:ext cx="5245084" cy="26263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lstStyle>
            <a:lvl1pPr marL="0" marR="0" indent="0" algn="l" defTabSz="1218956" rtl="0" eaLnBrk="1" latinLnBrk="0" hangingPunct="1">
              <a:lnSpc>
                <a:spcPct val="100000"/>
              </a:lnSpc>
              <a:spcBef>
                <a:spcPts val="0"/>
              </a:spcBef>
              <a:spcAft>
                <a:spcPts val="0"/>
              </a:spcAft>
              <a:buClrTx/>
              <a:buSzTx/>
              <a:buFontTx/>
              <a:buNone/>
              <a:tabLst/>
              <a:defRPr sz="42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marL="285750" indent="-285750">
              <a:buFont typeface="Arial"/>
              <a:buChar char="•"/>
            </a:pPr>
            <a:r>
              <a:rPr lang="en-CA" sz="1800" kern="0" dirty="0">
                <a:solidFill>
                  <a:srgbClr val="000000"/>
                </a:solidFill>
              </a:rPr>
              <a:t>Enterprise Data Integration Approaches - an industry point of view  </a:t>
            </a:r>
            <a:endParaRPr lang="en-US" sz="1800" kern="0" dirty="0">
              <a:solidFill>
                <a:srgbClr val="000000"/>
              </a:solidFill>
            </a:endParaRPr>
          </a:p>
          <a:p>
            <a:pPr marL="285750" indent="-285750">
              <a:buFont typeface="Arial"/>
              <a:buChar char="•"/>
            </a:pPr>
            <a:endParaRPr lang="en-CA" sz="1800" kern="0">
              <a:solidFill>
                <a:srgbClr val="000000"/>
              </a:solidFill>
            </a:endParaRPr>
          </a:p>
          <a:p>
            <a:pPr marL="285750" indent="-285750">
              <a:buFont typeface="Arial"/>
              <a:buChar char="•"/>
            </a:pPr>
            <a:r>
              <a:rPr lang="en-CA" sz="1800" kern="0" dirty="0">
                <a:solidFill>
                  <a:srgbClr val="000000"/>
                </a:solidFill>
              </a:rPr>
              <a:t>IBM's viewpoint on Data Integration required to support typical uses cases including </a:t>
            </a:r>
            <a:r>
              <a:rPr lang="en-CA" sz="1800" kern="0" dirty="0" err="1">
                <a:solidFill>
                  <a:srgbClr val="000000"/>
                </a:solidFill>
              </a:rPr>
              <a:t>GenAI</a:t>
            </a:r>
            <a:endParaRPr lang="en-US" sz="1800" kern="0" dirty="0" err="1">
              <a:solidFill>
                <a:srgbClr val="000000"/>
              </a:solidFill>
            </a:endParaRPr>
          </a:p>
          <a:p>
            <a:pPr marL="285750" indent="-285750">
              <a:buFont typeface="Arial"/>
              <a:buChar char="•"/>
            </a:pPr>
            <a:endParaRPr lang="en-CA" sz="1800" kern="0">
              <a:solidFill>
                <a:srgbClr val="000000"/>
              </a:solidFill>
            </a:endParaRPr>
          </a:p>
          <a:p>
            <a:pPr marL="285750" indent="-285750">
              <a:buFont typeface="Arial"/>
              <a:buChar char="•"/>
            </a:pPr>
            <a:r>
              <a:rPr lang="en-CA" sz="1800" kern="0" dirty="0">
                <a:solidFill>
                  <a:srgbClr val="000000"/>
                </a:solidFill>
              </a:rPr>
              <a:t>A preliminary view of Data Integration approach for BDM, including Master Data Management (MDM)</a:t>
            </a:r>
            <a:r>
              <a:rPr lang="en-CA" sz="1800" kern="0" dirty="0">
                <a:solidFill>
                  <a:srgbClr val="000000"/>
                </a:solidFill>
                <a:latin typeface="Calibri"/>
                <a:cs typeface="Calibri"/>
              </a:rPr>
              <a:t> </a:t>
            </a:r>
            <a:endParaRPr lang="en-CA" sz="1800" kern="0" dirty="0">
              <a:latin typeface="Calibri"/>
            </a:endParaRPr>
          </a:p>
        </p:txBody>
      </p:sp>
      <p:sp>
        <p:nvSpPr>
          <p:cNvPr id="6" name="Footer Placeholder">
            <a:extLst>
              <a:ext uri="{FF2B5EF4-FFF2-40B4-BE49-F238E27FC236}">
                <a16:creationId xmlns:a16="http://schemas.microsoft.com/office/drawing/2014/main" id="{87036D0A-5530-1F73-77AF-D204197285AA}"/>
              </a:ext>
            </a:extLst>
          </p:cNvPr>
          <p:cNvSpPr txBox="1">
            <a:spLocks/>
          </p:cNvSpPr>
          <p:nvPr/>
        </p:nvSpPr>
        <p:spPr>
          <a:xfrm>
            <a:off x="304890" y="6383869"/>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000000"/>
                </a:solidFill>
                <a:effectLst/>
                <a:uLnTx/>
                <a:uFillTx/>
                <a:latin typeface="IBM Plex Sans Regular"/>
                <a:ea typeface="+mn-ea"/>
                <a:cs typeface="+mn-cs"/>
              </a:rPr>
              <a:t>IBM Data Fabric / © 2024 IBM Corporation</a:t>
            </a:r>
          </a:p>
        </p:txBody>
      </p:sp>
      <p:sp>
        <p:nvSpPr>
          <p:cNvPr id="8" name="Slide Number Placeholder">
            <a:extLst>
              <a:ext uri="{FF2B5EF4-FFF2-40B4-BE49-F238E27FC236}">
                <a16:creationId xmlns:a16="http://schemas.microsoft.com/office/drawing/2014/main" id="{55CF551A-A2D1-DBF4-1D92-820C8BE95D59}"/>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Regular"/>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10</a:t>
            </a:fld>
            <a:endParaRPr kumimoji="0" lang="en-US" sz="933" b="0" i="0" u="none" strike="noStrike" kern="1200" cap="none" spc="0" normalizeH="0" baseline="0" noProof="0" dirty="0">
              <a:ln>
                <a:noFill/>
              </a:ln>
              <a:solidFill>
                <a:srgbClr val="000000"/>
              </a:solidFill>
              <a:effectLst/>
              <a:uLnTx/>
              <a:uFillTx/>
              <a:latin typeface="IBM Plex Sans Regular"/>
              <a:ea typeface="+mn-ea"/>
              <a:cs typeface="+mn-cs"/>
            </a:endParaRPr>
          </a:p>
        </p:txBody>
      </p:sp>
    </p:spTree>
    <p:extLst>
      <p:ext uri="{BB962C8B-B14F-4D97-AF65-F5344CB8AC3E}">
        <p14:creationId xmlns:p14="http://schemas.microsoft.com/office/powerpoint/2010/main" val="391403035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7EB4D-6739-FA4C-0E35-B5F618BC8C10}"/>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2CD24502-AA9F-FFF1-7C5D-449D61ABB21A}"/>
              </a:ext>
            </a:extLst>
          </p:cNvPr>
          <p:cNvSpPr>
            <a:spLocks noGrp="1"/>
          </p:cNvSpPr>
          <p:nvPr>
            <p:ph type="sldNum" sz="quarter" idx="10"/>
          </p:nvPr>
        </p:nvSpPr>
        <p:spPr/>
        <p:txBody>
          <a:bodyPr/>
          <a:lstStyle/>
          <a:p>
            <a:fld id="{3FD999D4-B456-9943-89B7-30D56181CE18}" type="slidenum">
              <a:rPr lang="en-US" smtClean="0"/>
              <a:t>11</a:t>
            </a:fld>
            <a:endParaRPr lang="en-US"/>
          </a:p>
        </p:txBody>
      </p:sp>
      <p:sp>
        <p:nvSpPr>
          <p:cNvPr id="4" name="Footer Placeholder 3">
            <a:extLst>
              <a:ext uri="{FF2B5EF4-FFF2-40B4-BE49-F238E27FC236}">
                <a16:creationId xmlns:a16="http://schemas.microsoft.com/office/drawing/2014/main" id="{07F01491-8FE0-F7B0-9A00-7405F4C020A3}"/>
              </a:ext>
            </a:extLst>
          </p:cNvPr>
          <p:cNvSpPr>
            <a:spLocks noGrp="1"/>
          </p:cNvSpPr>
          <p:nvPr>
            <p:ph type="ftr" sz="quarter" idx="3"/>
          </p:nvPr>
        </p:nvSpPr>
        <p:spPr/>
        <p:txBody>
          <a:bodyPr/>
          <a:lstStyle/>
          <a:p>
            <a:r>
              <a:rPr lang="en-US"/>
              <a:t>IBM Data &amp; AI / Master Data Management / IBM 2020</a:t>
            </a:r>
          </a:p>
        </p:txBody>
      </p:sp>
      <p:pic>
        <p:nvPicPr>
          <p:cNvPr id="47" name="Picture 46">
            <a:extLst>
              <a:ext uri="{FF2B5EF4-FFF2-40B4-BE49-F238E27FC236}">
                <a16:creationId xmlns:a16="http://schemas.microsoft.com/office/drawing/2014/main" id="{0E0194A2-0AD3-8AED-0CA1-A1C6D191FBDB}"/>
              </a:ext>
            </a:extLst>
          </p:cNvPr>
          <p:cNvPicPr>
            <a:picLocks noChangeAspect="1"/>
          </p:cNvPicPr>
          <p:nvPr/>
        </p:nvPicPr>
        <p:blipFill>
          <a:blip r:embed="rId2"/>
          <a:stretch>
            <a:fillRect/>
          </a:stretch>
        </p:blipFill>
        <p:spPr>
          <a:xfrm>
            <a:off x="2640244" y="776224"/>
            <a:ext cx="4138716" cy="1488874"/>
          </a:xfrm>
          <a:prstGeom prst="rect">
            <a:avLst/>
          </a:prstGeom>
        </p:spPr>
      </p:pic>
    </p:spTree>
    <p:extLst>
      <p:ext uri="{BB962C8B-B14F-4D97-AF65-F5344CB8AC3E}">
        <p14:creationId xmlns:p14="http://schemas.microsoft.com/office/powerpoint/2010/main" val="2062618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1AD5F-8B82-636C-A015-A9FEE011B216}"/>
            </a:ext>
          </a:extLst>
        </p:cNvPr>
        <p:cNvGrpSpPr/>
        <p:nvPr/>
      </p:nvGrpSpPr>
      <p:grpSpPr>
        <a:xfrm>
          <a:off x="0" y="0"/>
          <a:ext cx="0" cy="0"/>
          <a:chOff x="0" y="0"/>
          <a:chExt cx="0" cy="0"/>
        </a:xfrm>
      </p:grpSpPr>
      <p:sp>
        <p:nvSpPr>
          <p:cNvPr id="6" name="Rectangle 5" descr="Horizontal quarter slide background in blue 10">
            <a:extLst>
              <a:ext uri="{FF2B5EF4-FFF2-40B4-BE49-F238E27FC236}">
                <a16:creationId xmlns:a16="http://schemas.microsoft.com/office/drawing/2014/main" id="{EA049933-8639-5D51-D2AA-1CE84DFEF166}"/>
              </a:ext>
            </a:extLst>
          </p:cNvPr>
          <p:cNvSpPr/>
          <p:nvPr/>
        </p:nvSpPr>
        <p:spPr bwMode="auto">
          <a:xfrm>
            <a:off x="0" y="10352"/>
            <a:ext cx="12191999" cy="1290819"/>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lvl="0" indent="0" algn="l" defTabSz="457109"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BD99A0DB-B06D-63D7-F8AB-4D1E6EC51412}"/>
              </a:ext>
            </a:extLst>
          </p:cNvPr>
          <p:cNvSpPr>
            <a:spLocks noGrp="1"/>
          </p:cNvSpPr>
          <p:nvPr>
            <p:ph type="title"/>
          </p:nvPr>
        </p:nvSpPr>
        <p:spPr>
          <a:xfrm>
            <a:off x="455220" y="252391"/>
            <a:ext cx="10959539" cy="508000"/>
          </a:xfrm>
        </p:spPr>
        <p:txBody>
          <a:bodyPr/>
          <a:lstStyle/>
          <a:p>
            <a:pPr fontAlgn="base">
              <a:spcAft>
                <a:spcPct val="0"/>
              </a:spcAft>
            </a:pPr>
            <a:r>
              <a:rPr lang="en-US" sz="2800" dirty="0">
                <a:solidFill>
                  <a:srgbClr val="000000"/>
                </a:solidFill>
                <a:latin typeface="IBM Plex Sans Light"/>
                <a:ea typeface="+mj-ea"/>
                <a:cs typeface="+mj-cs"/>
              </a:rPr>
              <a:t>Data Fabric enables a “trusted factory” approach for innovation</a:t>
            </a:r>
          </a:p>
        </p:txBody>
      </p:sp>
      <p:sp>
        <p:nvSpPr>
          <p:cNvPr id="5" name="Text Placeholder 2">
            <a:extLst>
              <a:ext uri="{FF2B5EF4-FFF2-40B4-BE49-F238E27FC236}">
                <a16:creationId xmlns:a16="http://schemas.microsoft.com/office/drawing/2014/main" id="{7D1C9940-1182-3906-9DBD-C8AA25E2FB9A}"/>
              </a:ext>
            </a:extLst>
          </p:cNvPr>
          <p:cNvSpPr txBox="1">
            <a:spLocks/>
          </p:cNvSpPr>
          <p:nvPr/>
        </p:nvSpPr>
        <p:spPr>
          <a:xfrm>
            <a:off x="1172792" y="3985510"/>
            <a:ext cx="4618412" cy="2190209"/>
          </a:xfrm>
          <a:prstGeom prst="rect">
            <a:avLst/>
          </a:prstGeom>
          <a:ln>
            <a:noFill/>
          </a:ln>
        </p:spPr>
        <p:txBody>
          <a:bodyPr lIns="91440" tIns="45720" rIns="91440" bIns="45720" anchor="t"/>
          <a:lstStyle>
            <a:lvl1pPr marL="0" indent="0" algn="l" defTabSz="457200" rtl="0" eaLnBrk="1" latinLnBrk="0" hangingPunct="1">
              <a:lnSpc>
                <a:spcPct val="100000"/>
              </a:lnSpc>
              <a:spcBef>
                <a:spcPts val="1100"/>
              </a:spcBef>
              <a:buFont typeface="Arial"/>
              <a:buNone/>
              <a:defRPr sz="1400" kern="1200">
                <a:solidFill>
                  <a:schemeClr val="bg2"/>
                </a:solidFill>
                <a:latin typeface="+mn-lt"/>
                <a:ea typeface="Arial" charset="0"/>
                <a:cs typeface="Arial" charset="0"/>
              </a:defRPr>
            </a:lvl1pPr>
            <a:lvl2pPr marL="173038" indent="-173038" algn="l" defTabSz="457200" rtl="0" eaLnBrk="1" latinLnBrk="0" hangingPunct="1">
              <a:lnSpc>
                <a:spcPct val="100000"/>
              </a:lnSpc>
              <a:spcBef>
                <a:spcPts val="1100"/>
              </a:spcBef>
              <a:spcAft>
                <a:spcPts val="0"/>
              </a:spcAft>
              <a:buFont typeface="Arial"/>
              <a:buChar char="–"/>
              <a:defRPr sz="1400" kern="1200">
                <a:solidFill>
                  <a:schemeClr val="bg2"/>
                </a:solidFill>
                <a:latin typeface="+mn-lt"/>
                <a:ea typeface="Arial" charset="0"/>
                <a:cs typeface="Arial" charset="0"/>
              </a:defRPr>
            </a:lvl2pPr>
            <a:lvl3pPr marL="396875" indent="-173038" algn="l" defTabSz="457200" rtl="0" eaLnBrk="1" latinLnBrk="0" hangingPunct="1">
              <a:lnSpc>
                <a:spcPct val="100000"/>
              </a:lnSpc>
              <a:spcBef>
                <a:spcPts val="1100"/>
              </a:spcBef>
              <a:spcAft>
                <a:spcPts val="0"/>
              </a:spcAft>
              <a:buFont typeface="Arial"/>
              <a:buChar char="•"/>
              <a:defRPr sz="1400" kern="1200">
                <a:solidFill>
                  <a:schemeClr val="bg2"/>
                </a:solidFill>
                <a:latin typeface="+mn-lt"/>
                <a:ea typeface="Arial" charset="0"/>
                <a:cs typeface="Arial" charset="0"/>
              </a:defRPr>
            </a:lvl3pPr>
            <a:lvl4pPr marL="625475" indent="-168275" algn="l" defTabSz="457200" rtl="0" eaLnBrk="1" latinLnBrk="0" hangingPunct="1">
              <a:lnSpc>
                <a:spcPct val="100000"/>
              </a:lnSpc>
              <a:spcBef>
                <a:spcPts val="1100"/>
              </a:spcBef>
              <a:spcAft>
                <a:spcPts val="0"/>
              </a:spcAft>
              <a:buFont typeface="Arial"/>
              <a:buChar char="–"/>
              <a:defRPr sz="1400" kern="1200">
                <a:solidFill>
                  <a:schemeClr val="bg2"/>
                </a:solidFill>
                <a:latin typeface="+mn-lt"/>
                <a:ea typeface="Arial" charset="0"/>
                <a:cs typeface="Arial" charset="0"/>
              </a:defRPr>
            </a:lvl4pPr>
            <a:lvl5pPr marL="803275" indent="-173038" algn="l" defTabSz="457200" rtl="0" eaLnBrk="1" latinLnBrk="0" hangingPunct="1">
              <a:lnSpc>
                <a:spcPct val="100000"/>
              </a:lnSpc>
              <a:spcBef>
                <a:spcPts val="1100"/>
              </a:spcBef>
              <a:spcAft>
                <a:spcPts val="0"/>
              </a:spcAft>
              <a:buFont typeface="Arial"/>
              <a:buChar char="»"/>
              <a:defRPr sz="1400" kern="1200">
                <a:solidFill>
                  <a:schemeClr val="bg2"/>
                </a:solidFill>
                <a:latin typeface="+mn-lt"/>
                <a:ea typeface="Arial" charset="0"/>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1467"/>
              </a:spcBef>
              <a:spcAft>
                <a:spcPts val="0"/>
              </a:spcAft>
              <a:buClrTx/>
              <a:buSzTx/>
              <a:buFont typeface="Arial"/>
              <a:buNone/>
              <a:tabLst/>
              <a:defRPr/>
            </a:pPr>
            <a:r>
              <a:rPr kumimoji="0" lang="en-US" sz="1800" b="1" i="0" u="none" strike="noStrike" kern="1200" cap="none" spc="0" normalizeH="0" baseline="0" noProof="0" dirty="0">
                <a:ln>
                  <a:noFill/>
                </a:ln>
                <a:solidFill>
                  <a:srgbClr val="000000"/>
                </a:solidFill>
                <a:effectLst/>
                <a:uLnTx/>
                <a:uFillTx/>
                <a:latin typeface="IBM Plex Sans Light"/>
                <a:cs typeface="Arial"/>
              </a:rPr>
              <a:t>Connect</a:t>
            </a:r>
          </a:p>
          <a:p>
            <a:pPr marL="0" marR="0" lvl="0" indent="0" algn="l" defTabSz="609585" rtl="0" eaLnBrk="1" fontAlgn="auto" latinLnBrk="0" hangingPunct="1">
              <a:lnSpc>
                <a:spcPct val="100000"/>
              </a:lnSpc>
              <a:spcBef>
                <a:spcPts val="133"/>
              </a:spcBef>
              <a:spcAft>
                <a:spcPts val="0"/>
              </a:spcAft>
              <a:buClrTx/>
              <a:buSzTx/>
              <a:buFont typeface="Arial"/>
              <a:buNone/>
              <a:tabLst/>
              <a:defRPr/>
            </a:pPr>
            <a:r>
              <a:rPr kumimoji="0" lang="en-US" sz="1200" b="0" i="0" u="none" strike="noStrike" kern="1200" cap="none" spc="0" normalizeH="0" baseline="0" noProof="0" dirty="0">
                <a:ln>
                  <a:noFill/>
                </a:ln>
                <a:solidFill>
                  <a:srgbClr val="000000"/>
                </a:solidFill>
                <a:effectLst/>
                <a:uLnTx/>
                <a:uFillTx/>
                <a:latin typeface="IBM Plex Sans Light"/>
                <a:cs typeface="Arial"/>
              </a:rPr>
              <a:t>Establish connectivity to physical data sources.</a:t>
            </a:r>
            <a:endParaRPr lang="en-US" sz="1200" b="0" i="0" u="none" strike="noStrike" kern="1200" cap="none" spc="0" normalizeH="0" baseline="0" noProof="0" dirty="0">
              <a:ln>
                <a:noFill/>
              </a:ln>
              <a:solidFill>
                <a:srgbClr val="000000"/>
              </a:solidFill>
              <a:effectLst/>
              <a:uLnTx/>
              <a:uFillTx/>
              <a:latin typeface="IBM Plex Sans Light"/>
              <a:cs typeface="Arial"/>
            </a:endParaRPr>
          </a:p>
          <a:p>
            <a:pPr marL="228594" marR="0" lvl="0" indent="-228594"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1" i="0" u="none" strike="noStrike" kern="1200" cap="none" spc="0" normalizeH="0" baseline="0" noProof="0">
              <a:ln>
                <a:noFill/>
              </a:ln>
              <a:solidFill>
                <a:srgbClr val="000000"/>
              </a:solidFill>
              <a:effectLst/>
              <a:uLnTx/>
              <a:uFillTx/>
              <a:latin typeface="IBM Plex Sans Light" panose="020B0403050203000203" pitchFamily="34" charset="0"/>
              <a:cs typeface="Arial" charset="0"/>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r>
              <a:rPr kumimoji="0" lang="en-US" sz="1800" b="1" i="0" u="none" strike="noStrike" kern="1200" cap="none" spc="0" normalizeH="0" baseline="0" noProof="0" dirty="0">
                <a:ln>
                  <a:noFill/>
                </a:ln>
                <a:solidFill>
                  <a:srgbClr val="000000"/>
                </a:solidFill>
                <a:effectLst/>
                <a:uLnTx/>
                <a:uFillTx/>
                <a:latin typeface="IBM Plex Sans Light"/>
                <a:cs typeface="Arial"/>
              </a:rPr>
              <a:t>Profile</a:t>
            </a:r>
            <a:endParaRPr lang="en-US" sz="1800" b="1" i="0" u="none" strike="noStrike" kern="1200" cap="none" spc="0" normalizeH="0" baseline="0" noProof="0" dirty="0">
              <a:ln>
                <a:noFill/>
              </a:ln>
              <a:solidFill>
                <a:srgbClr val="000000"/>
              </a:solidFill>
              <a:effectLst/>
              <a:uLnTx/>
              <a:uFillTx/>
              <a:latin typeface="IBM Plex Sans Light"/>
              <a:cs typeface="Arial"/>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00000"/>
                </a:solidFill>
                <a:effectLst/>
                <a:uLnTx/>
                <a:uFillTx/>
                <a:latin typeface="IBM Plex Sans Light"/>
                <a:cs typeface="Arial"/>
              </a:rPr>
              <a:t>Assess the quality of data assets.</a:t>
            </a:r>
            <a:endParaRPr lang="en-US" sz="1200" b="0" i="0" u="none" strike="noStrike" kern="1200" cap="none" spc="0" normalizeH="0" baseline="0" noProof="0" dirty="0">
              <a:ln>
                <a:noFill/>
              </a:ln>
              <a:solidFill>
                <a:srgbClr val="000000"/>
              </a:solidFill>
              <a:effectLst/>
              <a:uLnTx/>
              <a:uFillTx/>
              <a:latin typeface="IBM Plex Sans Light"/>
              <a:cs typeface="Arial"/>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endParaRPr kumimoji="0" lang="en-US" sz="1200" b="0" i="0" u="none" strike="noStrike" kern="1200" cap="none" spc="0" normalizeH="0" baseline="0" noProof="0">
              <a:ln>
                <a:noFill/>
              </a:ln>
              <a:solidFill>
                <a:srgbClr val="000000"/>
              </a:solidFill>
              <a:effectLst/>
              <a:uLnTx/>
              <a:uFillTx/>
              <a:latin typeface="IBM Plex Sans Light" panose="020B0403050203000203" pitchFamily="34" charset="0"/>
              <a:cs typeface="Arial" charset="0"/>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r>
              <a:rPr kumimoji="0" lang="en-US" sz="1800" b="1" i="0" u="none" strike="noStrike" kern="1200" cap="none" spc="0" normalizeH="0" baseline="0" noProof="0" dirty="0">
                <a:ln>
                  <a:noFill/>
                </a:ln>
                <a:solidFill>
                  <a:srgbClr val="000000"/>
                </a:solidFill>
                <a:effectLst/>
                <a:uLnTx/>
                <a:uFillTx/>
                <a:latin typeface="IBM Plex Sans Light"/>
                <a:cs typeface="Arial"/>
              </a:rPr>
              <a:t>Classify and </a:t>
            </a:r>
            <a:r>
              <a:rPr lang="en-US" sz="1800" b="1" dirty="0">
                <a:solidFill>
                  <a:srgbClr val="000000"/>
                </a:solidFill>
                <a:latin typeface="IBM Plex Sans Light"/>
                <a:cs typeface="Arial"/>
              </a:rPr>
              <a:t>Enrich</a:t>
            </a:r>
            <a:endParaRPr lang="en-US" sz="1800" b="1" i="0" u="none" strike="noStrike" kern="1200" cap="none" spc="0" normalizeH="0" baseline="0" noProof="0" dirty="0">
              <a:ln>
                <a:noFill/>
              </a:ln>
              <a:solidFill>
                <a:srgbClr val="000000"/>
              </a:solidFill>
              <a:effectLst/>
              <a:uLnTx/>
              <a:uFillTx/>
              <a:latin typeface="IBM Plex Sans Light" panose="020B0403050203000203" pitchFamily="34" charset="0"/>
              <a:cs typeface="Arial" charset="0"/>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00000"/>
                </a:solidFill>
                <a:effectLst/>
                <a:uLnTx/>
                <a:uFillTx/>
                <a:latin typeface="IBM Plex Sans Light"/>
                <a:cs typeface="Arial"/>
              </a:rPr>
              <a:t>Classify data assets, assign data policies and rules, and enrich with semantics.</a:t>
            </a:r>
            <a:endParaRPr lang="en-US" sz="1200" b="0" i="0" u="none" strike="noStrike" kern="1200" cap="none" spc="0" normalizeH="0" baseline="0" noProof="0" dirty="0">
              <a:ln>
                <a:noFill/>
              </a:ln>
              <a:solidFill>
                <a:srgbClr val="000000"/>
              </a:solidFill>
              <a:effectLst/>
              <a:uLnTx/>
              <a:uFillTx/>
              <a:latin typeface="IBM Plex Sans Light"/>
              <a:cs typeface="Arial"/>
            </a:endParaRPr>
          </a:p>
        </p:txBody>
      </p:sp>
      <p:sp>
        <p:nvSpPr>
          <p:cNvPr id="9" name="Rounded Rectangle 8">
            <a:extLst>
              <a:ext uri="{FF2B5EF4-FFF2-40B4-BE49-F238E27FC236}">
                <a16:creationId xmlns:a16="http://schemas.microsoft.com/office/drawing/2014/main" id="{5C1F3FB7-0B7C-CC3F-9559-616C478EE999}"/>
              </a:ext>
            </a:extLst>
          </p:cNvPr>
          <p:cNvSpPr/>
          <p:nvPr/>
        </p:nvSpPr>
        <p:spPr>
          <a:xfrm>
            <a:off x="1248912" y="1994527"/>
            <a:ext cx="1765465" cy="912055"/>
          </a:xfrm>
          <a:prstGeom prst="roundRect">
            <a:avLst/>
          </a:prstGeom>
          <a:solidFill>
            <a:schemeClr val="bg2"/>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marL="0" marR="0" lvl="0" indent="0" algn="ctr" defTabSz="91462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Arial"/>
              </a:rPr>
              <a:t>Connect</a:t>
            </a:r>
          </a:p>
        </p:txBody>
      </p:sp>
      <p:sp>
        <p:nvSpPr>
          <p:cNvPr id="14" name="Rounded Rectangle 13">
            <a:extLst>
              <a:ext uri="{FF2B5EF4-FFF2-40B4-BE49-F238E27FC236}">
                <a16:creationId xmlns:a16="http://schemas.microsoft.com/office/drawing/2014/main" id="{4D468435-8FB5-EBC3-12C4-66B55E6460DB}"/>
              </a:ext>
            </a:extLst>
          </p:cNvPr>
          <p:cNvSpPr/>
          <p:nvPr/>
        </p:nvSpPr>
        <p:spPr>
          <a:xfrm>
            <a:off x="3185910" y="1994527"/>
            <a:ext cx="1765465" cy="912056"/>
          </a:xfrm>
          <a:prstGeom prst="roundRect">
            <a:avLst/>
          </a:prstGeom>
          <a:solidFill>
            <a:schemeClr val="bg2"/>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marL="0" marR="0" lvl="0" indent="0" algn="ctr" defTabSz="91462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Arial"/>
              </a:rPr>
              <a:t>Profile</a:t>
            </a:r>
          </a:p>
        </p:txBody>
      </p:sp>
      <p:sp>
        <p:nvSpPr>
          <p:cNvPr id="15" name="Rounded Rectangle 14">
            <a:extLst>
              <a:ext uri="{FF2B5EF4-FFF2-40B4-BE49-F238E27FC236}">
                <a16:creationId xmlns:a16="http://schemas.microsoft.com/office/drawing/2014/main" id="{49AF0108-0B56-D1C0-12D1-EBDC4A5ED5BC}"/>
              </a:ext>
            </a:extLst>
          </p:cNvPr>
          <p:cNvSpPr/>
          <p:nvPr/>
        </p:nvSpPr>
        <p:spPr>
          <a:xfrm>
            <a:off x="5122909" y="1989533"/>
            <a:ext cx="1765465" cy="919497"/>
          </a:xfrm>
          <a:prstGeom prst="roundRect">
            <a:avLst/>
          </a:prstGeom>
          <a:solidFill>
            <a:schemeClr val="bg2"/>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defTabSz="914621">
              <a:defRPr/>
            </a:pPr>
            <a:r>
              <a:rPr kumimoji="0" lang="en-US" sz="1600" b="0" i="0" u="none" strike="noStrike" kern="1200" cap="none" spc="0" normalizeH="0" baseline="0" noProof="0" dirty="0">
                <a:ln>
                  <a:noFill/>
                </a:ln>
                <a:solidFill>
                  <a:srgbClr val="000000"/>
                </a:solidFill>
                <a:effectLst/>
                <a:uLnTx/>
                <a:uFillTx/>
                <a:latin typeface="IBM Plex Sans Light"/>
                <a:cs typeface="Arial"/>
              </a:rPr>
              <a:t>Classify and </a:t>
            </a:r>
            <a:r>
              <a:rPr lang="en-US" sz="1600" dirty="0">
                <a:solidFill>
                  <a:srgbClr val="000000"/>
                </a:solidFill>
                <a:latin typeface="IBM Plex Sans Light"/>
                <a:cs typeface="Arial"/>
              </a:rPr>
              <a:t>Enrich </a:t>
            </a:r>
            <a:endParaRPr kumimoji="0" lang="en-US" sz="1600" b="0"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Arial"/>
            </a:endParaRPr>
          </a:p>
        </p:txBody>
      </p:sp>
      <p:sp>
        <p:nvSpPr>
          <p:cNvPr id="16" name="Rounded Rectangle 15">
            <a:extLst>
              <a:ext uri="{FF2B5EF4-FFF2-40B4-BE49-F238E27FC236}">
                <a16:creationId xmlns:a16="http://schemas.microsoft.com/office/drawing/2014/main" id="{348D0A38-06A6-A6AA-CCA0-0F23C97CB39F}"/>
              </a:ext>
            </a:extLst>
          </p:cNvPr>
          <p:cNvSpPr/>
          <p:nvPr/>
        </p:nvSpPr>
        <p:spPr>
          <a:xfrm>
            <a:off x="7068258" y="1996975"/>
            <a:ext cx="1765465" cy="909607"/>
          </a:xfrm>
          <a:prstGeom prst="roundRect">
            <a:avLst/>
          </a:prstGeom>
          <a:solidFill>
            <a:schemeClr val="bg2"/>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marL="0" marR="0" lvl="0" indent="0" algn="ctr" defTabSz="91462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Light"/>
                <a:cs typeface="Arial"/>
              </a:rPr>
              <a:t>Prepare / </a:t>
            </a:r>
            <a:r>
              <a:rPr lang="en-US" sz="1600" dirty="0">
                <a:solidFill>
                  <a:srgbClr val="000000"/>
                </a:solidFill>
                <a:latin typeface="IBM Plex Sans Light"/>
                <a:cs typeface="Arial"/>
              </a:rPr>
              <a:t>Transform</a:t>
            </a:r>
            <a:endParaRPr kumimoji="0" lang="en-US" sz="1600" b="0"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Arial"/>
            </a:endParaRPr>
          </a:p>
        </p:txBody>
      </p:sp>
      <p:sp>
        <p:nvSpPr>
          <p:cNvPr id="17" name="Rounded Rectangle 16">
            <a:extLst>
              <a:ext uri="{FF2B5EF4-FFF2-40B4-BE49-F238E27FC236}">
                <a16:creationId xmlns:a16="http://schemas.microsoft.com/office/drawing/2014/main" id="{05B8CD33-6A6B-3D37-B1F4-3C8F33ABBABC}"/>
              </a:ext>
            </a:extLst>
          </p:cNvPr>
          <p:cNvSpPr/>
          <p:nvPr/>
        </p:nvSpPr>
        <p:spPr>
          <a:xfrm>
            <a:off x="1248911" y="3156902"/>
            <a:ext cx="9524509" cy="576927"/>
          </a:xfrm>
          <a:prstGeom prst="roundRect">
            <a:avLst/>
          </a:prstGeom>
          <a:solidFill>
            <a:schemeClr val="bg2"/>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marL="0" marR="0" lvl="0" indent="0" algn="ctr" defTabSz="91462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Arial"/>
              </a:rPr>
              <a:t>Lifecycle and governance</a:t>
            </a:r>
          </a:p>
        </p:txBody>
      </p:sp>
      <p:sp>
        <p:nvSpPr>
          <p:cNvPr id="18" name="Text Placeholder 2">
            <a:extLst>
              <a:ext uri="{FF2B5EF4-FFF2-40B4-BE49-F238E27FC236}">
                <a16:creationId xmlns:a16="http://schemas.microsoft.com/office/drawing/2014/main" id="{DE92AA5F-79C3-ABDE-D85C-F1B774331585}"/>
              </a:ext>
            </a:extLst>
          </p:cNvPr>
          <p:cNvSpPr txBox="1">
            <a:spLocks/>
          </p:cNvSpPr>
          <p:nvPr/>
        </p:nvSpPr>
        <p:spPr>
          <a:xfrm>
            <a:off x="6381573" y="3984148"/>
            <a:ext cx="4507647" cy="2476995"/>
          </a:xfrm>
          <a:prstGeom prst="rect">
            <a:avLst/>
          </a:prstGeom>
          <a:ln>
            <a:noFill/>
          </a:ln>
        </p:spPr>
        <p:txBody>
          <a:bodyPr lIns="91440" tIns="45720" rIns="91440" bIns="45720" anchor="t"/>
          <a:lstStyle>
            <a:lvl1pPr marL="0" indent="0" algn="l" defTabSz="457200" rtl="0" eaLnBrk="1" latinLnBrk="0" hangingPunct="1">
              <a:lnSpc>
                <a:spcPct val="100000"/>
              </a:lnSpc>
              <a:spcBef>
                <a:spcPts val="1100"/>
              </a:spcBef>
              <a:buFont typeface="Arial"/>
              <a:buNone/>
              <a:defRPr sz="1400" kern="1200">
                <a:solidFill>
                  <a:schemeClr val="bg2"/>
                </a:solidFill>
                <a:latin typeface="+mn-lt"/>
                <a:ea typeface="Arial" charset="0"/>
                <a:cs typeface="Arial" charset="0"/>
              </a:defRPr>
            </a:lvl1pPr>
            <a:lvl2pPr marL="173038" indent="-173038" algn="l" defTabSz="457200" rtl="0" eaLnBrk="1" latinLnBrk="0" hangingPunct="1">
              <a:lnSpc>
                <a:spcPct val="100000"/>
              </a:lnSpc>
              <a:spcBef>
                <a:spcPts val="1100"/>
              </a:spcBef>
              <a:spcAft>
                <a:spcPts val="0"/>
              </a:spcAft>
              <a:buFont typeface="Arial"/>
              <a:buChar char="–"/>
              <a:defRPr sz="1400" kern="1200">
                <a:solidFill>
                  <a:schemeClr val="bg2"/>
                </a:solidFill>
                <a:latin typeface="+mn-lt"/>
                <a:ea typeface="Arial" charset="0"/>
                <a:cs typeface="Arial" charset="0"/>
              </a:defRPr>
            </a:lvl2pPr>
            <a:lvl3pPr marL="396875" indent="-173038" algn="l" defTabSz="457200" rtl="0" eaLnBrk="1" latinLnBrk="0" hangingPunct="1">
              <a:lnSpc>
                <a:spcPct val="100000"/>
              </a:lnSpc>
              <a:spcBef>
                <a:spcPts val="1100"/>
              </a:spcBef>
              <a:spcAft>
                <a:spcPts val="0"/>
              </a:spcAft>
              <a:buFont typeface="Arial"/>
              <a:buChar char="•"/>
              <a:defRPr sz="1400" kern="1200">
                <a:solidFill>
                  <a:schemeClr val="bg2"/>
                </a:solidFill>
                <a:latin typeface="+mn-lt"/>
                <a:ea typeface="Arial" charset="0"/>
                <a:cs typeface="Arial" charset="0"/>
              </a:defRPr>
            </a:lvl3pPr>
            <a:lvl4pPr marL="625475" indent="-168275" algn="l" defTabSz="457200" rtl="0" eaLnBrk="1" latinLnBrk="0" hangingPunct="1">
              <a:lnSpc>
                <a:spcPct val="100000"/>
              </a:lnSpc>
              <a:spcBef>
                <a:spcPts val="1100"/>
              </a:spcBef>
              <a:spcAft>
                <a:spcPts val="0"/>
              </a:spcAft>
              <a:buFont typeface="Arial"/>
              <a:buChar char="–"/>
              <a:defRPr sz="1400" kern="1200">
                <a:solidFill>
                  <a:schemeClr val="bg2"/>
                </a:solidFill>
                <a:latin typeface="+mn-lt"/>
                <a:ea typeface="Arial" charset="0"/>
                <a:cs typeface="Arial" charset="0"/>
              </a:defRPr>
            </a:lvl4pPr>
            <a:lvl5pPr marL="803275" indent="-173038" algn="l" defTabSz="457200" rtl="0" eaLnBrk="1" latinLnBrk="0" hangingPunct="1">
              <a:lnSpc>
                <a:spcPct val="100000"/>
              </a:lnSpc>
              <a:spcBef>
                <a:spcPts val="1100"/>
              </a:spcBef>
              <a:spcAft>
                <a:spcPts val="0"/>
              </a:spcAft>
              <a:buFont typeface="Arial"/>
              <a:buChar char="»"/>
              <a:defRPr sz="1400" kern="1200">
                <a:solidFill>
                  <a:schemeClr val="bg2"/>
                </a:solidFill>
                <a:latin typeface="+mn-lt"/>
                <a:ea typeface="Arial" charset="0"/>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1467"/>
              </a:spcBef>
              <a:spcAft>
                <a:spcPts val="0"/>
              </a:spcAft>
              <a:buClrTx/>
              <a:buSzTx/>
              <a:buFont typeface="Arial"/>
              <a:buNone/>
              <a:tabLst/>
              <a:defRPr/>
            </a:pPr>
            <a:r>
              <a:rPr kumimoji="0" lang="en-US" sz="1800" b="1" i="0" u="none" strike="noStrike" kern="1200" cap="none" spc="0" normalizeH="0" baseline="0" noProof="0" dirty="0">
                <a:ln>
                  <a:noFill/>
                </a:ln>
                <a:solidFill>
                  <a:srgbClr val="000000"/>
                </a:solidFill>
                <a:effectLst/>
                <a:uLnTx/>
                <a:uFillTx/>
                <a:latin typeface="IBM Plex Sans Light"/>
                <a:cs typeface="Arial"/>
              </a:rPr>
              <a:t>Prepare / </a:t>
            </a:r>
            <a:r>
              <a:rPr lang="en-US" sz="1800" b="1" dirty="0">
                <a:solidFill>
                  <a:srgbClr val="000000"/>
                </a:solidFill>
                <a:latin typeface="IBM Plex Sans Light"/>
                <a:cs typeface="Arial"/>
              </a:rPr>
              <a:t>Transform</a:t>
            </a:r>
            <a:endParaRPr kumimoji="0" lang="en-US" sz="1800" b="1" i="0" u="none" strike="noStrike" kern="1200" cap="none" spc="0" normalizeH="0" baseline="0" noProof="0" dirty="0">
              <a:ln>
                <a:noFill/>
              </a:ln>
              <a:solidFill>
                <a:srgbClr val="000000"/>
              </a:solidFill>
              <a:effectLst/>
              <a:uLnTx/>
              <a:uFillTx/>
              <a:latin typeface="IBM Plex Sans Light" panose="020B0403050203000203" pitchFamily="34" charset="0"/>
              <a:cs typeface="Arial" charset="0"/>
            </a:endParaRPr>
          </a:p>
          <a:p>
            <a:pPr marL="0" marR="0" lvl="0" indent="0" algn="l" defTabSz="609585" rtl="0" eaLnBrk="1" fontAlgn="auto" latinLnBrk="0" hangingPunct="1">
              <a:lnSpc>
                <a:spcPct val="100000"/>
              </a:lnSpc>
              <a:spcBef>
                <a:spcPts val="133"/>
              </a:spcBef>
              <a:spcAft>
                <a:spcPts val="0"/>
              </a:spcAft>
              <a:buClrTx/>
              <a:buSzTx/>
              <a:buFont typeface="Arial"/>
              <a:buNone/>
              <a:tabLst/>
              <a:defRPr/>
            </a:pPr>
            <a:r>
              <a:rPr kumimoji="0" lang="en-US" sz="1200" b="0" i="0" u="none" strike="noStrike" kern="1200" cap="none" spc="0" normalizeH="0" baseline="0" noProof="0" dirty="0">
                <a:ln>
                  <a:noFill/>
                </a:ln>
                <a:solidFill>
                  <a:srgbClr val="000000"/>
                </a:solidFill>
                <a:effectLst/>
                <a:uLnTx/>
                <a:uFillTx/>
                <a:latin typeface="IBM Plex Sans Light"/>
                <a:cs typeface="Arial"/>
              </a:rPr>
              <a:t>Engineer data assets into trusted data products.</a:t>
            </a:r>
            <a:endParaRPr lang="en-US" sz="1200" b="0" i="0" u="none" strike="noStrike" kern="1200" cap="none" spc="0" normalizeH="0" baseline="0" noProof="0" dirty="0">
              <a:ln>
                <a:noFill/>
              </a:ln>
              <a:solidFill>
                <a:srgbClr val="000000"/>
              </a:solidFill>
              <a:effectLst/>
              <a:uLnTx/>
              <a:uFillTx/>
              <a:latin typeface="IBM Plex Sans Light"/>
              <a:cs typeface="Arial"/>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endParaRPr kumimoji="0" lang="en-US" sz="1800" b="1" i="0" u="none" strike="noStrike" kern="1200" cap="none" spc="0" normalizeH="0" baseline="0" noProof="0">
              <a:ln>
                <a:noFill/>
              </a:ln>
              <a:solidFill>
                <a:srgbClr val="000000"/>
              </a:solidFill>
              <a:effectLst/>
              <a:uLnTx/>
              <a:uFillTx/>
              <a:latin typeface="IBM Plex Sans Light" panose="020B0403050203000203" pitchFamily="34" charset="0"/>
              <a:cs typeface="Arial" charset="0"/>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r>
              <a:rPr kumimoji="0" lang="en-US" sz="1800" b="1" i="0" u="none" strike="noStrike" kern="1200" cap="none" spc="0" normalizeH="0" baseline="0" noProof="0" dirty="0">
                <a:ln>
                  <a:noFill/>
                </a:ln>
                <a:solidFill>
                  <a:srgbClr val="000000"/>
                </a:solidFill>
                <a:effectLst/>
                <a:uLnTx/>
                <a:uFillTx/>
                <a:latin typeface="IBM Plex Sans Light"/>
                <a:cs typeface="Arial"/>
              </a:rPr>
              <a:t>Publish</a:t>
            </a:r>
            <a:endParaRPr lang="en-US" sz="1800" b="1" i="0" u="none" strike="noStrike" kern="1200" cap="none" spc="0" normalizeH="0" baseline="0" noProof="0" dirty="0">
              <a:ln>
                <a:noFill/>
              </a:ln>
              <a:solidFill>
                <a:srgbClr val="000000"/>
              </a:solidFill>
              <a:effectLst/>
              <a:uLnTx/>
              <a:uFillTx/>
              <a:latin typeface="IBM Plex Sans Light"/>
              <a:cs typeface="Arial"/>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00000"/>
                </a:solidFill>
                <a:effectLst/>
                <a:uLnTx/>
                <a:uFillTx/>
                <a:latin typeface="IBM Plex Sans Light"/>
                <a:cs typeface="Arial"/>
              </a:rPr>
              <a:t>Publish data products and enable subscription to data products based on </a:t>
            </a:r>
            <a:r>
              <a:rPr kumimoji="0" lang="en-US" sz="1200" b="1" i="0" u="none" strike="noStrike" kern="1200" cap="none" spc="0" normalizeH="0" baseline="0" noProof="0" dirty="0">
                <a:ln>
                  <a:noFill/>
                </a:ln>
                <a:solidFill>
                  <a:srgbClr val="000000"/>
                </a:solidFill>
                <a:effectLst/>
                <a:uLnTx/>
                <a:uFillTx/>
                <a:latin typeface="IBM Plex Sans Light"/>
                <a:cs typeface="Arial"/>
              </a:rPr>
              <a:t>data contracts</a:t>
            </a:r>
            <a:r>
              <a:rPr kumimoji="0" lang="en-US" sz="1200" b="0" i="0" u="none" strike="noStrike" kern="1200" cap="none" spc="0" normalizeH="0" baseline="0" noProof="0" dirty="0">
                <a:ln>
                  <a:noFill/>
                </a:ln>
                <a:solidFill>
                  <a:srgbClr val="000000"/>
                </a:solidFill>
                <a:effectLst/>
                <a:uLnTx/>
                <a:uFillTx/>
                <a:latin typeface="IBM Plex Sans Light"/>
                <a:cs typeface="Arial"/>
              </a:rPr>
              <a:t>.</a:t>
            </a:r>
            <a:endParaRPr lang="en-US" sz="1200" b="0" i="0" u="none" strike="noStrike" kern="1200" cap="none" spc="0" normalizeH="0" baseline="0" noProof="0" dirty="0">
              <a:ln>
                <a:noFill/>
              </a:ln>
              <a:solidFill>
                <a:srgbClr val="000000"/>
              </a:solidFill>
              <a:effectLst/>
              <a:uLnTx/>
              <a:uFillTx/>
              <a:latin typeface="IBM Plex Sans Light"/>
              <a:cs typeface="Arial"/>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endParaRPr kumimoji="0" lang="en-US" sz="1200" b="0" i="0" u="none" strike="noStrike" kern="1200" cap="none" spc="0" normalizeH="0" baseline="0" noProof="0">
              <a:ln>
                <a:noFill/>
              </a:ln>
              <a:solidFill>
                <a:srgbClr val="000000"/>
              </a:solidFill>
              <a:effectLst/>
              <a:uLnTx/>
              <a:uFillTx/>
              <a:latin typeface="IBM Plex Sans Light" panose="020B0403050203000203" pitchFamily="34" charset="0"/>
              <a:cs typeface="Arial" charset="0"/>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r>
              <a:rPr kumimoji="0" lang="en-US" sz="1800" b="1" i="0" u="none" strike="noStrike" kern="1200" cap="none" spc="0" normalizeH="0" baseline="0" noProof="0" dirty="0">
                <a:ln>
                  <a:noFill/>
                </a:ln>
                <a:solidFill>
                  <a:srgbClr val="000000"/>
                </a:solidFill>
                <a:effectLst/>
                <a:uLnTx/>
                <a:uFillTx/>
                <a:latin typeface="IBM Plex Sans Light"/>
                <a:cs typeface="Arial"/>
              </a:rPr>
              <a:t>Lifecycle and </a:t>
            </a:r>
            <a:r>
              <a:rPr lang="en-US" sz="1800" b="1" dirty="0">
                <a:solidFill>
                  <a:srgbClr val="000000"/>
                </a:solidFill>
                <a:latin typeface="IBM Plex Sans Light"/>
                <a:cs typeface="Arial"/>
              </a:rPr>
              <a:t>Governance</a:t>
            </a:r>
            <a:endParaRPr lang="en-US" sz="1800" b="1" i="0" u="none" strike="noStrike" kern="1200" cap="none" spc="0" normalizeH="0" baseline="0" noProof="0" dirty="0">
              <a:ln>
                <a:noFill/>
              </a:ln>
              <a:solidFill>
                <a:srgbClr val="000000"/>
              </a:solidFill>
              <a:effectLst/>
              <a:uLnTx/>
              <a:uFillTx/>
              <a:latin typeface="IBM Plex Sans Light" panose="020B0403050203000203" pitchFamily="34" charset="0"/>
              <a:cs typeface="Arial" charset="0"/>
            </a:endParaRPr>
          </a:p>
          <a:p>
            <a:pPr marL="0" marR="0" lvl="0" indent="0" algn="l" defTabSz="609585"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00000"/>
                </a:solidFill>
                <a:effectLst/>
                <a:uLnTx/>
                <a:uFillTx/>
                <a:latin typeface="IBM Plex Sans Light"/>
                <a:cs typeface="Arial"/>
              </a:rPr>
              <a:t>Implement </a:t>
            </a:r>
            <a:r>
              <a:rPr kumimoji="0" lang="en-US" sz="1200" b="0" i="0" u="none" strike="noStrike" kern="1200" cap="none" spc="0" normalizeH="0" baseline="0" noProof="0" dirty="0" err="1">
                <a:ln>
                  <a:noFill/>
                </a:ln>
                <a:solidFill>
                  <a:srgbClr val="000000"/>
                </a:solidFill>
                <a:effectLst/>
                <a:uLnTx/>
                <a:uFillTx/>
                <a:latin typeface="IBM Plex Sans Light"/>
                <a:cs typeface="Arial"/>
              </a:rPr>
              <a:t>DataOps</a:t>
            </a:r>
            <a:r>
              <a:rPr kumimoji="0" lang="en-US" sz="1200" b="0" i="0" u="none" strike="noStrike" kern="1200" cap="none" spc="0" normalizeH="0" baseline="0" noProof="0" dirty="0">
                <a:ln>
                  <a:noFill/>
                </a:ln>
                <a:solidFill>
                  <a:srgbClr val="000000"/>
                </a:solidFill>
                <a:effectLst/>
                <a:uLnTx/>
                <a:uFillTx/>
                <a:latin typeface="IBM Plex Sans Light"/>
                <a:cs typeface="Arial"/>
              </a:rPr>
              <a:t> principles throughout the lifecycle and enforce governance end-to-end.</a:t>
            </a:r>
            <a:endParaRPr lang="en-US" sz="1200" b="0" i="0" u="none" strike="noStrike" kern="1200" cap="none" spc="0" normalizeH="0" baseline="0" noProof="0" dirty="0">
              <a:ln>
                <a:noFill/>
              </a:ln>
              <a:solidFill>
                <a:srgbClr val="000000"/>
              </a:solidFill>
              <a:effectLst/>
              <a:uLnTx/>
              <a:uFillTx/>
              <a:latin typeface="IBM Plex Sans Light"/>
              <a:cs typeface="Arial"/>
            </a:endParaRPr>
          </a:p>
        </p:txBody>
      </p:sp>
      <p:cxnSp>
        <p:nvCxnSpPr>
          <p:cNvPr id="37" name="Elbow Connector 36">
            <a:extLst>
              <a:ext uri="{FF2B5EF4-FFF2-40B4-BE49-F238E27FC236}">
                <a16:creationId xmlns:a16="http://schemas.microsoft.com/office/drawing/2014/main" id="{B9210FAA-CDBB-28E0-FAF6-1C878E18BD7C}"/>
              </a:ext>
            </a:extLst>
          </p:cNvPr>
          <p:cNvCxnSpPr>
            <a:cxnSpLocks/>
          </p:cNvCxnSpPr>
          <p:nvPr/>
        </p:nvCxnSpPr>
        <p:spPr>
          <a:xfrm flipV="1">
            <a:off x="4951375" y="2449282"/>
            <a:ext cx="171534" cy="127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Elbow Connector 37">
            <a:extLst>
              <a:ext uri="{FF2B5EF4-FFF2-40B4-BE49-F238E27FC236}">
                <a16:creationId xmlns:a16="http://schemas.microsoft.com/office/drawing/2014/main" id="{841FE1DB-9010-2C1D-E346-C9417C1F7740}"/>
              </a:ext>
            </a:extLst>
          </p:cNvPr>
          <p:cNvCxnSpPr/>
          <p:nvPr/>
        </p:nvCxnSpPr>
        <p:spPr>
          <a:xfrm flipV="1">
            <a:off x="6914891" y="2450618"/>
            <a:ext cx="171533" cy="127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D55B04DD-C367-B2D2-9530-E87BC71624ED}"/>
              </a:ext>
            </a:extLst>
          </p:cNvPr>
          <p:cNvCxnSpPr>
            <a:cxnSpLocks/>
          </p:cNvCxnSpPr>
          <p:nvPr/>
        </p:nvCxnSpPr>
        <p:spPr>
          <a:xfrm flipV="1">
            <a:off x="3026532" y="2460148"/>
            <a:ext cx="171533" cy="127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Slide Number Placeholder">
            <a:extLst>
              <a:ext uri="{FF2B5EF4-FFF2-40B4-BE49-F238E27FC236}">
                <a16:creationId xmlns:a16="http://schemas.microsoft.com/office/drawing/2014/main" id="{FDE24C10-793A-A3F4-4BC4-14C4D43D3838}"/>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12</a:t>
            </a:fld>
            <a:endParaRPr kumimoji="0" lang="en-US" sz="933"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sp>
        <p:nvSpPr>
          <p:cNvPr id="25" name="Rounded Rectangle 24">
            <a:extLst>
              <a:ext uri="{FF2B5EF4-FFF2-40B4-BE49-F238E27FC236}">
                <a16:creationId xmlns:a16="http://schemas.microsoft.com/office/drawing/2014/main" id="{3074EBCB-38FA-B1BF-9326-0A784D7A2C77}"/>
              </a:ext>
            </a:extLst>
          </p:cNvPr>
          <p:cNvSpPr/>
          <p:nvPr/>
        </p:nvSpPr>
        <p:spPr>
          <a:xfrm>
            <a:off x="8978740" y="2005343"/>
            <a:ext cx="1765465" cy="909607"/>
          </a:xfrm>
          <a:prstGeom prst="roundRect">
            <a:avLst/>
          </a:prstGeom>
          <a:solidFill>
            <a:schemeClr val="bg2"/>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marL="0" marR="0" lvl="0" indent="0" algn="ctr" defTabSz="91462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Arial"/>
              </a:rPr>
              <a:t>Publish</a:t>
            </a:r>
          </a:p>
        </p:txBody>
      </p:sp>
      <p:cxnSp>
        <p:nvCxnSpPr>
          <p:cNvPr id="26" name="Elbow Connector 25">
            <a:extLst>
              <a:ext uri="{FF2B5EF4-FFF2-40B4-BE49-F238E27FC236}">
                <a16:creationId xmlns:a16="http://schemas.microsoft.com/office/drawing/2014/main" id="{D728201A-843C-65D7-1774-7CF883B49BC0}"/>
              </a:ext>
            </a:extLst>
          </p:cNvPr>
          <p:cNvCxnSpPr/>
          <p:nvPr/>
        </p:nvCxnSpPr>
        <p:spPr>
          <a:xfrm flipV="1">
            <a:off x="8825372" y="2458986"/>
            <a:ext cx="171533" cy="127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2E1BA97F-942E-A064-9F6F-3AEB82E7E2DF}"/>
              </a:ext>
            </a:extLst>
          </p:cNvPr>
          <p:cNvSpPr txBox="1"/>
          <p:nvPr/>
        </p:nvSpPr>
        <p:spPr>
          <a:xfrm>
            <a:off x="10061454" y="1587215"/>
            <a:ext cx="1653017" cy="369332"/>
          </a:xfrm>
          <a:prstGeom prst="rect">
            <a:avLst/>
          </a:prstGeom>
          <a:noFill/>
        </p:spPr>
        <p:txBody>
          <a:bodyPr wrap="none" rtlCol="0">
            <a:spAutoFit/>
          </a:bodyPr>
          <a:lstStyle/>
          <a:p>
            <a:pPr marL="0" marR="0" lvl="0" indent="0" algn="l" defTabSz="914621"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Data Products</a:t>
            </a:r>
          </a:p>
        </p:txBody>
      </p:sp>
      <p:pic>
        <p:nvPicPr>
          <p:cNvPr id="30" name="Graphic 29" descr="Inventory outline">
            <a:extLst>
              <a:ext uri="{FF2B5EF4-FFF2-40B4-BE49-F238E27FC236}">
                <a16:creationId xmlns:a16="http://schemas.microsoft.com/office/drawing/2014/main" id="{733AE9A7-7D7B-CE48-A684-6DDC689E3D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89220" y="1970324"/>
            <a:ext cx="766333" cy="766333"/>
          </a:xfrm>
          <a:prstGeom prst="rect">
            <a:avLst/>
          </a:prstGeom>
        </p:spPr>
      </p:pic>
      <p:sp>
        <p:nvSpPr>
          <p:cNvPr id="31" name="TextBox 30">
            <a:extLst>
              <a:ext uri="{FF2B5EF4-FFF2-40B4-BE49-F238E27FC236}">
                <a16:creationId xmlns:a16="http://schemas.microsoft.com/office/drawing/2014/main" id="{2236B067-9E02-1D6F-C8C6-68908E91CACE}"/>
              </a:ext>
            </a:extLst>
          </p:cNvPr>
          <p:cNvSpPr txBox="1"/>
          <p:nvPr/>
        </p:nvSpPr>
        <p:spPr>
          <a:xfrm>
            <a:off x="330337" y="1587457"/>
            <a:ext cx="1415772" cy="369332"/>
          </a:xfrm>
          <a:prstGeom prst="rect">
            <a:avLst/>
          </a:prstGeom>
          <a:noFill/>
        </p:spPr>
        <p:txBody>
          <a:bodyPr wrap="none" rtlCol="0">
            <a:spAutoFit/>
          </a:bodyPr>
          <a:lstStyle/>
          <a:p>
            <a:pPr marL="0" marR="0" lvl="0" indent="0" algn="l" defTabSz="914621"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Data Assets</a:t>
            </a:r>
          </a:p>
        </p:txBody>
      </p:sp>
      <p:pic>
        <p:nvPicPr>
          <p:cNvPr id="32" name="Graphic 31" descr="Inventory outline">
            <a:extLst>
              <a:ext uri="{FF2B5EF4-FFF2-40B4-BE49-F238E27FC236}">
                <a16:creationId xmlns:a16="http://schemas.microsoft.com/office/drawing/2014/main" id="{28999DA2-D856-7CA5-DADE-64B80965312F}"/>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1597" b="3406"/>
          <a:stretch/>
        </p:blipFill>
        <p:spPr>
          <a:xfrm>
            <a:off x="406458" y="2186707"/>
            <a:ext cx="766333" cy="213343"/>
          </a:xfrm>
          <a:prstGeom prst="rect">
            <a:avLst/>
          </a:prstGeom>
        </p:spPr>
      </p:pic>
      <p:pic>
        <p:nvPicPr>
          <p:cNvPr id="33" name="Graphic 32" descr="Inventory outline">
            <a:extLst>
              <a:ext uri="{FF2B5EF4-FFF2-40B4-BE49-F238E27FC236}">
                <a16:creationId xmlns:a16="http://schemas.microsoft.com/office/drawing/2014/main" id="{63F1DE5E-5B19-B3DB-9159-043631482587}"/>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1597" b="3406"/>
          <a:stretch/>
        </p:blipFill>
        <p:spPr>
          <a:xfrm>
            <a:off x="406458" y="2615874"/>
            <a:ext cx="766333" cy="213343"/>
          </a:xfrm>
          <a:prstGeom prst="rect">
            <a:avLst/>
          </a:prstGeom>
        </p:spPr>
      </p:pic>
      <p:sp>
        <p:nvSpPr>
          <p:cNvPr id="3" name="Footer Placeholder">
            <a:extLst>
              <a:ext uri="{FF2B5EF4-FFF2-40B4-BE49-F238E27FC236}">
                <a16:creationId xmlns:a16="http://schemas.microsoft.com/office/drawing/2014/main" id="{BA161BC1-8C7A-FCAD-E475-2A36374F2D71}"/>
              </a:ext>
            </a:extLst>
          </p:cNvPr>
          <p:cNvSpPr txBox="1">
            <a:spLocks/>
          </p:cNvSpPr>
          <p:nvPr/>
        </p:nvSpPr>
        <p:spPr>
          <a:xfrm>
            <a:off x="304890" y="6383869"/>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000000"/>
                </a:solidFill>
                <a:effectLst/>
                <a:uLnTx/>
                <a:uFillTx/>
                <a:latin typeface="IBM Plex Sans Regular"/>
                <a:ea typeface="+mn-ea"/>
                <a:cs typeface="+mn-cs"/>
              </a:rPr>
              <a:t>IBM Data Fabric / © 2024 IBM Corporation</a:t>
            </a:r>
          </a:p>
        </p:txBody>
      </p:sp>
    </p:spTree>
    <p:extLst>
      <p:ext uri="{BB962C8B-B14F-4D97-AF65-F5344CB8AC3E}">
        <p14:creationId xmlns:p14="http://schemas.microsoft.com/office/powerpoint/2010/main" val="2276597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965BCF5-8158-61E4-2508-844ED3EB9E54}"/>
              </a:ext>
            </a:extLst>
          </p:cNvPr>
          <p:cNvSpPr>
            <a:spLocks noGrp="1"/>
          </p:cNvSpPr>
          <p:nvPr>
            <p:ph type="title"/>
          </p:nvPr>
        </p:nvSpPr>
        <p:spPr>
          <a:xfrm>
            <a:off x="287999" y="288445"/>
            <a:ext cx="2474590" cy="2286496"/>
          </a:xfrm>
        </p:spPr>
        <p:txBody>
          <a:bodyPr lIns="0" tIns="0" rIns="0" bIns="0" anchor="t"/>
          <a:lstStyle/>
          <a:p>
            <a:r>
              <a:rPr lang="en-US" sz="3200"/>
              <a:t>Our Client Pain Points </a:t>
            </a:r>
            <a:r>
              <a:rPr lang="en-US" sz="3200" dirty="0"/>
              <a:t>Around</a:t>
            </a:r>
            <a:r>
              <a:rPr lang="en-US" sz="3200"/>
              <a:t> Data</a:t>
            </a:r>
            <a:endParaRPr lang="en-RO" sz="3200"/>
          </a:p>
        </p:txBody>
      </p:sp>
      <p:cxnSp>
        <p:nvCxnSpPr>
          <p:cNvPr id="6" name="Straight Connector 5" descr="Vertical column divider line">
            <a:extLst>
              <a:ext uri="{FF2B5EF4-FFF2-40B4-BE49-F238E27FC236}">
                <a16:creationId xmlns:a16="http://schemas.microsoft.com/office/drawing/2014/main" id="{5F14E879-98F7-07CB-1401-175B6CCDBF74}"/>
              </a:ext>
            </a:extLst>
          </p:cNvPr>
          <p:cNvCxnSpPr/>
          <p:nvPr/>
        </p:nvCxnSpPr>
        <p:spPr bwMode="auto">
          <a:xfrm>
            <a:off x="3047603" y="285366"/>
            <a:ext cx="0" cy="571504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8">
            <a:extLst>
              <a:ext uri="{FF2B5EF4-FFF2-40B4-BE49-F238E27FC236}">
                <a16:creationId xmlns:a16="http://schemas.microsoft.com/office/drawing/2014/main" id="{82FAA5F7-E337-6640-64E3-072860494F77}"/>
              </a:ext>
            </a:extLst>
          </p:cNvPr>
          <p:cNvSpPr txBox="1">
            <a:spLocks/>
          </p:cNvSpPr>
          <p:nvPr/>
        </p:nvSpPr>
        <p:spPr>
          <a:xfrm>
            <a:off x="3332554" y="288444"/>
            <a:ext cx="2476178" cy="2573701"/>
          </a:xfrm>
          <a:prstGeom prst="rect">
            <a:avLst/>
          </a:prstGeom>
        </p:spPr>
        <p:txBody>
          <a:bodyPr wrap="square"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1218956" rtl="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0">
                <a:ln>
                  <a:noFill/>
                </a:ln>
                <a:solidFill>
                  <a:srgbClr val="0F62FE"/>
                </a:solidFill>
                <a:effectLst/>
                <a:uLnTx/>
                <a:uFillTx/>
                <a:latin typeface="IBM Plex Sans Light"/>
                <a:ea typeface="+mj-ea"/>
                <a:cs typeface="+mj-cs"/>
                <a:sym typeface="IBM Plex Sans Light"/>
              </a:rPr>
              <a:t>Consistent View</a:t>
            </a: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IBM Plex Sans Light"/>
                <a:ea typeface="+mj-ea"/>
                <a:cs typeface="+mj-cs"/>
                <a:sym typeface="IBM Plex Sans Light"/>
              </a:rPr>
              <a:t>Enterprises struggle to consistently view all their data assets, regardless of where they are stored (e.g., competitor stores, other clouds, and SaaS)</a:t>
            </a:r>
            <a:endParaRPr kumimoji="0" lang="en-RO"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8" name="Text Placeholder 4">
            <a:extLst>
              <a:ext uri="{FF2B5EF4-FFF2-40B4-BE49-F238E27FC236}">
                <a16:creationId xmlns:a16="http://schemas.microsoft.com/office/drawing/2014/main" id="{CB50300D-4290-EC86-7813-C37AF0B21E9B}"/>
              </a:ext>
            </a:extLst>
          </p:cNvPr>
          <p:cNvSpPr txBox="1">
            <a:spLocks/>
          </p:cNvSpPr>
          <p:nvPr/>
        </p:nvSpPr>
        <p:spPr>
          <a:xfrm>
            <a:off x="6380919" y="288444"/>
            <a:ext cx="2476178" cy="2573701"/>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1218956" rtl="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0">
                <a:ln>
                  <a:noFill/>
                </a:ln>
                <a:solidFill>
                  <a:srgbClr val="0F62FE"/>
                </a:solidFill>
                <a:effectLst/>
                <a:uLnTx/>
                <a:uFillTx/>
                <a:latin typeface="IBM Plex Sans Light"/>
                <a:ea typeface="+mj-ea"/>
                <a:cs typeface="+mj-cs"/>
                <a:sym typeface="IBM Plex Sans Light"/>
              </a:rPr>
              <a:t>Self-Serve</a:t>
            </a: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F62FE"/>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IBM Plex Sans Light"/>
                <a:ea typeface="+mj-ea"/>
                <a:cs typeface="+mj-cs"/>
                <a:sym typeface="IBM Plex Sans Light"/>
              </a:rPr>
              <a:t>Chief Data Officers are worried that users can't find and use the right data in a timely and governed manner</a:t>
            </a: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RO"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9" name="Text Placeholder 5">
            <a:extLst>
              <a:ext uri="{FF2B5EF4-FFF2-40B4-BE49-F238E27FC236}">
                <a16:creationId xmlns:a16="http://schemas.microsoft.com/office/drawing/2014/main" id="{176C72EB-2A22-F42A-2BD4-450CAADE891F}"/>
              </a:ext>
            </a:extLst>
          </p:cNvPr>
          <p:cNvSpPr txBox="1">
            <a:spLocks/>
          </p:cNvSpPr>
          <p:nvPr/>
        </p:nvSpPr>
        <p:spPr>
          <a:xfrm>
            <a:off x="9428523" y="288444"/>
            <a:ext cx="2479352" cy="2573701"/>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1218956" rtl="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0">
                <a:ln>
                  <a:noFill/>
                </a:ln>
                <a:solidFill>
                  <a:srgbClr val="0F62FE"/>
                </a:solidFill>
                <a:effectLst/>
                <a:uLnTx/>
                <a:uFillTx/>
                <a:latin typeface="IBM Plex Sans Light"/>
                <a:ea typeface="+mj-ea"/>
                <a:cs typeface="+mj-cs"/>
                <a:sym typeface="IBM Plex Sans Light"/>
              </a:rPr>
              <a:t>Different Vocabularies</a:t>
            </a: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IBM Plex Sans Light"/>
                <a:ea typeface="+mj-ea"/>
                <a:cs typeface="+mj-cs"/>
                <a:sym typeface="IBM Plex Sans Light"/>
              </a:rPr>
              <a:t>Different personas need to use different vocabularies for the same asset</a:t>
            </a: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RO"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cxnSp>
        <p:nvCxnSpPr>
          <p:cNvPr id="10" name="Straight Connector 9" descr="Horizontal row divider line">
            <a:extLst>
              <a:ext uri="{FF2B5EF4-FFF2-40B4-BE49-F238E27FC236}">
                <a16:creationId xmlns:a16="http://schemas.microsoft.com/office/drawing/2014/main" id="{62F61DC5-3631-B1F5-7AAC-F6B99BA62268}"/>
              </a:ext>
            </a:extLst>
          </p:cNvPr>
          <p:cNvCxnSpPr/>
          <p:nvPr/>
        </p:nvCxnSpPr>
        <p:spPr bwMode="auto">
          <a:xfrm>
            <a:off x="284126" y="304805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9">
            <a:extLst>
              <a:ext uri="{FF2B5EF4-FFF2-40B4-BE49-F238E27FC236}">
                <a16:creationId xmlns:a16="http://schemas.microsoft.com/office/drawing/2014/main" id="{C37F8780-B994-D696-96B3-C21D3589DC61}"/>
              </a:ext>
            </a:extLst>
          </p:cNvPr>
          <p:cNvSpPr txBox="1">
            <a:spLocks/>
          </p:cNvSpPr>
          <p:nvPr/>
        </p:nvSpPr>
        <p:spPr>
          <a:xfrm>
            <a:off x="3334141" y="3333763"/>
            <a:ext cx="2476178" cy="2477701"/>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1218956" rtl="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0">
                <a:ln>
                  <a:noFill/>
                </a:ln>
                <a:solidFill>
                  <a:srgbClr val="0F62FE"/>
                </a:solidFill>
                <a:effectLst/>
                <a:uLnTx/>
                <a:uFillTx/>
                <a:latin typeface="IBM Plex Sans Light"/>
                <a:ea typeface="+mj-ea"/>
                <a:cs typeface="+mj-cs"/>
                <a:sym typeface="IBM Plex Sans Light"/>
              </a:rPr>
              <a:t>Govern</a:t>
            </a: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IBM Plex Sans Light"/>
                <a:ea typeface="+mj-ea"/>
                <a:cs typeface="+mj-cs"/>
                <a:sym typeface="IBM Plex Sans Light"/>
              </a:rPr>
              <a:t>Customers struggle to define and manage governance and security policies spanning on-prem, public clouds, and SaaS from a single pane of glass</a:t>
            </a: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RO"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12" name="Text Placeholder 6">
            <a:extLst>
              <a:ext uri="{FF2B5EF4-FFF2-40B4-BE49-F238E27FC236}">
                <a16:creationId xmlns:a16="http://schemas.microsoft.com/office/drawing/2014/main" id="{35B5176E-687D-26F0-0D50-9A2CEC4CAD4F}"/>
              </a:ext>
            </a:extLst>
          </p:cNvPr>
          <p:cNvSpPr txBox="1">
            <a:spLocks/>
          </p:cNvSpPr>
          <p:nvPr/>
        </p:nvSpPr>
        <p:spPr>
          <a:xfrm>
            <a:off x="6380919" y="3333763"/>
            <a:ext cx="2476178" cy="2477701"/>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1218956" rtl="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0">
                <a:ln>
                  <a:noFill/>
                </a:ln>
                <a:solidFill>
                  <a:srgbClr val="0F62FE"/>
                </a:solidFill>
                <a:effectLst/>
                <a:uLnTx/>
                <a:uFillTx/>
                <a:latin typeface="IBM Plex Sans Light"/>
                <a:ea typeface="+mj-ea"/>
                <a:cs typeface="+mj-cs"/>
                <a:sym typeface="IBM Plex Sans Light"/>
              </a:rPr>
              <a:t>Protect and Monitor</a:t>
            </a: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IBM Plex Sans Light"/>
                <a:ea typeface="+mj-ea"/>
                <a:cs typeface="+mj-cs"/>
                <a:sym typeface="IBM Plex Sans Light"/>
              </a:rPr>
              <a:t>Security / risk / governance officers worry about risk of data loss and inability to detect and swiftly respond to threats</a:t>
            </a: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RO"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13" name="Text Placeholder 7">
            <a:extLst>
              <a:ext uri="{FF2B5EF4-FFF2-40B4-BE49-F238E27FC236}">
                <a16:creationId xmlns:a16="http://schemas.microsoft.com/office/drawing/2014/main" id="{1243C43C-6324-8447-5C79-D962B91DDBF9}"/>
              </a:ext>
            </a:extLst>
          </p:cNvPr>
          <p:cNvSpPr txBox="1">
            <a:spLocks/>
          </p:cNvSpPr>
          <p:nvPr/>
        </p:nvSpPr>
        <p:spPr>
          <a:xfrm>
            <a:off x="9428522" y="3333763"/>
            <a:ext cx="2476178" cy="2477701"/>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1218956" rtl="0" eaLnBrk="1" fontAlgn="auto" latinLnBrk="0" hangingPunct="1">
              <a:lnSpc>
                <a:spcPct val="110000"/>
              </a:lnSpc>
              <a:spcBef>
                <a:spcPts val="0"/>
              </a:spcBef>
              <a:spcAft>
                <a:spcPts val="0"/>
              </a:spcAft>
              <a:buClrTx/>
              <a:buSzTx/>
              <a:buFontTx/>
              <a:buNone/>
              <a:tabLst/>
              <a:defRPr/>
            </a:pPr>
            <a:r>
              <a:rPr kumimoji="0" lang="en-GB" sz="1400" b="0" i="0" u="none" strike="noStrike" kern="0" cap="none" spc="0" normalizeH="0" baseline="0" noProof="0">
                <a:ln>
                  <a:noFill/>
                </a:ln>
                <a:solidFill>
                  <a:srgbClr val="0F62FE"/>
                </a:solidFill>
                <a:effectLst/>
                <a:uLnTx/>
                <a:uFillTx/>
                <a:latin typeface="IBM Plex Sans Light"/>
                <a:ea typeface="+mj-ea"/>
                <a:cs typeface="+mj-cs"/>
                <a:sym typeface="IBM Plex Sans Light"/>
              </a:rPr>
              <a:t>Comply</a:t>
            </a: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F62FE"/>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IBM Plex Sans Light"/>
                <a:ea typeface="+mj-ea"/>
                <a:cs typeface="+mj-cs"/>
                <a:sym typeface="IBM Plex Sans Light"/>
              </a:rPr>
              <a:t>Companies find cloud adoption slow and complex due to ever evolving regulations and privacy laws</a:t>
            </a: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auto" latinLnBrk="0" hangingPunct="1">
              <a:lnSpc>
                <a:spcPct val="110000"/>
              </a:lnSpc>
              <a:spcBef>
                <a:spcPts val="0"/>
              </a:spcBef>
              <a:spcAft>
                <a:spcPts val="0"/>
              </a:spcAft>
              <a:buClrTx/>
              <a:buSzTx/>
              <a:buFontTx/>
              <a:buNone/>
              <a:tabLst/>
              <a:defRPr/>
            </a:pPr>
            <a:endParaRPr kumimoji="0" lang="en-RO" sz="14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cxnSp>
        <p:nvCxnSpPr>
          <p:cNvPr id="14" name="Straight Connector 13" descr="Vertical column divider line">
            <a:extLst>
              <a:ext uri="{FF2B5EF4-FFF2-40B4-BE49-F238E27FC236}">
                <a16:creationId xmlns:a16="http://schemas.microsoft.com/office/drawing/2014/main" id="{86A8D9BA-96FE-A554-B58B-EDE860A594CB}"/>
              </a:ext>
            </a:extLst>
          </p:cNvPr>
          <p:cNvCxnSpPr/>
          <p:nvPr/>
        </p:nvCxnSpPr>
        <p:spPr bwMode="auto">
          <a:xfrm>
            <a:off x="6088581" y="285366"/>
            <a:ext cx="0" cy="571504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line">
            <a:extLst>
              <a:ext uri="{FF2B5EF4-FFF2-40B4-BE49-F238E27FC236}">
                <a16:creationId xmlns:a16="http://schemas.microsoft.com/office/drawing/2014/main" id="{879FA2AF-B684-3CCD-DFB9-04C018301495}"/>
              </a:ext>
            </a:extLst>
          </p:cNvPr>
          <p:cNvCxnSpPr/>
          <p:nvPr/>
        </p:nvCxnSpPr>
        <p:spPr bwMode="auto">
          <a:xfrm>
            <a:off x="9139497" y="285366"/>
            <a:ext cx="0" cy="571504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Footer Placeholder">
            <a:extLst>
              <a:ext uri="{FF2B5EF4-FFF2-40B4-BE49-F238E27FC236}">
                <a16:creationId xmlns:a16="http://schemas.microsoft.com/office/drawing/2014/main" id="{F7FC1158-E2D9-11F3-2FCD-482D2D3F8F7A}"/>
              </a:ext>
            </a:extLst>
          </p:cNvPr>
          <p:cNvSpPr txBox="1">
            <a:spLocks/>
          </p:cNvSpPr>
          <p:nvPr/>
        </p:nvSpPr>
        <p:spPr>
          <a:xfrm>
            <a:off x="304890" y="6383869"/>
            <a:ext cx="5486313"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l" defTabSz="914598"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000000"/>
                </a:solidFill>
                <a:effectLst/>
                <a:uLnTx/>
                <a:uFillTx/>
                <a:latin typeface="IBM Plex Sans Regular"/>
                <a:ea typeface="+mn-ea"/>
                <a:cs typeface="+mn-cs"/>
              </a:rPr>
              <a:t>IBM Data Fabric / © 2024 IBM Corporation</a:t>
            </a:r>
          </a:p>
        </p:txBody>
      </p:sp>
      <p:sp>
        <p:nvSpPr>
          <p:cNvPr id="3" name="Slide Number Placeholder">
            <a:extLst>
              <a:ext uri="{FF2B5EF4-FFF2-40B4-BE49-F238E27FC236}">
                <a16:creationId xmlns:a16="http://schemas.microsoft.com/office/drawing/2014/main" id="{472D7267-825D-2405-6CCF-F6E1C5CD4B99}"/>
              </a:ext>
            </a:extLst>
          </p:cNvPr>
          <p:cNvSpPr txBox="1">
            <a:spLocks/>
          </p:cNvSpPr>
          <p:nvPr/>
        </p:nvSpPr>
        <p:spPr>
          <a:xfrm>
            <a:off x="9448802" y="6383868"/>
            <a:ext cx="2438309" cy="22224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914621"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latin typeface="IBM Plex Sans Regular"/>
                <a:ea typeface="+mn-ea"/>
                <a:cs typeface="+mn-cs"/>
              </a:rPr>
              <a:pPr marL="0" marR="0" lvl="0" indent="0" algn="r" defTabSz="914621" rtl="0" eaLnBrk="1" fontAlgn="auto" latinLnBrk="0" hangingPunct="1">
                <a:lnSpc>
                  <a:spcPct val="100000"/>
                </a:lnSpc>
                <a:spcBef>
                  <a:spcPts val="0"/>
                </a:spcBef>
                <a:spcAft>
                  <a:spcPts val="0"/>
                </a:spcAft>
                <a:buClrTx/>
                <a:buSzTx/>
                <a:buFontTx/>
                <a:buNone/>
                <a:tabLst/>
                <a:defRPr/>
              </a:pPr>
              <a:t>13</a:t>
            </a:fld>
            <a:endParaRPr kumimoji="0" lang="en-US" sz="933" b="0" i="0" u="none" strike="noStrike" kern="1200" cap="none" spc="0" normalizeH="0" baseline="0" noProof="0" dirty="0">
              <a:ln>
                <a:noFill/>
              </a:ln>
              <a:solidFill>
                <a:srgbClr val="000000"/>
              </a:solidFill>
              <a:effectLst/>
              <a:uLnTx/>
              <a:uFillTx/>
              <a:latin typeface="IBM Plex Sans Regular"/>
              <a:ea typeface="+mn-ea"/>
              <a:cs typeface="+mn-cs"/>
            </a:endParaRPr>
          </a:p>
        </p:txBody>
      </p:sp>
    </p:spTree>
    <p:extLst>
      <p:ext uri="{BB962C8B-B14F-4D97-AF65-F5344CB8AC3E}">
        <p14:creationId xmlns:p14="http://schemas.microsoft.com/office/powerpoint/2010/main" val="1395082617"/>
      </p:ext>
    </p:extLst>
  </p:cSld>
  <p:clrMapOvr>
    <a:masterClrMapping/>
  </p:clrMapOvr>
  <p:transition spd="med"/>
</p:sld>
</file>

<file path=ppt/theme/theme1.xml><?xml version="1.0" encoding="utf-8"?>
<a:theme xmlns:a="http://schemas.openxmlformats.org/drawingml/2006/main" name="1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7_Plex" id="{95415CFD-B8C5-A64E-9B33-327FB66EA919}" vid="{53F516D8-807B-3648-BBAC-1A335BDA2B4F}"/>
    </a:ext>
  </a:extLst>
</a:theme>
</file>

<file path=ppt/theme/theme2.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sample_layouts_v_1_6_Plex.pptx" id="{204C4AD1-4225-FF43-9DF0-33AB212F5F6A}" vid="{AC0AD99D-B0EC-6A47-BE1D-AB1B22763064}"/>
    </a:ext>
  </a:extLst>
</a:theme>
</file>

<file path=ppt/theme/theme3.xml><?xml version="1.0" encoding="utf-8"?>
<a:theme xmlns:a="http://schemas.openxmlformats.org/drawingml/2006/main" name="7_IBM 2019 Master template (black background)">
  <a:themeElements>
    <a:clrScheme name="Custom 3">
      <a:dk1>
        <a:srgbClr val="FFFFFF"/>
      </a:dk1>
      <a:lt1>
        <a:srgbClr val="000000"/>
      </a:lt1>
      <a:dk2>
        <a:srgbClr val="565656"/>
      </a:dk2>
      <a:lt2>
        <a:srgbClr val="F3F3F3"/>
      </a:lt2>
      <a:accent1>
        <a:srgbClr val="6F6F6F"/>
      </a:accent1>
      <a:accent2>
        <a:srgbClr val="0062FF"/>
      </a:accent2>
      <a:accent3>
        <a:srgbClr val="D12765"/>
      </a:accent3>
      <a:accent4>
        <a:srgbClr val="8A3FFC"/>
      </a:accent4>
      <a:accent5>
        <a:srgbClr val="007D79"/>
      </a:accent5>
      <a:accent6>
        <a:srgbClr val="697077"/>
      </a:accent6>
      <a:hlink>
        <a:srgbClr val="408BFC"/>
      </a:hlink>
      <a:folHlink>
        <a:srgbClr val="6EA6F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685983" rtl="0" eaLnBrk="1" fontAlgn="auto" latinLnBrk="0" hangingPunct="1">
          <a:lnSpc>
            <a:spcPct val="100000"/>
          </a:lnSpc>
          <a:spcBef>
            <a:spcPts val="0"/>
          </a:spcBef>
          <a:spcAft>
            <a:spcPts val="0"/>
          </a:spcAft>
          <a:buClrTx/>
          <a:buSzTx/>
          <a:buFontTx/>
          <a:buNone/>
          <a:tabLst/>
          <a:defRPr kumimoji="0" sz="1400" b="0" i="0" u="none" strike="noStrike" kern="1200" cap="none" spc="0" normalizeH="0" baseline="0" noProof="0" dirty="0" smtClean="0">
            <a:ln>
              <a:noFill/>
            </a:ln>
            <a:solidFill>
              <a:schemeClr val="tx1"/>
            </a:solidFill>
            <a:effectLst/>
            <a:uLnTx/>
            <a:uFillTx/>
            <a:latin typeface="IBM Plex Sans" charset="0"/>
            <a:ea typeface="IBM Plex Sans" charset="0"/>
            <a:cs typeface="IBM Plex Sans"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lgn="l">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6"/>
    </a:custClr>
    <a:custClr name="Magenta 90">
      <a:srgbClr val="57002B"/>
    </a:custClr>
    <a:custClr name="Magenta 80">
      <a:srgbClr val="760A3A"/>
    </a:custClr>
    <a:custClr name="Magenta 70">
      <a:srgbClr val="A11950"/>
    </a:custClr>
    <a:custClr name="Magenta 60">
      <a:srgbClr val="D12765"/>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8146B"/>
    </a:custClr>
    <a:custClr name="Purple 80">
      <a:srgbClr val="4F2196"/>
    </a:custClr>
    <a:custClr name="Purple 70">
      <a:srgbClr val="6E32C9"/>
    </a:custClr>
    <a:custClr name="Purple 60">
      <a:srgbClr val="8A3FFC"/>
    </a:custClr>
    <a:custClr name="Purple 50">
      <a:srgbClr val="A66EFA"/>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61F80"/>
    </a:custClr>
    <a:custClr name="Blue 80">
      <a:srgbClr val="0530AD"/>
    </a:custClr>
    <a:custClr name="Blue 70">
      <a:srgbClr val="054ADA"/>
    </a:custClr>
    <a:custClr name="Blue 60">
      <a:srgbClr val="0062FF"/>
    </a:custClr>
    <a:custClr name="Blue 50">
      <a:srgbClr val="408BFC"/>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3137"/>
    </a:custClr>
    <a:custClr name="Teal 80">
      <a:srgbClr val="004548"/>
    </a:custClr>
    <a:custClr name="Teal 70">
      <a:srgbClr val="006161"/>
    </a:custClr>
    <a:custClr name="Teal 60">
      <a:srgbClr val="007D79"/>
    </a:custClr>
    <a:custClr name="Teal 50">
      <a:srgbClr val="009C98"/>
    </a:custClr>
    <a:custClr name="Teal 40">
      <a:srgbClr val="00BAB6"/>
    </a:custClr>
    <a:custClr name="Teal 30">
      <a:srgbClr val="20D5D2"/>
    </a:custClr>
    <a:custClr name="Teal 20">
      <a:srgbClr val="92EEEE"/>
    </a:custClr>
    <a:custClr name="Teal 10">
      <a:srgbClr val="DBFBFB"/>
    </a:custClr>
    <a:custClr name="Gray 100">
      <a:srgbClr val="171717"/>
    </a:custClr>
    <a:custClr name="Gray 90">
      <a:srgbClr val="282828"/>
    </a:custClr>
    <a:custClr name="Gray 80">
      <a:srgbClr val="3D3D3D"/>
    </a:custClr>
    <a:custClr name="Gray 70">
      <a:srgbClr val="565656"/>
    </a:custClr>
    <a:custClr name="Gray 60">
      <a:srgbClr val="6F6F6F"/>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Presentation7" id="{D619B92C-D0DD-1E41-AF7B-B6B40879477C}" vid="{83FEE5BC-27A4-954C-A20E-3F2E0DF30EC5}"/>
    </a:ext>
  </a:extLst>
</a:theme>
</file>

<file path=ppt/theme/theme4.xml><?xml version="1.0" encoding="utf-8"?>
<a:theme xmlns:a="http://schemas.openxmlformats.org/drawingml/2006/main" name="IBM 2019 Master template (black background)">
  <a:themeElements>
    <a:clrScheme name="Custom 3">
      <a:dk1>
        <a:srgbClr val="FFFFFF"/>
      </a:dk1>
      <a:lt1>
        <a:srgbClr val="000000"/>
      </a:lt1>
      <a:dk2>
        <a:srgbClr val="565656"/>
      </a:dk2>
      <a:lt2>
        <a:srgbClr val="F3F3F3"/>
      </a:lt2>
      <a:accent1>
        <a:srgbClr val="6F6F6F"/>
      </a:accent1>
      <a:accent2>
        <a:srgbClr val="0062FF"/>
      </a:accent2>
      <a:accent3>
        <a:srgbClr val="D12765"/>
      </a:accent3>
      <a:accent4>
        <a:srgbClr val="8A3FFC"/>
      </a:accent4>
      <a:accent5>
        <a:srgbClr val="007D79"/>
      </a:accent5>
      <a:accent6>
        <a:srgbClr val="697077"/>
      </a:accent6>
      <a:hlink>
        <a:srgbClr val="408BFC"/>
      </a:hlink>
      <a:folHlink>
        <a:srgbClr val="6EA6F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685983" rtl="0" eaLnBrk="1" fontAlgn="auto" latinLnBrk="0" hangingPunct="1">
          <a:lnSpc>
            <a:spcPct val="100000"/>
          </a:lnSpc>
          <a:spcBef>
            <a:spcPts val="0"/>
          </a:spcBef>
          <a:spcAft>
            <a:spcPts val="0"/>
          </a:spcAft>
          <a:buClrTx/>
          <a:buSzTx/>
          <a:buFontTx/>
          <a:buNone/>
          <a:tabLst/>
          <a:defRPr kumimoji="0" sz="1400" b="0" i="0" u="none" strike="noStrike" kern="1200" cap="none" spc="0" normalizeH="0" baseline="0" noProof="0" dirty="0" smtClean="0">
            <a:ln>
              <a:noFill/>
            </a:ln>
            <a:solidFill>
              <a:schemeClr val="tx1"/>
            </a:solidFill>
            <a:effectLst/>
            <a:uLnTx/>
            <a:uFillTx/>
            <a:latin typeface="IBM Plex Sans" charset="0"/>
            <a:ea typeface="IBM Plex Sans" charset="0"/>
            <a:cs typeface="IBM Plex Sans"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lgn="l">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6"/>
    </a:custClr>
    <a:custClr name="Magenta 90">
      <a:srgbClr val="57002B"/>
    </a:custClr>
    <a:custClr name="Magenta 80">
      <a:srgbClr val="760A3A"/>
    </a:custClr>
    <a:custClr name="Magenta 70">
      <a:srgbClr val="A11950"/>
    </a:custClr>
    <a:custClr name="Magenta 60">
      <a:srgbClr val="D12765"/>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8146B"/>
    </a:custClr>
    <a:custClr name="Purple 80">
      <a:srgbClr val="4F2196"/>
    </a:custClr>
    <a:custClr name="Purple 70">
      <a:srgbClr val="6E32C9"/>
    </a:custClr>
    <a:custClr name="Purple 60">
      <a:srgbClr val="8A3FFC"/>
    </a:custClr>
    <a:custClr name="Purple 50">
      <a:srgbClr val="A66EFA"/>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61F80"/>
    </a:custClr>
    <a:custClr name="Blue 80">
      <a:srgbClr val="0530AD"/>
    </a:custClr>
    <a:custClr name="Blue 70">
      <a:srgbClr val="054ADA"/>
    </a:custClr>
    <a:custClr name="Blue 60">
      <a:srgbClr val="0062FF"/>
    </a:custClr>
    <a:custClr name="Blue 50">
      <a:srgbClr val="408BFC"/>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3137"/>
    </a:custClr>
    <a:custClr name="Teal 80">
      <a:srgbClr val="004548"/>
    </a:custClr>
    <a:custClr name="Teal 70">
      <a:srgbClr val="006161"/>
    </a:custClr>
    <a:custClr name="Teal 60">
      <a:srgbClr val="007D79"/>
    </a:custClr>
    <a:custClr name="Teal 50">
      <a:srgbClr val="009C98"/>
    </a:custClr>
    <a:custClr name="Teal 40">
      <a:srgbClr val="00BAB6"/>
    </a:custClr>
    <a:custClr name="Teal 30">
      <a:srgbClr val="20D5D2"/>
    </a:custClr>
    <a:custClr name="Teal 20">
      <a:srgbClr val="92EEEE"/>
    </a:custClr>
    <a:custClr name="Teal 10">
      <a:srgbClr val="DBFBFB"/>
    </a:custClr>
    <a:custClr name="Gray 100">
      <a:srgbClr val="171717"/>
    </a:custClr>
    <a:custClr name="Gray 90">
      <a:srgbClr val="282828"/>
    </a:custClr>
    <a:custClr name="Gray 80">
      <a:srgbClr val="3D3D3D"/>
    </a:custClr>
    <a:custClr name="Gray 70">
      <a:srgbClr val="565656"/>
    </a:custClr>
    <a:custClr name="Gray 60">
      <a:srgbClr val="6F6F6F"/>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Presentation7" id="{D619B92C-D0DD-1E41-AF7B-B6B40879477C}" vid="{83FEE5BC-27A4-954C-A20E-3F2E0DF30EC5}"/>
    </a:ext>
  </a:extLst>
</a:theme>
</file>

<file path=ppt/theme/theme5.xml><?xml version="1.0" encoding="utf-8"?>
<a:theme xmlns:a="http://schemas.openxmlformats.org/drawingml/2006/main" name="2_IBM 2020 Master template (black background)">
  <a:themeElements>
    <a:clrScheme name="Custom 3">
      <a:dk1>
        <a:srgbClr val="FFFFFF"/>
      </a:dk1>
      <a:lt1>
        <a:srgbClr val="000000"/>
      </a:lt1>
      <a:dk2>
        <a:srgbClr val="525252"/>
      </a:dk2>
      <a:lt2>
        <a:srgbClr val="F4F4F4"/>
      </a:lt2>
      <a:accent1>
        <a:srgbClr val="0F62FE"/>
      </a:accent1>
      <a:accent2>
        <a:srgbClr val="002D9C"/>
      </a:accent2>
      <a:accent3>
        <a:srgbClr val="D12771"/>
      </a:accent3>
      <a:accent4>
        <a:srgbClr val="8A3FFC"/>
      </a:accent4>
      <a:accent5>
        <a:srgbClr val="007D79"/>
      </a:accent5>
      <a:accent6>
        <a:srgbClr val="697077"/>
      </a:accent6>
      <a:hlink>
        <a:srgbClr val="4589FF"/>
      </a:hlink>
      <a:folHlink>
        <a:srgbClr val="6F6F6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685983" rtl="0" eaLnBrk="1" fontAlgn="auto" latinLnBrk="0" hangingPunct="1">
          <a:lnSpc>
            <a:spcPct val="100000"/>
          </a:lnSpc>
          <a:spcBef>
            <a:spcPts val="0"/>
          </a:spcBef>
          <a:spcAft>
            <a:spcPts val="0"/>
          </a:spcAft>
          <a:buClrTx/>
          <a:buSzTx/>
          <a:buFontTx/>
          <a:buNone/>
          <a:tabLst/>
          <a:defRPr kumimoji="0" sz="1400" b="0" i="0" u="none" strike="noStrike" kern="1200" cap="none" spc="0" normalizeH="0" baseline="0" noProof="0" dirty="0">
            <a:ln>
              <a:noFill/>
            </a:ln>
            <a:solidFill>
              <a:schemeClr val="tx1"/>
            </a:solidFill>
            <a:effectLst/>
            <a:uLnTx/>
            <a:uFillTx/>
            <a:ea typeface="IBM Plex Sans" charset="0"/>
            <a:cs typeface="IBM Plex Sans"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lgn="l">
          <a:defRPr sz="1400" dirty="0" smtClean="0">
            <a:solidFill>
              <a:schemeClr val="bg1"/>
            </a:solidFill>
            <a:latin typeface="+mn-lt"/>
            <a:ea typeface="IBM Plex Sans" charset="0"/>
            <a:cs typeface="IBM Plex Sans"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Presentation_Enablement_Template_Arial_2021-Mar-01" id="{1A565672-DFC6-C94C-A613-015F0235D994}" vid="{78DE6C47-EB7F-714F-9662-FFA04EBC10D7}"/>
    </a:ext>
  </a:extLst>
</a:theme>
</file>

<file path=ppt/theme/theme6.xml><?xml version="1.0" encoding="utf-8"?>
<a:theme xmlns:a="http://schemas.openxmlformats.org/drawingml/2006/main" name="blk_background_2017">
  <a:themeElements>
    <a:clrScheme name="Custom 49">
      <a:dk1>
        <a:srgbClr val="000000"/>
      </a:dk1>
      <a:lt1>
        <a:srgbClr val="000000"/>
      </a:lt1>
      <a:dk2>
        <a:srgbClr val="EAEAEA"/>
      </a:dk2>
      <a:lt2>
        <a:srgbClr val="FFFFFF"/>
      </a:lt2>
      <a:accent1>
        <a:srgbClr val="8F8B8B"/>
      </a:accent1>
      <a:accent2>
        <a:srgbClr val="0F6FFF"/>
      </a:accent2>
      <a:accent3>
        <a:srgbClr val="20D5D2"/>
      </a:accent3>
      <a:accent4>
        <a:srgbClr val="8F8B8B"/>
      </a:accent4>
      <a:accent5>
        <a:srgbClr val="6E177D"/>
      </a:accent5>
      <a:accent6>
        <a:srgbClr val="DB2663"/>
      </a:accent6>
      <a:hlink>
        <a:srgbClr val="0F6F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0 S&amp;S-SaaS template Perla slides " id="{18B54734-DB81-184D-93C8-16A1D7962D87}" vid="{E910A993-D831-2146-9A6F-D9B8F08B5D74}"/>
    </a:ext>
  </a:extLst>
</a:theme>
</file>

<file path=ppt/theme/theme7.xml><?xml version="1.0" encoding="utf-8"?>
<a:theme xmlns:a="http://schemas.openxmlformats.org/drawingml/2006/main" name="17_IBM 2019 Master template (black background)">
  <a:themeElements>
    <a:clrScheme name="Custom 3">
      <a:dk1>
        <a:srgbClr val="FFFFFF"/>
      </a:dk1>
      <a:lt1>
        <a:srgbClr val="000000"/>
      </a:lt1>
      <a:dk2>
        <a:srgbClr val="565656"/>
      </a:dk2>
      <a:lt2>
        <a:srgbClr val="F3F3F3"/>
      </a:lt2>
      <a:accent1>
        <a:srgbClr val="6F6F6F"/>
      </a:accent1>
      <a:accent2>
        <a:srgbClr val="0062FF"/>
      </a:accent2>
      <a:accent3>
        <a:srgbClr val="D12765"/>
      </a:accent3>
      <a:accent4>
        <a:srgbClr val="8A3FFC"/>
      </a:accent4>
      <a:accent5>
        <a:srgbClr val="007D79"/>
      </a:accent5>
      <a:accent6>
        <a:srgbClr val="697077"/>
      </a:accent6>
      <a:hlink>
        <a:srgbClr val="408BFC"/>
      </a:hlink>
      <a:folHlink>
        <a:srgbClr val="6EA6F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685983" rtl="0" eaLnBrk="1" fontAlgn="auto" latinLnBrk="0" hangingPunct="1">
          <a:lnSpc>
            <a:spcPct val="100000"/>
          </a:lnSpc>
          <a:spcBef>
            <a:spcPts val="0"/>
          </a:spcBef>
          <a:spcAft>
            <a:spcPts val="0"/>
          </a:spcAft>
          <a:buClrTx/>
          <a:buSzTx/>
          <a:buFontTx/>
          <a:buNone/>
          <a:tabLst/>
          <a:defRPr kumimoji="0" sz="1400" b="0" i="0" u="none" strike="noStrike" kern="1200" cap="none" spc="0" normalizeH="0" baseline="0" noProof="0" dirty="0" smtClean="0">
            <a:ln>
              <a:noFill/>
            </a:ln>
            <a:solidFill>
              <a:schemeClr val="tx1"/>
            </a:solidFill>
            <a:effectLst/>
            <a:uLnTx/>
            <a:uFillTx/>
            <a:latin typeface="IBM Plex Sans" charset="0"/>
            <a:ea typeface="IBM Plex Sans" charset="0"/>
            <a:cs typeface="IBM Plex Sans"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lgn="l">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6"/>
    </a:custClr>
    <a:custClr name="Magenta 90">
      <a:srgbClr val="57002B"/>
    </a:custClr>
    <a:custClr name="Magenta 80">
      <a:srgbClr val="760A3A"/>
    </a:custClr>
    <a:custClr name="Magenta 70">
      <a:srgbClr val="A11950"/>
    </a:custClr>
    <a:custClr name="Magenta 60">
      <a:srgbClr val="D12765"/>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8146B"/>
    </a:custClr>
    <a:custClr name="Purple 80">
      <a:srgbClr val="4F2196"/>
    </a:custClr>
    <a:custClr name="Purple 70">
      <a:srgbClr val="6E32C9"/>
    </a:custClr>
    <a:custClr name="Purple 60">
      <a:srgbClr val="8A3FFC"/>
    </a:custClr>
    <a:custClr name="Purple 50">
      <a:srgbClr val="A66EFA"/>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61F80"/>
    </a:custClr>
    <a:custClr name="Blue 80">
      <a:srgbClr val="0530AD"/>
    </a:custClr>
    <a:custClr name="Blue 70">
      <a:srgbClr val="054ADA"/>
    </a:custClr>
    <a:custClr name="Blue 60">
      <a:srgbClr val="0062FF"/>
    </a:custClr>
    <a:custClr name="Blue 50">
      <a:srgbClr val="408BFC"/>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3137"/>
    </a:custClr>
    <a:custClr name="Teal 80">
      <a:srgbClr val="004548"/>
    </a:custClr>
    <a:custClr name="Teal 70">
      <a:srgbClr val="006161"/>
    </a:custClr>
    <a:custClr name="Teal 60">
      <a:srgbClr val="007D79"/>
    </a:custClr>
    <a:custClr name="Teal 50">
      <a:srgbClr val="009C98"/>
    </a:custClr>
    <a:custClr name="Teal 40">
      <a:srgbClr val="00BAB6"/>
    </a:custClr>
    <a:custClr name="Teal 30">
      <a:srgbClr val="20D5D2"/>
    </a:custClr>
    <a:custClr name="Teal 20">
      <a:srgbClr val="92EEEE"/>
    </a:custClr>
    <a:custClr name="Teal 10">
      <a:srgbClr val="DBFBFB"/>
    </a:custClr>
    <a:custClr name="Gray 100">
      <a:srgbClr val="171717"/>
    </a:custClr>
    <a:custClr name="Gray 90">
      <a:srgbClr val="282828"/>
    </a:custClr>
    <a:custClr name="Gray 80">
      <a:srgbClr val="3D3D3D"/>
    </a:custClr>
    <a:custClr name="Gray 70">
      <a:srgbClr val="565656"/>
    </a:custClr>
    <a:custClr name="Gray 60">
      <a:srgbClr val="6F6F6F"/>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Presentation7" id="{D619B92C-D0DD-1E41-AF7B-B6B40879477C}" vid="{83FEE5BC-27A4-954C-A20E-3F2E0DF30EC5}"/>
    </a:ext>
  </a:extLst>
</a:theme>
</file>

<file path=ppt/theme/theme8.xml><?xml version="1.0" encoding="utf-8"?>
<a:theme xmlns:a="http://schemas.openxmlformats.org/drawingml/2006/main" name="19_IBM 2019 Master template (black background)">
  <a:themeElements>
    <a:clrScheme name="Custom 3">
      <a:dk1>
        <a:srgbClr val="FFFFFF"/>
      </a:dk1>
      <a:lt1>
        <a:srgbClr val="000000"/>
      </a:lt1>
      <a:dk2>
        <a:srgbClr val="565656"/>
      </a:dk2>
      <a:lt2>
        <a:srgbClr val="F3F3F3"/>
      </a:lt2>
      <a:accent1>
        <a:srgbClr val="6F6F6F"/>
      </a:accent1>
      <a:accent2>
        <a:srgbClr val="0062FF"/>
      </a:accent2>
      <a:accent3>
        <a:srgbClr val="D12765"/>
      </a:accent3>
      <a:accent4>
        <a:srgbClr val="8A3FFC"/>
      </a:accent4>
      <a:accent5>
        <a:srgbClr val="007D79"/>
      </a:accent5>
      <a:accent6>
        <a:srgbClr val="697077"/>
      </a:accent6>
      <a:hlink>
        <a:srgbClr val="408BFC"/>
      </a:hlink>
      <a:folHlink>
        <a:srgbClr val="6EA6F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685983" rtl="0" eaLnBrk="1" fontAlgn="auto" latinLnBrk="0" hangingPunct="1">
          <a:lnSpc>
            <a:spcPct val="100000"/>
          </a:lnSpc>
          <a:spcBef>
            <a:spcPts val="0"/>
          </a:spcBef>
          <a:spcAft>
            <a:spcPts val="0"/>
          </a:spcAft>
          <a:buClrTx/>
          <a:buSzTx/>
          <a:buFontTx/>
          <a:buNone/>
          <a:tabLst/>
          <a:defRPr kumimoji="0" sz="1400" b="0" i="0" u="none" strike="noStrike" kern="1200" cap="none" spc="0" normalizeH="0" baseline="0" noProof="0" dirty="0" smtClean="0">
            <a:ln>
              <a:noFill/>
            </a:ln>
            <a:solidFill>
              <a:schemeClr val="tx1"/>
            </a:solidFill>
            <a:effectLst/>
            <a:uLnTx/>
            <a:uFillTx/>
            <a:latin typeface="IBM Plex Sans" charset="0"/>
            <a:ea typeface="IBM Plex Sans" charset="0"/>
            <a:cs typeface="IBM Plex Sans"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lgn="l">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6"/>
    </a:custClr>
    <a:custClr name="Magenta 90">
      <a:srgbClr val="57002B"/>
    </a:custClr>
    <a:custClr name="Magenta 80">
      <a:srgbClr val="760A3A"/>
    </a:custClr>
    <a:custClr name="Magenta 70">
      <a:srgbClr val="A11950"/>
    </a:custClr>
    <a:custClr name="Magenta 60">
      <a:srgbClr val="D12765"/>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8146B"/>
    </a:custClr>
    <a:custClr name="Purple 80">
      <a:srgbClr val="4F2196"/>
    </a:custClr>
    <a:custClr name="Purple 70">
      <a:srgbClr val="6E32C9"/>
    </a:custClr>
    <a:custClr name="Purple 60">
      <a:srgbClr val="8A3FFC"/>
    </a:custClr>
    <a:custClr name="Purple 50">
      <a:srgbClr val="A66EFA"/>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61F80"/>
    </a:custClr>
    <a:custClr name="Blue 80">
      <a:srgbClr val="0530AD"/>
    </a:custClr>
    <a:custClr name="Blue 70">
      <a:srgbClr val="054ADA"/>
    </a:custClr>
    <a:custClr name="Blue 60">
      <a:srgbClr val="0062FF"/>
    </a:custClr>
    <a:custClr name="Blue 50">
      <a:srgbClr val="408BFC"/>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3137"/>
    </a:custClr>
    <a:custClr name="Teal 80">
      <a:srgbClr val="004548"/>
    </a:custClr>
    <a:custClr name="Teal 70">
      <a:srgbClr val="006161"/>
    </a:custClr>
    <a:custClr name="Teal 60">
      <a:srgbClr val="007D79"/>
    </a:custClr>
    <a:custClr name="Teal 50">
      <a:srgbClr val="009C98"/>
    </a:custClr>
    <a:custClr name="Teal 40">
      <a:srgbClr val="00BAB6"/>
    </a:custClr>
    <a:custClr name="Teal 30">
      <a:srgbClr val="20D5D2"/>
    </a:custClr>
    <a:custClr name="Teal 20">
      <a:srgbClr val="92EEEE"/>
    </a:custClr>
    <a:custClr name="Teal 10">
      <a:srgbClr val="DBFBFB"/>
    </a:custClr>
    <a:custClr name="Gray 100">
      <a:srgbClr val="171717"/>
    </a:custClr>
    <a:custClr name="Gray 90">
      <a:srgbClr val="282828"/>
    </a:custClr>
    <a:custClr name="Gray 80">
      <a:srgbClr val="3D3D3D"/>
    </a:custClr>
    <a:custClr name="Gray 70">
      <a:srgbClr val="565656"/>
    </a:custClr>
    <a:custClr name="Gray 60">
      <a:srgbClr val="6F6F6F"/>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Presentation7" id="{D619B92C-D0DD-1E41-AF7B-B6B40879477C}" vid="{83FEE5BC-27A4-954C-A20E-3F2E0DF30EC5}"/>
    </a:ext>
  </a:extLst>
</a:theme>
</file>

<file path=ppt/theme/theme9.xml><?xml version="1.0" encoding="utf-8"?>
<a:theme xmlns:a="http://schemas.openxmlformats.org/drawingml/2006/main" name="IBM presentation enablement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327600" marR="0" indent="-3276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kumimoji="0" sz="20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algn="l" defTabSz="2438400">
          <a:buSzPct val="100000"/>
          <a:defRPr sz="2400" dirty="0" smtClean="0">
            <a:cs typeface="Arial" panose="020B0604020202020204" pitchFamily="34"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4_Plex" id="{461DE280-6773-3240-A149-7E3C0A49F9FC}" vid="{119F70B9-3B70-5545-8722-9A4DAAA12CBF}"/>
    </a:ext>
  </a:extLst>
</a:theme>
</file>

<file path=ppt/theme/theme10.xml><?xml version="1.0" encoding="utf-8"?>
<a:theme xmlns:a="http://schemas.openxmlformats.org/drawingml/2006/main" name="3_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IBM Plex Sans" charset="0"/>
            <a:cs typeface="IBM Plex Sans"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Apresentação1" id="{F8F070C5-8E27-0E40-8060-0751D3E3B941}" vid="{3D1E2580-CDCB-B94D-88D9-A25308E26F91}"/>
    </a:ext>
  </a:extLst>
</a:theme>
</file>

<file path=ppt/theme/theme11.xml><?xml version="1.0" encoding="utf-8"?>
<a:theme xmlns:a="http://schemas.openxmlformats.org/drawingml/2006/main" name="9_IBM 2019 Master template (black background)">
  <a:themeElements>
    <a:clrScheme name="Custom 3">
      <a:dk1>
        <a:srgbClr val="FFFFFF"/>
      </a:dk1>
      <a:lt1>
        <a:srgbClr val="000000"/>
      </a:lt1>
      <a:dk2>
        <a:srgbClr val="565656"/>
      </a:dk2>
      <a:lt2>
        <a:srgbClr val="F3F3F3"/>
      </a:lt2>
      <a:accent1>
        <a:srgbClr val="6F6F6F"/>
      </a:accent1>
      <a:accent2>
        <a:srgbClr val="0062FF"/>
      </a:accent2>
      <a:accent3>
        <a:srgbClr val="D12765"/>
      </a:accent3>
      <a:accent4>
        <a:srgbClr val="8A3FFC"/>
      </a:accent4>
      <a:accent5>
        <a:srgbClr val="007D79"/>
      </a:accent5>
      <a:accent6>
        <a:srgbClr val="697077"/>
      </a:accent6>
      <a:hlink>
        <a:srgbClr val="408BFC"/>
      </a:hlink>
      <a:folHlink>
        <a:srgbClr val="6EA6FF"/>
      </a:folHlink>
    </a:clrScheme>
    <a:fontScheme name="IBM Plex">
      <a:majorFont>
        <a:latin typeface="IBM Plex Sans Bold"/>
        <a:ea typeface=""/>
        <a:cs typeface=""/>
      </a:majorFont>
      <a:minorFont>
        <a:latin typeface="IBM Plex Sans 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685983" rtl="0" eaLnBrk="1" fontAlgn="auto" latinLnBrk="0" hangingPunct="1">
          <a:lnSpc>
            <a:spcPct val="100000"/>
          </a:lnSpc>
          <a:spcBef>
            <a:spcPts val="0"/>
          </a:spcBef>
          <a:spcAft>
            <a:spcPts val="0"/>
          </a:spcAft>
          <a:buClrTx/>
          <a:buSzTx/>
          <a:buFontTx/>
          <a:buNone/>
          <a:tabLst/>
          <a:defRPr kumimoji="0" sz="1400" b="0" i="0" u="none" strike="noStrike" kern="1200" cap="none" spc="0" normalizeH="0" baseline="0" noProof="0" dirty="0" smtClean="0">
            <a:ln>
              <a:noFill/>
            </a:ln>
            <a:solidFill>
              <a:schemeClr val="tx1"/>
            </a:solidFill>
            <a:effectLst/>
            <a:uLnTx/>
            <a:uFillTx/>
            <a:latin typeface="IBM Plex Sans" charset="0"/>
            <a:ea typeface="IBM Plex Sans" charset="0"/>
            <a:cs typeface="IBM Plex Sans"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lgn="l">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6"/>
    </a:custClr>
    <a:custClr name="Magenta 90">
      <a:srgbClr val="57002B"/>
    </a:custClr>
    <a:custClr name="Magenta 80">
      <a:srgbClr val="760A3A"/>
    </a:custClr>
    <a:custClr name="Magenta 70">
      <a:srgbClr val="A11950"/>
    </a:custClr>
    <a:custClr name="Magenta 60">
      <a:srgbClr val="D12765"/>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8146B"/>
    </a:custClr>
    <a:custClr name="Purple 80">
      <a:srgbClr val="4F2196"/>
    </a:custClr>
    <a:custClr name="Purple 70">
      <a:srgbClr val="6E32C9"/>
    </a:custClr>
    <a:custClr name="Purple 60">
      <a:srgbClr val="8A3FFC"/>
    </a:custClr>
    <a:custClr name="Purple 50">
      <a:srgbClr val="A66EFA"/>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61F80"/>
    </a:custClr>
    <a:custClr name="Blue 80">
      <a:srgbClr val="0530AD"/>
    </a:custClr>
    <a:custClr name="Blue 70">
      <a:srgbClr val="054ADA"/>
    </a:custClr>
    <a:custClr name="Blue 60">
      <a:srgbClr val="0062FF"/>
    </a:custClr>
    <a:custClr name="Blue 50">
      <a:srgbClr val="408BFC"/>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3137"/>
    </a:custClr>
    <a:custClr name="Teal 80">
      <a:srgbClr val="004548"/>
    </a:custClr>
    <a:custClr name="Teal 70">
      <a:srgbClr val="006161"/>
    </a:custClr>
    <a:custClr name="Teal 60">
      <a:srgbClr val="007D79"/>
    </a:custClr>
    <a:custClr name="Teal 50">
      <a:srgbClr val="009C98"/>
    </a:custClr>
    <a:custClr name="Teal 40">
      <a:srgbClr val="00BAB6"/>
    </a:custClr>
    <a:custClr name="Teal 30">
      <a:srgbClr val="20D5D2"/>
    </a:custClr>
    <a:custClr name="Teal 20">
      <a:srgbClr val="92EEEE"/>
    </a:custClr>
    <a:custClr name="Teal 10">
      <a:srgbClr val="DBFBFB"/>
    </a:custClr>
    <a:custClr name="Gray 100">
      <a:srgbClr val="171717"/>
    </a:custClr>
    <a:custClr name="Gray 90">
      <a:srgbClr val="282828"/>
    </a:custClr>
    <a:custClr name="Gray 80">
      <a:srgbClr val="3D3D3D"/>
    </a:custClr>
    <a:custClr name="Gray 70">
      <a:srgbClr val="565656"/>
    </a:custClr>
    <a:custClr name="Gray 60">
      <a:srgbClr val="6F6F6F"/>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Presentation7" id="{D619B92C-D0DD-1E41-AF7B-B6B40879477C}" vid="{83FEE5BC-27A4-954C-A20E-3F2E0DF30EC5}"/>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4207</TotalTime>
  <Words>2164</Words>
  <Application>Microsoft Macintosh PowerPoint</Application>
  <PresentationFormat>Widescreen</PresentationFormat>
  <Paragraphs>259</Paragraphs>
  <Slides>13</Slides>
  <Notes>9</Notes>
  <HiddenSlides>0</HiddenSlides>
  <MMClips>0</MMClips>
  <ScaleCrop>false</ScaleCrop>
  <HeadingPairs>
    <vt:vector size="6" baseType="variant">
      <vt:variant>
        <vt:lpstr>Fonts Used</vt:lpstr>
      </vt:variant>
      <vt:variant>
        <vt:i4>13</vt:i4>
      </vt:variant>
      <vt:variant>
        <vt:lpstr>Theme</vt:lpstr>
      </vt:variant>
      <vt:variant>
        <vt:i4>11</vt:i4>
      </vt:variant>
      <vt:variant>
        <vt:lpstr>Slide Titles</vt:lpstr>
      </vt:variant>
      <vt:variant>
        <vt:i4>13</vt:i4>
      </vt:variant>
    </vt:vector>
  </HeadingPairs>
  <TitlesOfParts>
    <vt:vector size="37" baseType="lpstr">
      <vt:lpstr>.AppleSystemUIFont</vt:lpstr>
      <vt:lpstr>Aptos</vt:lpstr>
      <vt:lpstr>Arial</vt:lpstr>
      <vt:lpstr>Calibri</vt:lpstr>
      <vt:lpstr>Courier New</vt:lpstr>
      <vt:lpstr>Helvetica Neue</vt:lpstr>
      <vt:lpstr>HelvNeue Light for IBM</vt:lpstr>
      <vt:lpstr>IBM Plex Sans</vt:lpstr>
      <vt:lpstr>IBM Plex Sans ExtLt</vt:lpstr>
      <vt:lpstr>IBM Plex Sans Light</vt:lpstr>
      <vt:lpstr>IBM Plex Sans Regular</vt:lpstr>
      <vt:lpstr>Symbol</vt:lpstr>
      <vt:lpstr>Wingdings</vt:lpstr>
      <vt:lpstr>1_IBM presentation template</vt:lpstr>
      <vt:lpstr>IBM presentation template</vt:lpstr>
      <vt:lpstr>7_IBM 2019 Master template (black background)</vt:lpstr>
      <vt:lpstr>IBM 2019 Master template (black background)</vt:lpstr>
      <vt:lpstr>2_IBM 2020 Master template (black background)</vt:lpstr>
      <vt:lpstr>blk_background_2017</vt:lpstr>
      <vt:lpstr>17_IBM 2019 Master template (black background)</vt:lpstr>
      <vt:lpstr>19_IBM 2019 Master template (black background)</vt:lpstr>
      <vt:lpstr>IBM presentation enablement template</vt:lpstr>
      <vt:lpstr>3_IBM Brand Template 2022</vt:lpstr>
      <vt:lpstr>9_IBM 2019 Master template (black background)</vt:lpstr>
      <vt:lpstr>York SSIS &amp; SSAS Code  Migration  Presented to: York Leadership  Nov 1st, 2024</vt:lpstr>
      <vt:lpstr>Development Process – ETL Packages </vt:lpstr>
      <vt:lpstr>Development Process – Cube</vt:lpstr>
      <vt:lpstr>Unit Testing Process</vt:lpstr>
      <vt:lpstr>Development Git Workflow – ETL Packages</vt:lpstr>
      <vt:lpstr>Development/Migration Workflow – ETL Packages</vt:lpstr>
      <vt:lpstr>Development and DevOps Workflow – Analytical Cubes</vt:lpstr>
      <vt:lpstr>Development and DevOps Workflow – Analytical Cubes</vt:lpstr>
      <vt:lpstr>Context</vt:lpstr>
      <vt:lpstr>Agenda  </vt:lpstr>
      <vt:lpstr>PowerPoint Presentation</vt:lpstr>
      <vt:lpstr>Data Fabric enables a “trusted factory” approach for innovation</vt:lpstr>
      <vt:lpstr>Our Client Pain Points Around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Som, Sujay [NC]</cp:lastModifiedBy>
  <cp:revision>73</cp:revision>
  <dcterms:created xsi:type="dcterms:W3CDTF">2024-07-22T18:48:20Z</dcterms:created>
  <dcterms:modified xsi:type="dcterms:W3CDTF">2024-11-19T15:04:06Z</dcterms:modified>
</cp:coreProperties>
</file>