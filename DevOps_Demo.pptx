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2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3.xml" ContentType="application/vnd.openxmlformats-officedocument.theme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4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5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theme/theme6.xml" ContentType="application/vnd.openxmlformats-officedocument.theme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7.xml" ContentType="application/vnd.openxmlformats-officedocument.theme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theme/theme8.xml" ContentType="application/vnd.openxmlformats-officedocument.theme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theme/theme9.xml" ContentType="application/vnd.openxmlformats-officedocument.theme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theme/theme10.xml" ContentType="application/vnd.openxmlformats-officedocument.theme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20" r:id="rId2"/>
    <p:sldMasterId id="2147483767" r:id="rId3"/>
    <p:sldMasterId id="2147483800" r:id="rId4"/>
    <p:sldMasterId id="2147483832" r:id="rId5"/>
    <p:sldMasterId id="2147483865" r:id="rId6"/>
    <p:sldMasterId id="2147483902" r:id="rId7"/>
    <p:sldMasterId id="2147483935" r:id="rId8"/>
    <p:sldMasterId id="2147483968" r:id="rId9"/>
    <p:sldMasterId id="2147484015" r:id="rId10"/>
    <p:sldMasterId id="2147484063" r:id="rId11"/>
  </p:sldMasterIdLst>
  <p:notesMasterIdLst>
    <p:notesMasterId r:id="rId33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0" autoAdjust="0"/>
    <p:restoredTop sz="94668"/>
  </p:normalViewPr>
  <p:slideViewPr>
    <p:cSldViewPr snapToGrid="0">
      <p:cViewPr varScale="1">
        <p:scale>
          <a:sx n="114" d="100"/>
          <a:sy n="114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589FE-F842-4044-80C7-8FD5CC13C4B3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B0F35-B3D7-5D48-8E9E-55C9482A5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10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7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8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3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0.xml"/></Relationships>
</file>

<file path=ppt/slideLayouts/_rels/slideLayout3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0.xml"/></Relationships>
</file>

<file path=ppt/slideLayouts/_rels/slideLayout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0.xml"/></Relationships>
</file>

<file path=ppt/slideLayouts/_rels/slideLayout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0.xml"/></Relationships>
</file>

<file path=ppt/slideLayouts/_rels/slideLayout3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0.xml"/></Relationships>
</file>

<file path=ppt/slideLayouts/_rels/slideLayout3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0.xml"/></Relationships>
</file>

<file path=ppt/slideLayouts/_rels/slideLayout3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0.xml"/></Relationships>
</file>

<file path=ppt/slideLayouts/_rels/slideLayout3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0.xml"/></Relationships>
</file>

<file path=ppt/slideLayouts/_rels/slideLayout3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0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0.xml"/></Relationships>
</file>

<file path=ppt/slideLayouts/_rels/slideLayout3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0.xml"/></Relationships>
</file>

<file path=ppt/slideLayouts/_rels/slideLayout3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0.xml"/></Relationships>
</file>

<file path=ppt/slideLayouts/_rels/slideLayout3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0.xml"/></Relationships>
</file>

<file path=ppt/slideLayouts/_rels/slideLayout3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9361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6236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1837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82855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457971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7844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9422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5758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9473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5018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1370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8" y="4649724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19" y="4648200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776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16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1149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9963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3281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7305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63207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8371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06767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13107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3367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8467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88802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0339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85276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75183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42534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8062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93610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02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6160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0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89897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958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45405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29809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94057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5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6887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1454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18925863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66402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2682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36644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14560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4" y="640238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42609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6883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E97467A5-3908-6D24-ECC6-0CE433FD7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89" y="6400801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IBM Consulting / Employment and Social Development Canada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189555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3C4967A2-79C0-FB49-9F67-72530429A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4923486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40512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84617A5-E44D-86DD-8C8E-5D85DFCA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45786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C25B71-827F-9C78-56BA-F30A6070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62702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AD06EA-1AAE-9258-F68E-D0D30745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97688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31078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0412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86942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1457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44816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29514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61321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8" y="4649724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19" y="4648200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98417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4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13073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35798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84126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44002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 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 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5714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67316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879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84103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32759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87923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90021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2248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000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07806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457776" cy="457200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3" y="288036"/>
            <a:ext cx="457776" cy="457200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70464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 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23806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91713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99357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88155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62747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7" name="Straight Connector 6" descr="Vertical column divider ">
            <a:extLst>
              <a:ext uri="{FF2B5EF4-FFF2-40B4-BE49-F238E27FC236}">
                <a16:creationId xmlns:a16="http://schemas.microsoft.com/office/drawing/2014/main" id="{1F6D0C9D-C937-48E3-BE84-3DA0D1BC274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8" name="Straight Connector 7" descr="Vertical column divider ">
            <a:extLst>
              <a:ext uri="{FF2B5EF4-FFF2-40B4-BE49-F238E27FC236}">
                <a16:creationId xmlns:a16="http://schemas.microsoft.com/office/drawing/2014/main" id="{0B31714F-DB23-BEBB-75A7-6BFF47AECDDF}"/>
              </a:ext>
            </a:extLst>
          </p:cNvPr>
          <p:cNvCxnSpPr/>
          <p:nvPr userDrawn="1"/>
        </p:nvCxnSpPr>
        <p:spPr bwMode="auto">
          <a:xfrm>
            <a:off x="9146201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3" name="Straight Connector 2" descr="Horizontal row divider">
            <a:extLst>
              <a:ext uri="{FF2B5EF4-FFF2-40B4-BE49-F238E27FC236}">
                <a16:creationId xmlns:a16="http://schemas.microsoft.com/office/drawing/2014/main" id="{3D492FDB-9D55-98D5-E9DE-229473DD594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8173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0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47132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49956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44794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98435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33069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49559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08168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48865634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50454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85583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8425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32307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4" y="640238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23148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94388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7438"/>
            <a:ext cx="695452" cy="2757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FE40CCE-4D26-C04C-BE6A-001FD71387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7" y="6113587"/>
            <a:ext cx="493803" cy="4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8709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C0265CA-2B6C-9B44-BAF5-9809F26436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5571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4273C849-25B9-BD49-A83F-6A07B73670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8481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1FD8C44-24CC-F846-B4A0-1EAACE9467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34160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520BA-42D0-C846-A6C8-3124B140A3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71387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8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11D9468-6AC3-854F-8C23-C4892D430F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38788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148EF9-D101-3F48-BFF4-AACFDC6B1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1185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725FDB8-26B5-5943-AACE-8B4FE95C94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736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1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A2C13D29-FCC2-3C4A-9B7D-6180A5FC7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51123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F0209EEF-17EF-5141-B2C0-A3A8D1FE0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50330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31791BE9-A44B-E840-BC96-E3953F3B31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08681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B52886E7-EC56-A343-9830-0E3BC6BD93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9463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9F852A5A-9A0C-644C-98B8-0748F7A2A1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4481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4"/>
            <a:ext cx="5522885" cy="5726176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591FFBDB-B767-844A-9567-47D732E1FB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84055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63F0017-7F4F-FB42-9B95-2145C877CF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94329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1C63CF7-9571-734F-87DE-FAD372B0F7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23133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7F431D1-F7F7-5E42-B7A6-2A9A60EA4C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52314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99DFB483-DC7E-0448-A33F-F662205EA4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94075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9E405C96-E41A-8C48-ABA7-8C4A89140E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05889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731DA5C1-55BD-574D-A4EC-03BD16373F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405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46E79E8-87D3-3D44-AC8F-D56622581E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5767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90" y="268819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36BF158-5723-B444-9B56-3AC98DC1B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2217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87C0403-9D8E-5449-8031-F2D2DAE06D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87959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0885F70-D20D-EE47-BE19-D978270E5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469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15B4DB0A-5BB5-C944-8BAB-84EE26EAC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06672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D668D97-76E9-524A-A1F7-6F89294AF9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6085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029B3C5C-8365-7243-A810-376A30D47E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4417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76CC3A6-F9AC-994B-86AA-FEF628C0B7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71783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7A4DA9C-8513-8A43-8407-228130D6B8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50233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89890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9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7" indent="0">
              <a:buNone/>
              <a:defRPr/>
            </a:lvl3pPr>
            <a:lvl4pPr marL="579946" indent="0">
              <a:buNone/>
              <a:defRPr/>
            </a:lvl4pPr>
            <a:lvl5pPr marL="8424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3" y="4274264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066ADB4-F03B-8041-8DF9-C3EB6D15C6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62287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9B627-0F89-514D-85B9-78E485ABC7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737" y="3074991"/>
            <a:ext cx="1714163" cy="71238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04A8DD9-5ECA-3147-A05B-0AFB2A1864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12514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0" y="6257437"/>
            <a:ext cx="695452" cy="2757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FE40CCE-4D26-C04C-BE6A-001FD71387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6113586"/>
            <a:ext cx="493803" cy="4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7079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C0265CA-2B6C-9B44-BAF5-9809F26436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3803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4273C849-25B9-BD49-A83F-6A07B73670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809416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1FD8C44-24CC-F846-B4A0-1EAACE9467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77572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520BA-42D0-C846-A6C8-3124B140A3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71629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11D9468-6AC3-854F-8C23-C4892D430F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45791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148EF9-D101-3F48-BFF4-AACFDC6B1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77764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725FDB8-26B5-5943-AACE-8B4FE95C94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39811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A2C13D29-FCC2-3C4A-9B7D-6180A5FC7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84909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F0209EEF-17EF-5141-B2C0-A3A8D1FE0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12355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31791BE9-A44B-E840-BC96-E3953F3B31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21395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B52886E7-EC56-A343-9830-0E3BC6BD93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55051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9F852A5A-9A0C-644C-98B8-0748F7A2A1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63032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591FFBDB-B767-844A-9567-47D732E1FB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26854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63F0017-7F4F-FB42-9B95-2145C877CF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33356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1C63CF7-9571-734F-87DE-FAD372B0F7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13326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7F431D1-F7F7-5E42-B7A6-2A9A60EA4C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20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99DFB483-DC7E-0448-A33F-F662205EA4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73672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9E405C96-E41A-8C48-ABA7-8C4A89140E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666761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731DA5C1-55BD-574D-A4EC-03BD16373F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0031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46E79E8-87D3-3D44-AC8F-D56622581E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21734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89" y="268818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36BF158-5723-B444-9B56-3AC98DC1B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43790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87C0403-9D8E-5449-8031-F2D2DAE06D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0957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0885F70-D20D-EE47-BE19-D978270E5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98316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15B4DB0A-5BB5-C944-8BAB-84EE26EAC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436208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D668D97-76E9-524A-A1F7-6F89294AF9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398672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029B3C5C-8365-7243-A810-376A30D47E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84194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76CC3A6-F9AC-994B-86AA-FEF628C0B7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59320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7A4DA9C-8513-8A43-8407-228130D6B8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16283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25038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066ADB4-F03B-8041-8DF9-C3EB6D15C6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27170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2473092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228238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35843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650213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7510128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1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911138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170854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707346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9907565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775902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636263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6818930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008200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638258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8626094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1668457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5695349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02D9C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043C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8225985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01D6C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solidFill>
            <a:srgbClr val="161616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651702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01D6C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043C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78A9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135792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2697190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89" y="268818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2758637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02D9C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043CE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0F62FE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78A9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864115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01039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4396601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81611"/>
            <a:ext cx="2450592" cy="4312788"/>
          </a:xfrm>
        </p:spPr>
        <p:txBody>
          <a:bodyPr/>
          <a:lstStyle>
            <a:lvl1pPr>
              <a:spcBef>
                <a:spcPts val="400"/>
              </a:spcBef>
              <a:defRPr sz="1333"/>
            </a:lvl1pPr>
            <a:lvl2pPr>
              <a:spcBef>
                <a:spcPts val="400"/>
              </a:spcBef>
              <a:defRPr sz="1333"/>
            </a:lvl2pPr>
            <a:lvl3pPr>
              <a:spcBef>
                <a:spcPts val="400"/>
              </a:spcBef>
              <a:defRPr sz="1333"/>
            </a:lvl3pPr>
            <a:lvl4pPr>
              <a:spcBef>
                <a:spcPts val="400"/>
              </a:spcBef>
              <a:defRPr sz="1333"/>
            </a:lvl4pPr>
            <a:lvl5pPr>
              <a:spcBef>
                <a:spcPts val="400"/>
              </a:spcBef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154922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81611"/>
            <a:ext cx="2450592" cy="4312788"/>
          </a:xfrm>
        </p:spPr>
        <p:txBody>
          <a:bodyPr/>
          <a:lstStyle>
            <a:lvl1pPr>
              <a:spcBef>
                <a:spcPts val="400"/>
              </a:spcBef>
              <a:defRPr sz="1333"/>
            </a:lvl1pPr>
            <a:lvl2pPr>
              <a:spcBef>
                <a:spcPts val="400"/>
              </a:spcBef>
              <a:defRPr sz="1333"/>
            </a:lvl2pPr>
            <a:lvl3pPr>
              <a:spcBef>
                <a:spcPts val="400"/>
              </a:spcBef>
              <a:defRPr sz="1333"/>
            </a:lvl3pPr>
            <a:lvl4pPr>
              <a:spcBef>
                <a:spcPts val="400"/>
              </a:spcBef>
              <a:defRPr sz="1333"/>
            </a:lvl4pPr>
            <a:lvl5pPr>
              <a:spcBef>
                <a:spcPts val="400"/>
              </a:spcBef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057995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19827582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056259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034559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6454956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" descr="IBM 8-bar logo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6" y="3087490"/>
            <a:ext cx="1722793" cy="68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38331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1" y="326067"/>
            <a:ext cx="5486401" cy="5918100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3EA990-A2F5-4D44-95AB-0B1450A55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0184" y="5701213"/>
            <a:ext cx="3475704" cy="1350560"/>
          </a:xfrm>
          <a:prstGeom prst="rect">
            <a:avLst/>
          </a:prstGeom>
        </p:spPr>
      </p:pic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309F47C7-8D3A-E54B-A3AB-8E3DCB829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636546014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6C290526-3D4A-B545-9A50-9BB1092E1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268924365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303" algn="dec"/>
              </a:tabLst>
              <a:defRPr/>
            </a:lvl1pPr>
            <a:lvl2pPr marL="230706" indent="-230706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Click to edit Master text styles</a:t>
            </a:r>
          </a:p>
          <a:p>
            <a:pPr marL="0" marR="0" lvl="1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303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Click to edit Master text styles</a:t>
            </a:r>
          </a:p>
          <a:p>
            <a:pPr marL="0" marR="0" lvl="1" indent="0" algn="l" defTabSz="609570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70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70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70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DA46FB3C-B77B-704D-B0B8-023DCE2B2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824732612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8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6CBE7722-D15A-974E-9796-7C759AED4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36667867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8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A01E3A7E-6D4A-FA4F-B1C9-8E7C8763A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590914146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44" y="112937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j-lt"/>
                <a:ea typeface="IBM Plex Mono" charset="0"/>
                <a:cs typeface="IBM Plex Mon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DBD9F0BF-3A35-EC4C-8D6F-E57B41C87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779857452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6"/>
            <a:ext cx="6916616" cy="6027740"/>
          </a:xfrm>
        </p:spPr>
        <p:txBody>
          <a:bodyPr/>
          <a:lstStyle>
            <a:lvl1pPr marL="156625" indent="-156625"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00AAE53B-DE1B-0D41-93DD-F0BF6C4B2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256184458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20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F322D97-F09C-AD49-9B1A-54C9A8E76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726250022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8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8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557CE15C-5582-244C-A876-9A5A60CA7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85552418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6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2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7816068E-5E0D-8349-97BF-028998859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160734005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60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6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07F4C7D4-8774-2F46-8963-C0756275D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152131074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1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6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61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61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55772498-4AEC-0E46-B36D-A64F5C382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178579143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6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2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96D627A-88CE-CF42-B2D5-EC8DA51A7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98064720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40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36E1A4E0-2661-9F4D-872B-F0B4D83FB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764123734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2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6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2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7E5FAA42-AA5E-0A40-B5ED-C4F837165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180104955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8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6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F25A80D1-7646-CB40-8518-52774454D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89923443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6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6E9203EC-5850-5446-8AF7-6AB1C1254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588761085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6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AD1B1199-B224-9C42-9D8A-CD35886FD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724634243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3C4967A2-79C0-FB49-9F67-72530429A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078876600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2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2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14DAAB-C978-CC47-90CA-B23CDDFEE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53194154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2"/>
            <a:ext cx="6096000" cy="2815167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73E89CC-A6B4-884D-A219-3DD33A964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56961024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4">
              <a:lumMod val="60000"/>
              <a:lumOff val="4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3" y="3429000"/>
            <a:ext cx="3047996" cy="3429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788421B-6141-D048-9F54-87F8A049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57223714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3AD2D5BE-0535-5B4A-B450-B7F0C00C9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589676388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5077B903-3C54-BD41-8F7E-9FFB1C14B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95822152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ED53B093-D96D-B84A-896F-A825E3DAA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792833872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2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40D6DE39-9E6E-454D-A805-DE2FA7B21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118090306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2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1"/>
            <a:ext cx="8534400" cy="5099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C97A6B66-E323-3F45-A6B8-399DEBFC3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236821565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2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7A689432-1A17-8F44-B9CB-37E7C04A2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87479904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CDCDAE95-2EF4-214A-9FD5-B0618A730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80300342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88017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02080"/>
            <a:ext cx="5620011" cy="4608576"/>
          </a:xfrm>
        </p:spPr>
        <p:txBody>
          <a:bodyPr/>
          <a:lstStyle>
            <a:lvl1pPr marL="156625" indent="-156625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05016115-F3A1-244F-982B-EAB61A747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0409864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4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8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6DDC72E9-82DD-E145-BB92-60E0E02EB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166407578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EDCA8F98-7CE4-9740-9836-7F20BEF2A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561674651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045563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303" algn="dec"/>
              </a:tabLst>
              <a:defRPr sz="1467"/>
            </a:lvl1pPr>
            <a:lvl2pPr marL="230706" indent="-230706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E9D833D-8078-3D40-A561-29993B0E0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07058705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2914869"/>
            <a:ext cx="1722792" cy="701463"/>
          </a:xfrm>
          <a:prstGeom prst="rect">
            <a:avLst/>
          </a:prstGeom>
        </p:spPr>
      </p:pic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7C068F36-BF8C-C843-9304-05B6544A3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41569844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0814" y="6294799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6751800"/>
      </p:ext>
    </p:extLst>
  </p:cSld>
  <p:clrMapOvr>
    <a:masterClrMapping/>
  </p:clrMapOvr>
  <p:transition spd="med"/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7438"/>
            <a:ext cx="695452" cy="2757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FE40CCE-4D26-C04C-BE6A-001FD71387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7" y="6113587"/>
            <a:ext cx="493803" cy="4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92010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4474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51664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76587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82914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8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36784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41189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84267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1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90142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1B2BCB7B-859C-4F17-9DBE-4073E4F5A6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383869"/>
            <a:ext cx="5486313" cy="222249"/>
          </a:xfrm>
        </p:spPr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27992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29703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17745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65129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4"/>
            <a:ext cx="5522885" cy="5726176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68434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72034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74777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97294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98816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12063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57170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9012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90" y="268819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8217992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16692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37192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03314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12239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38885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90241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89621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558264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9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7" indent="0">
              <a:buNone/>
              <a:defRPr/>
            </a:lvl3pPr>
            <a:lvl4pPr marL="579946" indent="0">
              <a:buNone/>
              <a:defRPr/>
            </a:lvl4pPr>
            <a:lvl5pPr marL="8424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3" y="4274264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66566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9B627-0F89-514D-85B9-78E485ABC7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737" y="3074991"/>
            <a:ext cx="1714163" cy="71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68172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7440"/>
            <a:ext cx="695452" cy="2757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FE40CCE-4D26-C04C-BE6A-001FD71387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7" y="6113587"/>
            <a:ext cx="493803" cy="4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90937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C0265CA-2B6C-9B44-BAF5-9809F26436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306116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4273C849-25B9-BD49-A83F-6A07B73670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362226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1FD8C44-24CC-F846-B4A0-1EAACE9467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558678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520BA-42D0-C846-A6C8-3124B140A3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101117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4" y="121920"/>
            <a:ext cx="11704229" cy="5872480"/>
          </a:xfrm>
        </p:spPr>
        <p:txBody>
          <a:bodyPr/>
          <a:lstStyle>
            <a:lvl1pPr>
              <a:defRPr sz="128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11D9468-6AC3-854F-8C23-C4892D430F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337265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1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148EF9-D101-3F48-BFF4-AACFDC6B1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493879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725FDB8-26B5-5943-AACE-8B4FE95C94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665132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2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A2C13D29-FCC2-3C4A-9B7D-6180A5FC7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930993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F0209EEF-17EF-5141-B2C0-A3A8D1FE0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278830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31791BE9-A44B-E840-BC96-E3953F3B31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709814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B52886E7-EC56-A343-9830-0E3BC6BD93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642015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9F852A5A-9A0C-644C-98B8-0748F7A2A1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36490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4"/>
            <a:ext cx="5522885" cy="5726176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591FFBDB-B767-844A-9567-47D732E1FB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609197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63F0017-7F4F-FB42-9B95-2145C877CF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933992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1C63CF7-9571-734F-87DE-FAD372B0F7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863528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7F431D1-F7F7-5E42-B7A6-2A9A60EA4C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361747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7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99DFB483-DC7E-0448-A33F-F662205EA4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236347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7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7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9E405C96-E41A-8C48-ABA7-8C4A89140E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665304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7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7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731DA5C1-55BD-574D-A4EC-03BD16373F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835405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46E79E8-87D3-3D44-AC8F-D56622581E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225543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91" y="268821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36BF158-5723-B444-9B56-3AC98DC1B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786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87C0403-9D8E-5449-8031-F2D2DAE06D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722779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0885F70-D20D-EE47-BE19-D978270E5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206333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15B4DB0A-5BB5-C944-8BAB-84EE26EAC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047029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D668D97-76E9-524A-A1F7-6F89294AF9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999222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029B3C5C-8365-7243-A810-376A30D47E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681705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76CC3A6-F9AC-994B-86AA-FEF628C0B7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547957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7A4DA9C-8513-8A43-8407-228130D6B8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561828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620094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501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0" indent="0">
              <a:buNone/>
              <a:defRPr/>
            </a:lvl3pPr>
            <a:lvl4pPr marL="579932" indent="0">
              <a:buNone/>
              <a:defRPr/>
            </a:lvl4pPr>
            <a:lvl5pPr marL="8423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4" y="4274264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066ADB4-F03B-8041-8DF9-C3EB6D15C6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960992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9B627-0F89-514D-85B9-78E485ABC7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737" y="3074991"/>
            <a:ext cx="1714163" cy="71238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04A8DD9-5ECA-3147-A05B-0AFB2A1864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134769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EC0ABF4-1C51-BF7D-70CF-DD2C38C9DB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0443" y="6048047"/>
            <a:ext cx="2476178" cy="571500"/>
          </a:xfrm>
          <a:prstGeom prst="rect">
            <a:avLst/>
          </a:prstGeom>
        </p:spPr>
        <p:txBody>
          <a:bodyPr anchor="b"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069D4BA-0EE4-89E6-7C3A-71F71400A3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7760" y="6000751"/>
            <a:ext cx="2476178" cy="618796"/>
          </a:xfrm>
          <a:prstGeom prst="rect">
            <a:avLst/>
          </a:prstGeom>
        </p:spPr>
        <p:txBody>
          <a:bodyPr anchor="b"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42485796"/>
      </p:ext>
    </p:extLst>
  </p:cSld>
  <p:clrMapOvr>
    <a:masterClrMapping/>
  </p:clrMapOvr>
  <p:transition spd="med"/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IBM Plex Sans Light" panose="020B040305020300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14509F-3705-A705-C5B3-FA435C246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0443" y="6048047"/>
            <a:ext cx="2476178" cy="571500"/>
          </a:xfrm>
          <a:prstGeom prst="rect">
            <a:avLst/>
          </a:prstGeom>
        </p:spPr>
        <p:txBody>
          <a:bodyPr anchor="b"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F264794-39E6-B78D-2E92-D8D02F918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7760" y="6000751"/>
            <a:ext cx="2476178" cy="618796"/>
          </a:xfrm>
          <a:prstGeom prst="rect">
            <a:avLst/>
          </a:prstGeom>
        </p:spPr>
        <p:txBody>
          <a:bodyPr anchor="b"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77626257"/>
      </p:ext>
    </p:extLst>
  </p:cSld>
  <p:clrMapOvr>
    <a:masterClrMapping/>
  </p:clrMapOvr>
  <p:transition spd="med"/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7266955"/>
      </p:ext>
    </p:extLst>
  </p:cSld>
  <p:clrMapOvr>
    <a:masterClrMapping/>
  </p:clrMapOvr>
  <p:transition spd="med"/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2456611"/>
      </p:ext>
    </p:extLst>
  </p:cSld>
  <p:clrMapOvr>
    <a:masterClrMapping/>
  </p:clrMapOvr>
  <p:transition spd="med"/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8655909"/>
      </p:ext>
    </p:extLst>
  </p:cSld>
  <p:clrMapOvr>
    <a:masterClrMapping/>
  </p:clrMapOvr>
  <p:transition spd="med"/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92600"/>
            <a:ext cx="5049180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0381958"/>
      </p:ext>
    </p:extLst>
  </p:cSld>
  <p:clrMapOvr>
    <a:masterClrMapping/>
  </p:clrMapOvr>
  <p:transition spd="med"/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11098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815CA4A-82C6-E038-8C80-CF4A54B1E6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15794" y="284956"/>
            <a:ext cx="2476178" cy="5715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11098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39244252"/>
      </p:ext>
    </p:extLst>
  </p:cSld>
  <p:clrMapOvr>
    <a:masterClrMapping/>
  </p:clrMapOvr>
  <p:transition spd="med"/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42015"/>
      </p:ext>
    </p:extLst>
  </p:cSld>
  <p:clrMapOvr>
    <a:masterClrMapping/>
  </p:clrMapOvr>
  <p:transition spd="med"/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192600"/>
            <a:ext cx="8569797" cy="4095750"/>
          </a:xfrm>
        </p:spPr>
        <p:txBody>
          <a:bodyPr/>
          <a:lstStyle>
            <a:lvl1pPr>
              <a:lnSpc>
                <a:spcPct val="100000"/>
              </a:lnSpc>
              <a:defRPr sz="8598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07451"/>
      </p:ext>
    </p:extLst>
  </p:cSld>
  <p:clrMapOvr>
    <a:masterClrMapping/>
  </p:clrMapOvr>
  <p:transition spd="med"/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9D4AF5E-3E60-06F1-E3E3-F00E3ADA90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7030" y="192024"/>
            <a:ext cx="5536971" cy="42870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96890681"/>
      </p:ext>
    </p:extLst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600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97000"/>
      </p:ext>
    </p:extLst>
  </p:cSld>
  <p:clrMapOvr>
    <a:masterClrMapping/>
  </p:clrMapOvr>
  <p:transition spd="med"/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62" y="4648200"/>
            <a:ext cx="5524575" cy="177165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9463" y="4648200"/>
            <a:ext cx="5523781" cy="177165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01B1D3B-7FD1-5342-AD21-86B27FCC1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300" y="192600"/>
            <a:ext cx="3815591" cy="314404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E2A6217-C3F0-04CD-0266-C53A5C85FD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79463" y="192600"/>
            <a:ext cx="3815591" cy="314404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78326374"/>
      </p:ext>
    </p:extLst>
  </p:cSld>
  <p:clrMapOvr>
    <a:masterClrMapping/>
  </p:clrMapOvr>
  <p:transition spd="med"/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66550"/>
      </p:ext>
    </p:extLst>
  </p:cSld>
  <p:clrMapOvr>
    <a:masterClrMapping/>
  </p:clrMapOvr>
  <p:transition spd="med"/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192600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192600"/>
            <a:ext cx="5523781" cy="2667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57455"/>
      </p:ext>
    </p:extLst>
  </p:cSld>
  <p:clrMapOvr>
    <a:masterClrMapping/>
  </p:clrMapOvr>
  <p:transition spd="med"/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142954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92600"/>
            <a:ext cx="3809504" cy="142954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093976"/>
            <a:ext cx="3809504" cy="14287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01668"/>
            <a:ext cx="3809504" cy="14287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34046"/>
      </p:ext>
    </p:extLst>
  </p:cSld>
  <p:clrMapOvr>
    <a:masterClrMapping/>
  </p:clrMapOvr>
  <p:transition spd="med"/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303799C-055C-81A5-3E36-D78912AA66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97B3A71-6FB0-4C14-4695-68801FBBBE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0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C1273EB-3A3E-B282-A619-1D6FB102B1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0367260-BF8E-C847-2296-4EAD779F0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44914426"/>
      </p:ext>
    </p:extLst>
  </p:cSld>
  <p:clrMapOvr>
    <a:masterClrMapping/>
  </p:clrMapOvr>
  <p:transition spd="med"/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192600"/>
            <a:ext cx="2477765" cy="762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1422" indent="-91422">
              <a:lnSpc>
                <a:spcPct val="10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82843" indent="-91422">
              <a:lnSpc>
                <a:spcPct val="10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74265" indent="-91422">
              <a:lnSpc>
                <a:spcPct val="10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E03333F-C9F4-9C57-BAAE-A49EA523A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F3321C6-7CF8-EF30-4736-48A201B094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0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C67FA0E-EA85-0950-FCC7-3F6BF1A741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EE67605-D889-6D38-2F1B-DF58E809AC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77754632"/>
      </p:ext>
    </p:extLst>
  </p:cSld>
  <p:clrMapOvr>
    <a:masterClrMapping/>
  </p:clrMapOvr>
  <p:transition spd="med"/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4F49B39-EB32-770F-5644-D3D938710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D25B5E4-5513-DB6F-04BF-4A2A85E857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C86775E-92B8-3897-2210-2993F34BA6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84935001"/>
      </p:ext>
    </p:extLst>
  </p:cSld>
  <p:clrMapOvr>
    <a:masterClrMapping/>
  </p:clrMapOvr>
  <p:transition spd="med"/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048544"/>
          </a:xfrm>
        </p:spPr>
        <p:txBody>
          <a:bodyPr/>
          <a:lstStyle>
            <a:lvl1pPr>
              <a:lnSpc>
                <a:spcPct val="100000"/>
              </a:lnSpc>
              <a:defRPr sz="1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CEA9C7F-1CB2-B0B0-AE4C-171B0AFC6E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2F4D72D8-0638-1E42-6480-21D9CF7A44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6DDCC2C-4DA8-F28F-9BBF-ACD120C05B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21354703"/>
      </p:ext>
    </p:extLst>
  </p:cSld>
  <p:clrMapOvr>
    <a:masterClrMapping/>
  </p:clrMapOvr>
  <p:transition spd="med"/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D98038E-FA9A-2E7F-DE4F-45D37F116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B3FDBEC-0A0D-82A4-F347-00CE8AD711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68781" y="1714500"/>
            <a:ext cx="509125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37645336"/>
      </p:ext>
    </p:extLst>
  </p:cSld>
  <p:clrMapOvr>
    <a:masterClrMapping/>
  </p:clrMapOvr>
  <p:transition spd="med"/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3711980" cy="9532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77FA90-E771-AC82-090E-6FBBAE2633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0"/>
            <a:ext cx="509125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3C39AE1-8603-84DA-CC2F-0C36A1C9D1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1714500"/>
            <a:ext cx="509125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191249"/>
      </p:ext>
    </p:extLst>
  </p:cSld>
  <p:clrMapOvr>
    <a:masterClrMapping/>
  </p:clrMapOvr>
  <p:transition spd="med"/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3A4153E-E96A-682A-6ADB-86D8329C1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6899" y="192022"/>
            <a:ext cx="2481638" cy="5715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AA778F7-DDE5-2F6E-F5FA-F5B0F120E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22364" y="192023"/>
            <a:ext cx="2481638" cy="571579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4416937"/>
      </p:ext>
    </p:extLst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600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22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38C4317-85BF-2C36-29AD-9974CF6DE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6899" y="192022"/>
            <a:ext cx="2481638" cy="5715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1D0A98E-CDEF-685C-25C7-E4EA3AFDCD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22364" y="192023"/>
            <a:ext cx="2481638" cy="571579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97710889"/>
      </p:ext>
    </p:extLst>
  </p:cSld>
  <p:clrMapOvr>
    <a:masterClrMapping/>
  </p:clrMapOvr>
  <p:transition spd="med"/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01EF50-EF95-0C87-38FD-2E0B9FD3E3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3058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7715D83-2EB0-631E-31DF-DAE49EE105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4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2EE4CB5-8991-123D-EBF8-1ED34CC50FE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3058" y="192024"/>
            <a:ext cx="2481638" cy="762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4ACB30C-F320-75FA-F4BC-8A4103FF2F3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22364" y="192024"/>
            <a:ext cx="2481638" cy="762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7083321"/>
      </p:ext>
    </p:extLst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600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22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C320D13A-B2E3-8109-F9A4-70AB45A14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3058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974BDB94-1ECF-14DA-1C2A-F289E665E0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4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6E55AA2-DCD0-9227-A831-24FD27E4CB5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3058" y="192024"/>
            <a:ext cx="2481638" cy="762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8FF2718-83A0-A416-2862-0D74396362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22364" y="192024"/>
            <a:ext cx="2481638" cy="762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84780410"/>
      </p:ext>
    </p:extLst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607997" cy="607231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6703E2E-EBF0-C866-7278-E844AFCB3A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D2030D9-4E2C-5A41-AC60-E9DAA791E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473B493-1BC7-D878-AEAA-C60A2D67B7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99008310"/>
      </p:ext>
    </p:extLst>
  </p:cSld>
  <p:clrMapOvr>
    <a:masterClrMapping/>
  </p:clrMapOvr>
  <p:transition spd="med"/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4E8AF0-4192-FB86-9702-8592B301CA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0252" y="1228296"/>
            <a:ext cx="3334903" cy="1533952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5744FFC-849B-8FBD-FF73-B21942BA08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80920" y="1228296"/>
            <a:ext cx="3334903" cy="1533951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0A13E8E-060C-6E01-AB11-41A2190116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87999" y="4181048"/>
            <a:ext cx="3334903" cy="153394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277838E-5792-202A-65F5-342AF0992E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88667" y="4181048"/>
            <a:ext cx="3334903" cy="1533946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53859654"/>
      </p:ext>
    </p:extLst>
  </p:cSld>
  <p:clrMapOvr>
    <a:masterClrMapping/>
  </p:clrMapOvr>
  <p:transition spd="med"/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00000"/>
              </a:lnSpc>
              <a:defRPr sz="22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192600"/>
            <a:ext cx="2477765" cy="57070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FBB383F-F59D-AEC8-4D6C-AC28926B09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3186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053B001-EDB1-FA28-FFB0-F41FF2D331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98651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8F0E9F-03CA-D8CD-75A1-CB650A81E99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3186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16D24DB-6F94-3A9D-70FD-B96C2E9E8D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8651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87490669"/>
      </p:ext>
    </p:extLst>
  </p:cSld>
  <p:clrMapOvr>
    <a:masterClrMapping/>
  </p:clrMapOvr>
  <p:transition spd="med"/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192600"/>
            <a:ext cx="2477765" cy="22402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EE7923F-2C08-E17F-72B0-F41C361C53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3186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F52302E-5C35-DCB5-2D11-CC0BE75371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98651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44BCD2A-7E42-10EE-E251-907F955BFC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3186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FEF5B836-0687-FE12-9EE1-7B2CB112453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8651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8598357"/>
      </p:ext>
    </p:extLst>
  </p:cSld>
  <p:clrMapOvr>
    <a:masterClrMapping/>
  </p:clrMapOvr>
  <p:transition spd="med"/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22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32141B-6D8C-ADDD-8D24-D2B3603813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3186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DBD6A3D-FB96-6A97-1F58-F61F03D3769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8651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54BA88F-5BD8-839D-33E8-DAC02350ACA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80252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BCA7C7E-4E8C-6B73-007A-21635527B0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15717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10749314"/>
      </p:ext>
    </p:extLst>
  </p:cSld>
  <p:clrMapOvr>
    <a:masterClrMapping/>
  </p:clrMapOvr>
  <p:transition spd="med"/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4340CDF-396E-8FEA-9F33-A868AEB7DE6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3186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04B77E5-DBD6-E6DD-D620-C878361A7B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8651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83D79D-159D-684B-A0A2-E6DD61C3A50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80252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50B9EEB-A8EA-2744-D650-EC7233DAFF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15717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8498438"/>
      </p:ext>
    </p:extLst>
  </p:cSld>
  <p:clrMapOvr>
    <a:masterClrMapping/>
  </p:clrMapOvr>
  <p:transition spd="med"/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2286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74FE312-96C3-0801-8AFE-48C53A385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3186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BFE072FD-410A-B1CF-4BD5-EFE459133B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98651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1C0822F6-B969-1E92-CC74-0CBB1126A9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3186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AB4B51-7CBC-4B83-F837-82517C33FEB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98651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AB00072-45AF-510F-C146-BAC3B20406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32555" y="288036"/>
            <a:ext cx="2481638" cy="2572542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4503F3E-D426-7E9E-BDBD-CDA2B731934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2555" y="3333749"/>
            <a:ext cx="2481638" cy="247649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13487171"/>
      </p:ext>
    </p:extLst>
  </p:cSld>
  <p:clrMapOvr>
    <a:masterClrMapping/>
  </p:clrMapOvr>
  <p:transition spd="med"/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6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784E564-F094-C65E-4C30-6AD26FD6AE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3186" y="713705"/>
            <a:ext cx="2481638" cy="1858041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B384162-F420-216E-B250-BA49ED23AA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8651" y="713705"/>
            <a:ext cx="2481638" cy="1858038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D5D50EC-56AE-CB68-AF0D-967D997C22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63186" y="3759417"/>
            <a:ext cx="2481638" cy="1860328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5DF0382-EAC2-42E6-8F3C-D78D9970116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98651" y="3759418"/>
            <a:ext cx="2481638" cy="1860326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63E7DA-FA91-79CE-F137-C4CFF423781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2555" y="713704"/>
            <a:ext cx="2481638" cy="1858041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3E415E0-33AF-4F69-4718-A13AF38331B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32555" y="3759417"/>
            <a:ext cx="2481638" cy="1860327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23171427"/>
      </p:ext>
    </p:extLst>
  </p:cSld>
  <p:clrMapOvr>
    <a:masterClrMapping/>
  </p:clrMapOvr>
  <p:transition spd="med"/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22EB5F78-B3F7-EBA1-BE53-B96CA397D9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3186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BFFEAD4C-1129-22EA-9ED5-9BE409A0C74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98651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91719EAC-72ED-B4B5-CA48-EB23C5EB8B0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3186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8C9C88E-05A2-25E3-4571-C794E968D7F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98651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D76302BE-E896-F153-8F88-B63A433B5C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7301" y="3332988"/>
            <a:ext cx="2481638" cy="2477257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FF14BC99-A0C2-45B6-C1F6-84D3EACEDF4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2555" y="3333749"/>
            <a:ext cx="2481638" cy="247649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66644359"/>
      </p:ext>
    </p:extLst>
  </p:cSld>
  <p:clrMapOvr>
    <a:masterClrMapping/>
  </p:clrMapOvr>
  <p:transition spd="med"/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706563"/>
          </a:xfrm>
        </p:spPr>
        <p:txBody>
          <a:bodyPr rIns="0"/>
          <a:lstStyle>
            <a:lvl1pPr>
              <a:lnSpc>
                <a:spcPct val="100000"/>
              </a:lnSpc>
              <a:defRPr sz="22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BA90B24-A7AA-EE26-4DF0-B0850F874CC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5969" y="3332987"/>
            <a:ext cx="2512742" cy="2477258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293E5F0-8E0D-8611-485C-03E54EE01C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29263" y="3332988"/>
            <a:ext cx="2512742" cy="247725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5B5649-C746-EAC6-E506-88A5EE6297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61876" y="3350711"/>
            <a:ext cx="2512742" cy="245953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1C336AE-32DC-6A3D-A0A5-FD3BEEE59F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94676" y="3332988"/>
            <a:ext cx="2489064" cy="247724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8F4A404-A74C-F889-564A-6677AB4E33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404886" y="288037"/>
            <a:ext cx="2489064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20BC60-A254-2972-5466-846B4E395A1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45360" y="288036"/>
            <a:ext cx="2489064" cy="257254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81767626"/>
      </p:ext>
    </p:extLst>
  </p:cSld>
  <p:clrMapOvr>
    <a:masterClrMapping/>
  </p:clrMapOvr>
  <p:transition spd="med"/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6"/>
            <a:ext cx="5523781" cy="6287294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97050FE-79BA-7876-7C87-1EBC54ABDE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75969" y="1714500"/>
            <a:ext cx="2485921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1D7D74-3344-9F6B-7157-4A7E1AB483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4110" y="1714500"/>
            <a:ext cx="2485921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803340352"/>
      </p:ext>
    </p:extLst>
  </p:cSld>
  <p:clrMapOvr>
    <a:masterClrMapping/>
  </p:clrMapOvr>
  <p:transition spd="med"/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866" y="6452314"/>
            <a:ext cx="133834" cy="12311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581521-9341-A586-10B8-D3CD3EBBAD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5969" y="1714500"/>
            <a:ext cx="2485921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54888090"/>
      </p:ext>
    </p:extLst>
  </p:cSld>
  <p:clrMapOvr>
    <a:masterClrMapping/>
  </p:clrMapOvr>
  <p:transition spd="med"/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866" y="6452314"/>
            <a:ext cx="133834" cy="12311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5"/>
            <a:ext cx="8574559" cy="6289675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D171C2C-D5EE-B66A-FC5F-45245937D1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1498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24438615"/>
      </p:ext>
    </p:extLst>
  </p:cSld>
  <p:clrMapOvr>
    <a:masterClrMapping/>
  </p:clrMapOvr>
  <p:transition spd="med"/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392528191"/>
      </p:ext>
    </p:extLst>
  </p:cSld>
  <p:clrMapOvr>
    <a:masterClrMapping/>
  </p:clrMapOvr>
  <p:transition spd="med"/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2428768"/>
      </p:ext>
    </p:extLst>
  </p:cSld>
  <p:clrMapOvr>
    <a:masterClrMapping/>
  </p:clrMapOvr>
  <p:transition spd="med"/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58561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09437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BD9F85F-FC85-6E91-ADD3-38F0F5BEE2E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381618" y="3058561"/>
            <a:ext cx="1163957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FF7CC5C-A250-D817-B1E6-EBD584F08B1B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381618" y="4762500"/>
            <a:ext cx="1163957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9416EBE0-0E9C-366F-583C-0BE751DA2B3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81618" y="1323037"/>
            <a:ext cx="1163957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4C60C05-9B2E-E5AA-E325-3B56BC1B458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74594" y="1309437"/>
            <a:ext cx="2877873" cy="126231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E5379598-B132-493E-3A4A-13641BF453F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74594" y="3058562"/>
            <a:ext cx="2877873" cy="123015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D387A7EC-6D77-1F31-248D-AF22142944D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674593" y="4762500"/>
            <a:ext cx="2921430" cy="123015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Picture Placeholder 7">
            <a:extLst>
              <a:ext uri="{FF2B5EF4-FFF2-40B4-BE49-F238E27FC236}">
                <a16:creationId xmlns:a16="http://schemas.microsoft.com/office/drawing/2014/main" id="{79C6738A-ED82-E7BB-C9BF-8057E77ED4B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377613" y="3072162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24967257-4251-A48B-9DE6-F07EC4EC036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377613" y="4776100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34" name="Picture Placeholder 7">
            <a:extLst>
              <a:ext uri="{FF2B5EF4-FFF2-40B4-BE49-F238E27FC236}">
                <a16:creationId xmlns:a16="http://schemas.microsoft.com/office/drawing/2014/main" id="{4A6B1635-0D2E-93F5-D353-C9B1B58E7780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377613" y="1323037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0541A3D3-1296-6D28-80F6-210E0C86167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377613" y="3082625"/>
            <a:ext cx="1145388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45" name="Picture Placeholder 7">
            <a:extLst>
              <a:ext uri="{FF2B5EF4-FFF2-40B4-BE49-F238E27FC236}">
                <a16:creationId xmlns:a16="http://schemas.microsoft.com/office/drawing/2014/main" id="{EE31C9DF-6A33-F9E3-7394-0B59091621E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377613" y="4786563"/>
            <a:ext cx="1145388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46" name="Picture Placeholder 7">
            <a:extLst>
              <a:ext uri="{FF2B5EF4-FFF2-40B4-BE49-F238E27FC236}">
                <a16:creationId xmlns:a16="http://schemas.microsoft.com/office/drawing/2014/main" id="{2CAAA857-D33B-2769-F70D-96215C29A417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6377613" y="1333500"/>
            <a:ext cx="1145388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3412D36A-B5BE-A294-20DF-30B55A06C5A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764207" y="1333500"/>
            <a:ext cx="2921430" cy="126231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ED900610-36FC-D7DA-7651-CC7E3D3200D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764207" y="3082625"/>
            <a:ext cx="2921430" cy="123015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BFEAE0F0-F94C-F405-C850-B3545368F69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764207" y="4786563"/>
            <a:ext cx="2921430" cy="123015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89176589"/>
      </p:ext>
    </p:extLst>
  </p:cSld>
  <p:clrMapOvr>
    <a:masterClrMapping/>
  </p:clrMapOvr>
  <p:transition spd="med"/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2286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86909"/>
      </p:ext>
    </p:extLst>
  </p:cSld>
  <p:clrMapOvr>
    <a:masterClrMapping/>
  </p:clrMapOvr>
  <p:transition spd="med"/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600"/>
            <a:ext cx="2477765" cy="142954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42689"/>
      </p:ext>
    </p:extLst>
  </p:cSld>
  <p:clrMapOvr>
    <a:masterClrMapping/>
  </p:clrMapOvr>
  <p:transition spd="med"/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352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17743"/>
      </p:ext>
    </p:extLst>
  </p:cSld>
  <p:clrMapOvr>
    <a:masterClrMapping/>
  </p:clrMapOvr>
  <p:transition spd="med"/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600"/>
            <a:ext cx="2477765" cy="142954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4" y="640238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45642"/>
      </p:ext>
    </p:extLst>
  </p:cSld>
  <p:clrMapOvr>
    <a:masterClrMapping/>
  </p:clrMapOvr>
  <p:transition spd="med"/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04538"/>
      </p:ext>
    </p:extLst>
  </p:cSld>
  <p:clrMapOvr>
    <a:masterClrMapping/>
  </p:clrMapOvr>
  <p:transition spd="med"/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73795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10"/>
            <a:ext cx="12178064" cy="685678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05057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09"/>
            <a:ext cx="12178064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68956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09"/>
            <a:ext cx="12178061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06827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10"/>
            <a:ext cx="12178061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27478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462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Fabric / March, 2022 / © 2022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64395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916" y="5080"/>
            <a:ext cx="12171208" cy="685292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27531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10"/>
            <a:ext cx="12178060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73850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09"/>
            <a:ext cx="12178060" cy="6856776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60797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86723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36982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35218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71812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77192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54638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8053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04890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613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01781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3677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77524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68860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17653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36417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34798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39245" y="313269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7" y="3426884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652988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801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7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1024" y="313269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036962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3048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096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4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304800" y="3429000"/>
            <a:ext cx="115824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157459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54034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04207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3045025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9141025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453313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74540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72381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79501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867">
                <a:solidFill>
                  <a:schemeClr val="tx1"/>
                </a:solidFill>
              </a:defRPr>
            </a:lvl1pPr>
            <a:lvl2pPr>
              <a:spcBef>
                <a:spcPts val="1467"/>
              </a:spcBef>
              <a:defRPr sz="1867">
                <a:solidFill>
                  <a:schemeClr val="tx1"/>
                </a:solidFill>
              </a:defRPr>
            </a:lvl2pPr>
            <a:lvl3pPr>
              <a:spcBef>
                <a:spcPts val="1467"/>
              </a:spcBef>
              <a:defRPr sz="1867">
                <a:solidFill>
                  <a:schemeClr val="tx1"/>
                </a:solidFill>
              </a:defRPr>
            </a:lvl3pPr>
            <a:lvl4pPr>
              <a:spcBef>
                <a:spcPts val="1467"/>
              </a:spcBef>
              <a:defRPr sz="1867">
                <a:solidFill>
                  <a:schemeClr val="tx1"/>
                </a:solidFill>
              </a:defRPr>
            </a:lvl4pPr>
            <a:lvl5pPr>
              <a:spcBef>
                <a:spcPts val="1467"/>
              </a:spcBef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43327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83512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333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333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333">
                <a:solidFill>
                  <a:schemeClr val="tx1"/>
                </a:solidFill>
              </a:defRPr>
            </a:lvl3pPr>
            <a:lvl4pPr>
              <a:spcBef>
                <a:spcPts val="400"/>
              </a:spcBef>
              <a:defRPr sz="1333">
                <a:solidFill>
                  <a:schemeClr val="tx1"/>
                </a:solidFill>
              </a:defRPr>
            </a:lvl4pPr>
            <a:lvl5pPr>
              <a:spcBef>
                <a:spcPts val="400"/>
              </a:spcBef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5820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tabela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62798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2090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248102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3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800">
                <a:solidFill>
                  <a:schemeClr val="tx1"/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67572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0" y="3083847"/>
            <a:ext cx="1730141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86947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1" y="3083847"/>
            <a:ext cx="1730139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04195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0" y="3083846"/>
            <a:ext cx="1730141" cy="6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58168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5" name="Picture 2" descr="IBM Logo Black PNG - First Tee - Metropolitan New York">
            <a:extLst>
              <a:ext uri="{FF2B5EF4-FFF2-40B4-BE49-F238E27FC236}">
                <a16:creationId xmlns:a16="http://schemas.microsoft.com/office/drawing/2014/main" id="{0F2C3855-ACE4-1C66-81FA-10E1F02E71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61" y="6366971"/>
            <a:ext cx="881555" cy="44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511915"/>
      </p:ext>
    </p:extLst>
  </p:cSld>
  <p:clrMapOvr>
    <a:masterClrMapping/>
  </p:clrMapOvr>
  <p:transition spd="med"/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0" y="6257437"/>
            <a:ext cx="695452" cy="2757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FE40CCE-4D26-C04C-BE6A-001FD71387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6113586"/>
            <a:ext cx="493803" cy="4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72920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80729"/>
      </p:ext>
    </p:extLst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8681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1845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28602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53825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88387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99274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32418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1B2BCB7B-859C-4F17-9DBE-4073E4F5A6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383868"/>
            <a:ext cx="5486313" cy="222249"/>
          </a:xfrm>
        </p:spPr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75477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22640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29447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3844"/>
      </p:ext>
    </p:extLst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98063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51975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76933"/>
      </p:ext>
    </p:extLst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61204"/>
      </p:ext>
    </p:extLst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7630"/>
      </p:ext>
    </p:extLst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51221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6228"/>
      </p:ext>
    </p:extLst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14065"/>
      </p:ext>
    </p:extLst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89" y="268818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3819804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23675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14901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73343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26964"/>
      </p:ext>
    </p:extLst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38256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46080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5638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810636"/>
      </p:ext>
    </p:extLst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97706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9B627-0F89-514D-85B9-78E485ABC7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737" y="3074990"/>
            <a:ext cx="1714163" cy="71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9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82.xml"/><Relationship Id="rId42" Type="http://schemas.openxmlformats.org/officeDocument/2006/relationships/slideLayout" Target="../slideLayouts/slideLayout90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5.xml"/><Relationship Id="rId40" Type="http://schemas.openxmlformats.org/officeDocument/2006/relationships/slideLayout" Target="../slideLayouts/slideLayout88.xml"/><Relationship Id="rId45" Type="http://schemas.openxmlformats.org/officeDocument/2006/relationships/slideLayout" Target="../slideLayouts/slideLayout93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4" Type="http://schemas.openxmlformats.org/officeDocument/2006/relationships/slideLayout" Target="../slideLayouts/slideLayout92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3.xml"/><Relationship Id="rId43" Type="http://schemas.openxmlformats.org/officeDocument/2006/relationships/slideLayout" Target="../slideLayouts/slideLayout91.xml"/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6.xml"/><Relationship Id="rId4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68.xml"/><Relationship Id="rId41" Type="http://schemas.openxmlformats.org/officeDocument/2006/relationships/slideLayout" Target="../slideLayouts/slideLayout8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12.xml"/><Relationship Id="rId26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11.xml"/><Relationship Id="rId25" Type="http://schemas.openxmlformats.org/officeDocument/2006/relationships/slideLayout" Target="../slideLayouts/slideLayout119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110.xml"/><Relationship Id="rId20" Type="http://schemas.openxmlformats.org/officeDocument/2006/relationships/slideLayout" Target="../slideLayouts/slideLayout114.xml"/><Relationship Id="rId29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24" Type="http://schemas.openxmlformats.org/officeDocument/2006/relationships/slideLayout" Target="../slideLayouts/slideLayout118.xml"/><Relationship Id="rId32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9.xml"/><Relationship Id="rId23" Type="http://schemas.openxmlformats.org/officeDocument/2006/relationships/slideLayout" Target="../slideLayouts/slideLayout117.xml"/><Relationship Id="rId28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04.xml"/><Relationship Id="rId19" Type="http://schemas.openxmlformats.org/officeDocument/2006/relationships/slideLayout" Target="../slideLayouts/slideLayout113.xml"/><Relationship Id="rId31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8.xml"/><Relationship Id="rId22" Type="http://schemas.openxmlformats.org/officeDocument/2006/relationships/slideLayout" Target="../slideLayouts/slideLayout116.xml"/><Relationship Id="rId27" Type="http://schemas.openxmlformats.org/officeDocument/2006/relationships/slideLayout" Target="../slideLayouts/slideLayout121.xml"/><Relationship Id="rId30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0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slideLayout" Target="../slideLayouts/slideLayout139.xml"/><Relationship Id="rId18" Type="http://schemas.openxmlformats.org/officeDocument/2006/relationships/slideLayout" Target="../slideLayouts/slideLayout144.xml"/><Relationship Id="rId26" Type="http://schemas.openxmlformats.org/officeDocument/2006/relationships/slideLayout" Target="../slideLayouts/slideLayout152.xml"/><Relationship Id="rId3" Type="http://schemas.openxmlformats.org/officeDocument/2006/relationships/slideLayout" Target="../slideLayouts/slideLayout129.xml"/><Relationship Id="rId21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33.xml"/><Relationship Id="rId12" Type="http://schemas.openxmlformats.org/officeDocument/2006/relationships/slideLayout" Target="../slideLayouts/slideLayout138.xml"/><Relationship Id="rId17" Type="http://schemas.openxmlformats.org/officeDocument/2006/relationships/slideLayout" Target="../slideLayouts/slideLayout143.xml"/><Relationship Id="rId25" Type="http://schemas.openxmlformats.org/officeDocument/2006/relationships/slideLayout" Target="../slideLayouts/slideLayout151.xml"/><Relationship Id="rId2" Type="http://schemas.openxmlformats.org/officeDocument/2006/relationships/slideLayout" Target="../slideLayouts/slideLayout128.xml"/><Relationship Id="rId16" Type="http://schemas.openxmlformats.org/officeDocument/2006/relationships/slideLayout" Target="../slideLayouts/slideLayout142.xml"/><Relationship Id="rId20" Type="http://schemas.openxmlformats.org/officeDocument/2006/relationships/slideLayout" Target="../slideLayouts/slideLayout146.xml"/><Relationship Id="rId29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7.xml"/><Relationship Id="rId24" Type="http://schemas.openxmlformats.org/officeDocument/2006/relationships/slideLayout" Target="../slideLayouts/slideLayout150.xml"/><Relationship Id="rId32" Type="http://schemas.openxmlformats.org/officeDocument/2006/relationships/theme" Target="../theme/theme4.xml"/><Relationship Id="rId5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41.xml"/><Relationship Id="rId23" Type="http://schemas.openxmlformats.org/officeDocument/2006/relationships/slideLayout" Target="../slideLayouts/slideLayout149.xml"/><Relationship Id="rId28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36.xml"/><Relationship Id="rId19" Type="http://schemas.openxmlformats.org/officeDocument/2006/relationships/slideLayout" Target="../slideLayouts/slideLayout145.xml"/><Relationship Id="rId31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5.xml"/><Relationship Id="rId14" Type="http://schemas.openxmlformats.org/officeDocument/2006/relationships/slideLayout" Target="../slideLayouts/slideLayout140.xml"/><Relationship Id="rId22" Type="http://schemas.openxmlformats.org/officeDocument/2006/relationships/slideLayout" Target="../slideLayouts/slideLayout148.xml"/><Relationship Id="rId27" Type="http://schemas.openxmlformats.org/officeDocument/2006/relationships/slideLayout" Target="../slideLayouts/slideLayout153.xml"/><Relationship Id="rId30" Type="http://schemas.openxmlformats.org/officeDocument/2006/relationships/slideLayout" Target="../slideLayouts/slideLayout156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0.xml"/><Relationship Id="rId18" Type="http://schemas.openxmlformats.org/officeDocument/2006/relationships/slideLayout" Target="../slideLayouts/slideLayout175.xml"/><Relationship Id="rId26" Type="http://schemas.openxmlformats.org/officeDocument/2006/relationships/slideLayout" Target="../slideLayouts/slideLayout183.xml"/><Relationship Id="rId3" Type="http://schemas.openxmlformats.org/officeDocument/2006/relationships/slideLayout" Target="../slideLayouts/slideLayout160.xml"/><Relationship Id="rId21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4.xml"/><Relationship Id="rId25" Type="http://schemas.openxmlformats.org/officeDocument/2006/relationships/slideLayout" Target="../slideLayouts/slideLayout182.xml"/><Relationship Id="rId33" Type="http://schemas.openxmlformats.org/officeDocument/2006/relationships/theme" Target="../theme/theme5.xml"/><Relationship Id="rId2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73.xml"/><Relationship Id="rId20" Type="http://schemas.openxmlformats.org/officeDocument/2006/relationships/slideLayout" Target="../slideLayouts/slideLayout177.xml"/><Relationship Id="rId29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8.xml"/><Relationship Id="rId24" Type="http://schemas.openxmlformats.org/officeDocument/2006/relationships/slideLayout" Target="../slideLayouts/slideLayout181.xml"/><Relationship Id="rId32" Type="http://schemas.openxmlformats.org/officeDocument/2006/relationships/slideLayout" Target="../slideLayouts/slideLayout189.xml"/><Relationship Id="rId5" Type="http://schemas.openxmlformats.org/officeDocument/2006/relationships/slideLayout" Target="../slideLayouts/slideLayout162.xml"/><Relationship Id="rId15" Type="http://schemas.openxmlformats.org/officeDocument/2006/relationships/slideLayout" Target="../slideLayouts/slideLayout172.xml"/><Relationship Id="rId23" Type="http://schemas.openxmlformats.org/officeDocument/2006/relationships/slideLayout" Target="../slideLayouts/slideLayout180.xml"/><Relationship Id="rId28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67.xml"/><Relationship Id="rId19" Type="http://schemas.openxmlformats.org/officeDocument/2006/relationships/slideLayout" Target="../slideLayouts/slideLayout176.xml"/><Relationship Id="rId31" Type="http://schemas.openxmlformats.org/officeDocument/2006/relationships/slideLayout" Target="../slideLayouts/slideLayout188.xml"/><Relationship Id="rId4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71.xml"/><Relationship Id="rId22" Type="http://schemas.openxmlformats.org/officeDocument/2006/relationships/slideLayout" Target="../slideLayouts/slideLayout179.xml"/><Relationship Id="rId27" Type="http://schemas.openxmlformats.org/officeDocument/2006/relationships/slideLayout" Target="../slideLayouts/slideLayout184.xml"/><Relationship Id="rId30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65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2.xml"/><Relationship Id="rId18" Type="http://schemas.openxmlformats.org/officeDocument/2006/relationships/slideLayout" Target="../slideLayouts/slideLayout207.xml"/><Relationship Id="rId26" Type="http://schemas.openxmlformats.org/officeDocument/2006/relationships/slideLayout" Target="../slideLayouts/slideLayout215.xml"/><Relationship Id="rId21" Type="http://schemas.openxmlformats.org/officeDocument/2006/relationships/slideLayout" Target="../slideLayouts/slideLayout210.xml"/><Relationship Id="rId34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196.xml"/><Relationship Id="rId12" Type="http://schemas.openxmlformats.org/officeDocument/2006/relationships/slideLayout" Target="../slideLayouts/slideLayout201.xml"/><Relationship Id="rId17" Type="http://schemas.openxmlformats.org/officeDocument/2006/relationships/slideLayout" Target="../slideLayouts/slideLayout206.xml"/><Relationship Id="rId25" Type="http://schemas.openxmlformats.org/officeDocument/2006/relationships/slideLayout" Target="../slideLayouts/slideLayout214.xml"/><Relationship Id="rId33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191.xml"/><Relationship Id="rId16" Type="http://schemas.openxmlformats.org/officeDocument/2006/relationships/slideLayout" Target="../slideLayouts/slideLayout205.xml"/><Relationship Id="rId20" Type="http://schemas.openxmlformats.org/officeDocument/2006/relationships/slideLayout" Target="../slideLayouts/slideLayout209.xml"/><Relationship Id="rId29" Type="http://schemas.openxmlformats.org/officeDocument/2006/relationships/slideLayout" Target="../slideLayouts/slideLayout218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slideLayout" Target="../slideLayouts/slideLayout200.xml"/><Relationship Id="rId24" Type="http://schemas.openxmlformats.org/officeDocument/2006/relationships/slideLayout" Target="../slideLayouts/slideLayout213.xml"/><Relationship Id="rId32" Type="http://schemas.openxmlformats.org/officeDocument/2006/relationships/slideLayout" Target="../slideLayouts/slideLayout221.xml"/><Relationship Id="rId37" Type="http://schemas.openxmlformats.org/officeDocument/2006/relationships/theme" Target="../theme/theme6.xml"/><Relationship Id="rId5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204.xml"/><Relationship Id="rId23" Type="http://schemas.openxmlformats.org/officeDocument/2006/relationships/slideLayout" Target="../slideLayouts/slideLayout212.xml"/><Relationship Id="rId28" Type="http://schemas.openxmlformats.org/officeDocument/2006/relationships/slideLayout" Target="../slideLayouts/slideLayout217.xml"/><Relationship Id="rId36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199.xml"/><Relationship Id="rId19" Type="http://schemas.openxmlformats.org/officeDocument/2006/relationships/slideLayout" Target="../slideLayouts/slideLayout208.xml"/><Relationship Id="rId31" Type="http://schemas.openxmlformats.org/officeDocument/2006/relationships/slideLayout" Target="../slideLayouts/slideLayout220.xml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Relationship Id="rId14" Type="http://schemas.openxmlformats.org/officeDocument/2006/relationships/slideLayout" Target="../slideLayouts/slideLayout203.xml"/><Relationship Id="rId22" Type="http://schemas.openxmlformats.org/officeDocument/2006/relationships/slideLayout" Target="../slideLayouts/slideLayout211.xml"/><Relationship Id="rId27" Type="http://schemas.openxmlformats.org/officeDocument/2006/relationships/slideLayout" Target="../slideLayouts/slideLayout216.xml"/><Relationship Id="rId30" Type="http://schemas.openxmlformats.org/officeDocument/2006/relationships/slideLayout" Target="../slideLayouts/slideLayout219.xml"/><Relationship Id="rId35" Type="http://schemas.openxmlformats.org/officeDocument/2006/relationships/slideLayout" Target="../slideLayouts/slideLayout224.xml"/><Relationship Id="rId8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92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8.xml"/><Relationship Id="rId18" Type="http://schemas.openxmlformats.org/officeDocument/2006/relationships/slideLayout" Target="../slideLayouts/slideLayout243.xml"/><Relationship Id="rId26" Type="http://schemas.openxmlformats.org/officeDocument/2006/relationships/slideLayout" Target="../slideLayouts/slideLayout251.xml"/><Relationship Id="rId3" Type="http://schemas.openxmlformats.org/officeDocument/2006/relationships/slideLayout" Target="../slideLayouts/slideLayout228.xml"/><Relationship Id="rId21" Type="http://schemas.openxmlformats.org/officeDocument/2006/relationships/slideLayout" Target="../slideLayouts/slideLayout246.xml"/><Relationship Id="rId7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7.xml"/><Relationship Id="rId17" Type="http://schemas.openxmlformats.org/officeDocument/2006/relationships/slideLayout" Target="../slideLayouts/slideLayout242.xml"/><Relationship Id="rId25" Type="http://schemas.openxmlformats.org/officeDocument/2006/relationships/slideLayout" Target="../slideLayouts/slideLayout250.xml"/><Relationship Id="rId33" Type="http://schemas.openxmlformats.org/officeDocument/2006/relationships/theme" Target="../theme/theme7.xml"/><Relationship Id="rId2" Type="http://schemas.openxmlformats.org/officeDocument/2006/relationships/slideLayout" Target="../slideLayouts/slideLayout227.xml"/><Relationship Id="rId16" Type="http://schemas.openxmlformats.org/officeDocument/2006/relationships/slideLayout" Target="../slideLayouts/slideLayout241.xml"/><Relationship Id="rId20" Type="http://schemas.openxmlformats.org/officeDocument/2006/relationships/slideLayout" Target="../slideLayouts/slideLayout245.xml"/><Relationship Id="rId29" Type="http://schemas.openxmlformats.org/officeDocument/2006/relationships/slideLayout" Target="../slideLayouts/slideLayout254.xml"/><Relationship Id="rId1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6.xml"/><Relationship Id="rId24" Type="http://schemas.openxmlformats.org/officeDocument/2006/relationships/slideLayout" Target="../slideLayouts/slideLayout249.xml"/><Relationship Id="rId32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40.xml"/><Relationship Id="rId23" Type="http://schemas.openxmlformats.org/officeDocument/2006/relationships/slideLayout" Target="../slideLayouts/slideLayout248.xml"/><Relationship Id="rId28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35.xml"/><Relationship Id="rId19" Type="http://schemas.openxmlformats.org/officeDocument/2006/relationships/slideLayout" Target="../slideLayouts/slideLayout244.xml"/><Relationship Id="rId31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4.xml"/><Relationship Id="rId14" Type="http://schemas.openxmlformats.org/officeDocument/2006/relationships/slideLayout" Target="../slideLayouts/slideLayout239.xml"/><Relationship Id="rId22" Type="http://schemas.openxmlformats.org/officeDocument/2006/relationships/slideLayout" Target="../slideLayouts/slideLayout247.xml"/><Relationship Id="rId27" Type="http://schemas.openxmlformats.org/officeDocument/2006/relationships/slideLayout" Target="../slideLayouts/slideLayout252.xml"/><Relationship Id="rId30" Type="http://schemas.openxmlformats.org/officeDocument/2006/relationships/slideLayout" Target="../slideLayouts/slideLayout255.xml"/><Relationship Id="rId8" Type="http://schemas.openxmlformats.org/officeDocument/2006/relationships/slideLayout" Target="../slideLayouts/slideLayout233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75.xml"/><Relationship Id="rId26" Type="http://schemas.openxmlformats.org/officeDocument/2006/relationships/slideLayout" Target="../slideLayouts/slideLayout283.xml"/><Relationship Id="rId3" Type="http://schemas.openxmlformats.org/officeDocument/2006/relationships/slideLayout" Target="../slideLayouts/slideLayout260.xml"/><Relationship Id="rId21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74.xml"/><Relationship Id="rId25" Type="http://schemas.openxmlformats.org/officeDocument/2006/relationships/slideLayout" Target="../slideLayouts/slideLayout282.xml"/><Relationship Id="rId33" Type="http://schemas.openxmlformats.org/officeDocument/2006/relationships/theme" Target="../theme/theme8.xml"/><Relationship Id="rId2" Type="http://schemas.openxmlformats.org/officeDocument/2006/relationships/slideLayout" Target="../slideLayouts/slideLayout259.xml"/><Relationship Id="rId16" Type="http://schemas.openxmlformats.org/officeDocument/2006/relationships/slideLayout" Target="../slideLayouts/slideLayout273.xml"/><Relationship Id="rId20" Type="http://schemas.openxmlformats.org/officeDocument/2006/relationships/slideLayout" Target="../slideLayouts/slideLayout277.xml"/><Relationship Id="rId29" Type="http://schemas.openxmlformats.org/officeDocument/2006/relationships/slideLayout" Target="../slideLayouts/slideLayout286.xml"/><Relationship Id="rId1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8.xml"/><Relationship Id="rId24" Type="http://schemas.openxmlformats.org/officeDocument/2006/relationships/slideLayout" Target="../slideLayouts/slideLayout281.xml"/><Relationship Id="rId32" Type="http://schemas.openxmlformats.org/officeDocument/2006/relationships/slideLayout" Target="../slideLayouts/slideLayout289.xml"/><Relationship Id="rId5" Type="http://schemas.openxmlformats.org/officeDocument/2006/relationships/slideLayout" Target="../slideLayouts/slideLayout262.xml"/><Relationship Id="rId15" Type="http://schemas.openxmlformats.org/officeDocument/2006/relationships/slideLayout" Target="../slideLayouts/slideLayout272.xml"/><Relationship Id="rId23" Type="http://schemas.openxmlformats.org/officeDocument/2006/relationships/slideLayout" Target="../slideLayouts/slideLayout280.xml"/><Relationship Id="rId28" Type="http://schemas.openxmlformats.org/officeDocument/2006/relationships/slideLayout" Target="../slideLayouts/slideLayout285.xml"/><Relationship Id="rId10" Type="http://schemas.openxmlformats.org/officeDocument/2006/relationships/slideLayout" Target="../slideLayouts/slideLayout267.xml"/><Relationship Id="rId19" Type="http://schemas.openxmlformats.org/officeDocument/2006/relationships/slideLayout" Target="../slideLayouts/slideLayout276.xml"/><Relationship Id="rId31" Type="http://schemas.openxmlformats.org/officeDocument/2006/relationships/slideLayout" Target="../slideLayouts/slideLayout288.xml"/><Relationship Id="rId4" Type="http://schemas.openxmlformats.org/officeDocument/2006/relationships/slideLayout" Target="../slideLayouts/slideLayout261.xml"/><Relationship Id="rId9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71.xml"/><Relationship Id="rId22" Type="http://schemas.openxmlformats.org/officeDocument/2006/relationships/slideLayout" Target="../slideLayouts/slideLayout279.xml"/><Relationship Id="rId27" Type="http://schemas.openxmlformats.org/officeDocument/2006/relationships/slideLayout" Target="../slideLayouts/slideLayout284.xml"/><Relationship Id="rId30" Type="http://schemas.openxmlformats.org/officeDocument/2006/relationships/slideLayout" Target="../slideLayouts/slideLayout287.xml"/><Relationship Id="rId8" Type="http://schemas.openxmlformats.org/officeDocument/2006/relationships/slideLayout" Target="../slideLayouts/slideLayout265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02.xml"/><Relationship Id="rId18" Type="http://schemas.openxmlformats.org/officeDocument/2006/relationships/slideLayout" Target="../slideLayouts/slideLayout307.xml"/><Relationship Id="rId26" Type="http://schemas.openxmlformats.org/officeDocument/2006/relationships/slideLayout" Target="../slideLayouts/slideLayout315.xml"/><Relationship Id="rId39" Type="http://schemas.openxmlformats.org/officeDocument/2006/relationships/slideLayout" Target="../slideLayouts/slideLayout328.xml"/><Relationship Id="rId21" Type="http://schemas.openxmlformats.org/officeDocument/2006/relationships/slideLayout" Target="../slideLayouts/slideLayout310.xml"/><Relationship Id="rId34" Type="http://schemas.openxmlformats.org/officeDocument/2006/relationships/slideLayout" Target="../slideLayouts/slideLayout323.xml"/><Relationship Id="rId42" Type="http://schemas.openxmlformats.org/officeDocument/2006/relationships/slideLayout" Target="../slideLayouts/slideLayout331.xml"/><Relationship Id="rId47" Type="http://schemas.openxmlformats.org/officeDocument/2006/relationships/theme" Target="../theme/theme9.xml"/><Relationship Id="rId7" Type="http://schemas.openxmlformats.org/officeDocument/2006/relationships/slideLayout" Target="../slideLayouts/slideLayout296.xml"/><Relationship Id="rId2" Type="http://schemas.openxmlformats.org/officeDocument/2006/relationships/slideLayout" Target="../slideLayouts/slideLayout291.xml"/><Relationship Id="rId16" Type="http://schemas.openxmlformats.org/officeDocument/2006/relationships/slideLayout" Target="../slideLayouts/slideLayout305.xml"/><Relationship Id="rId29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290.xml"/><Relationship Id="rId6" Type="http://schemas.openxmlformats.org/officeDocument/2006/relationships/slideLayout" Target="../slideLayouts/slideLayout295.xml"/><Relationship Id="rId11" Type="http://schemas.openxmlformats.org/officeDocument/2006/relationships/slideLayout" Target="../slideLayouts/slideLayout300.xml"/><Relationship Id="rId24" Type="http://schemas.openxmlformats.org/officeDocument/2006/relationships/slideLayout" Target="../slideLayouts/slideLayout313.xml"/><Relationship Id="rId32" Type="http://schemas.openxmlformats.org/officeDocument/2006/relationships/slideLayout" Target="../slideLayouts/slideLayout321.xml"/><Relationship Id="rId37" Type="http://schemas.openxmlformats.org/officeDocument/2006/relationships/slideLayout" Target="../slideLayouts/slideLayout326.xml"/><Relationship Id="rId40" Type="http://schemas.openxmlformats.org/officeDocument/2006/relationships/slideLayout" Target="../slideLayouts/slideLayout329.xml"/><Relationship Id="rId45" Type="http://schemas.openxmlformats.org/officeDocument/2006/relationships/slideLayout" Target="../slideLayouts/slideLayout334.xml"/><Relationship Id="rId5" Type="http://schemas.openxmlformats.org/officeDocument/2006/relationships/slideLayout" Target="../slideLayouts/slideLayout294.xml"/><Relationship Id="rId15" Type="http://schemas.openxmlformats.org/officeDocument/2006/relationships/slideLayout" Target="../slideLayouts/slideLayout304.xml"/><Relationship Id="rId23" Type="http://schemas.openxmlformats.org/officeDocument/2006/relationships/slideLayout" Target="../slideLayouts/slideLayout312.xml"/><Relationship Id="rId28" Type="http://schemas.openxmlformats.org/officeDocument/2006/relationships/slideLayout" Target="../slideLayouts/slideLayout317.xml"/><Relationship Id="rId36" Type="http://schemas.openxmlformats.org/officeDocument/2006/relationships/slideLayout" Target="../slideLayouts/slideLayout325.xml"/><Relationship Id="rId10" Type="http://schemas.openxmlformats.org/officeDocument/2006/relationships/slideLayout" Target="../slideLayouts/slideLayout299.xml"/><Relationship Id="rId19" Type="http://schemas.openxmlformats.org/officeDocument/2006/relationships/slideLayout" Target="../slideLayouts/slideLayout308.xml"/><Relationship Id="rId31" Type="http://schemas.openxmlformats.org/officeDocument/2006/relationships/slideLayout" Target="../slideLayouts/slideLayout320.xml"/><Relationship Id="rId44" Type="http://schemas.openxmlformats.org/officeDocument/2006/relationships/slideLayout" Target="../slideLayouts/slideLayout333.xml"/><Relationship Id="rId4" Type="http://schemas.openxmlformats.org/officeDocument/2006/relationships/slideLayout" Target="../slideLayouts/slideLayout293.xml"/><Relationship Id="rId9" Type="http://schemas.openxmlformats.org/officeDocument/2006/relationships/slideLayout" Target="../slideLayouts/slideLayout298.xml"/><Relationship Id="rId14" Type="http://schemas.openxmlformats.org/officeDocument/2006/relationships/slideLayout" Target="../slideLayouts/slideLayout303.xml"/><Relationship Id="rId22" Type="http://schemas.openxmlformats.org/officeDocument/2006/relationships/slideLayout" Target="../slideLayouts/slideLayout311.xml"/><Relationship Id="rId27" Type="http://schemas.openxmlformats.org/officeDocument/2006/relationships/slideLayout" Target="../slideLayouts/slideLayout316.xml"/><Relationship Id="rId30" Type="http://schemas.openxmlformats.org/officeDocument/2006/relationships/slideLayout" Target="../slideLayouts/slideLayout319.xml"/><Relationship Id="rId35" Type="http://schemas.openxmlformats.org/officeDocument/2006/relationships/slideLayout" Target="../slideLayouts/slideLayout324.xml"/><Relationship Id="rId43" Type="http://schemas.openxmlformats.org/officeDocument/2006/relationships/slideLayout" Target="../slideLayouts/slideLayout332.xml"/><Relationship Id="rId8" Type="http://schemas.openxmlformats.org/officeDocument/2006/relationships/slideLayout" Target="../slideLayouts/slideLayout297.xml"/><Relationship Id="rId3" Type="http://schemas.openxmlformats.org/officeDocument/2006/relationships/slideLayout" Target="../slideLayouts/slideLayout292.xml"/><Relationship Id="rId12" Type="http://schemas.openxmlformats.org/officeDocument/2006/relationships/slideLayout" Target="../slideLayouts/slideLayout301.xml"/><Relationship Id="rId17" Type="http://schemas.openxmlformats.org/officeDocument/2006/relationships/slideLayout" Target="../slideLayouts/slideLayout306.xml"/><Relationship Id="rId25" Type="http://schemas.openxmlformats.org/officeDocument/2006/relationships/slideLayout" Target="../slideLayouts/slideLayout314.xml"/><Relationship Id="rId33" Type="http://schemas.openxmlformats.org/officeDocument/2006/relationships/slideLayout" Target="../slideLayouts/slideLayout322.xml"/><Relationship Id="rId38" Type="http://schemas.openxmlformats.org/officeDocument/2006/relationships/slideLayout" Target="../slideLayouts/slideLayout327.xml"/><Relationship Id="rId46" Type="http://schemas.openxmlformats.org/officeDocument/2006/relationships/slideLayout" Target="../slideLayouts/slideLayout335.xml"/><Relationship Id="rId20" Type="http://schemas.openxmlformats.org/officeDocument/2006/relationships/slideLayout" Target="../slideLayouts/slideLayout309.xml"/><Relationship Id="rId41" Type="http://schemas.openxmlformats.org/officeDocument/2006/relationships/slideLayout" Target="../slideLayouts/slideLayout330.xml"/></Relationships>
</file>

<file path=ppt/slideMasters/_rels/slideMaster1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48.xml"/><Relationship Id="rId18" Type="http://schemas.openxmlformats.org/officeDocument/2006/relationships/slideLayout" Target="../slideLayouts/slideLayout353.xml"/><Relationship Id="rId26" Type="http://schemas.openxmlformats.org/officeDocument/2006/relationships/slideLayout" Target="../slideLayouts/slideLayout361.xml"/><Relationship Id="rId39" Type="http://schemas.openxmlformats.org/officeDocument/2006/relationships/slideLayout" Target="../slideLayouts/slideLayout374.xml"/><Relationship Id="rId21" Type="http://schemas.openxmlformats.org/officeDocument/2006/relationships/slideLayout" Target="../slideLayouts/slideLayout356.xml"/><Relationship Id="rId34" Type="http://schemas.openxmlformats.org/officeDocument/2006/relationships/slideLayout" Target="../slideLayouts/slideLayout369.xml"/><Relationship Id="rId42" Type="http://schemas.openxmlformats.org/officeDocument/2006/relationships/slideLayout" Target="../slideLayouts/slideLayout377.xml"/><Relationship Id="rId7" Type="http://schemas.openxmlformats.org/officeDocument/2006/relationships/slideLayout" Target="../slideLayouts/slideLayout342.xml"/><Relationship Id="rId2" Type="http://schemas.openxmlformats.org/officeDocument/2006/relationships/slideLayout" Target="../slideLayouts/slideLayout337.xml"/><Relationship Id="rId16" Type="http://schemas.openxmlformats.org/officeDocument/2006/relationships/slideLayout" Target="../slideLayouts/slideLayout351.xml"/><Relationship Id="rId20" Type="http://schemas.openxmlformats.org/officeDocument/2006/relationships/slideLayout" Target="../slideLayouts/slideLayout355.xml"/><Relationship Id="rId29" Type="http://schemas.openxmlformats.org/officeDocument/2006/relationships/slideLayout" Target="../slideLayouts/slideLayout364.xml"/><Relationship Id="rId41" Type="http://schemas.openxmlformats.org/officeDocument/2006/relationships/slideLayout" Target="../slideLayouts/slideLayout376.xml"/><Relationship Id="rId1" Type="http://schemas.openxmlformats.org/officeDocument/2006/relationships/slideLayout" Target="../slideLayouts/slideLayout336.xml"/><Relationship Id="rId6" Type="http://schemas.openxmlformats.org/officeDocument/2006/relationships/slideLayout" Target="../slideLayouts/slideLayout341.xml"/><Relationship Id="rId11" Type="http://schemas.openxmlformats.org/officeDocument/2006/relationships/slideLayout" Target="../slideLayouts/slideLayout346.xml"/><Relationship Id="rId24" Type="http://schemas.openxmlformats.org/officeDocument/2006/relationships/slideLayout" Target="../slideLayouts/slideLayout359.xml"/><Relationship Id="rId32" Type="http://schemas.openxmlformats.org/officeDocument/2006/relationships/slideLayout" Target="../slideLayouts/slideLayout367.xml"/><Relationship Id="rId37" Type="http://schemas.openxmlformats.org/officeDocument/2006/relationships/slideLayout" Target="../slideLayouts/slideLayout372.xml"/><Relationship Id="rId40" Type="http://schemas.openxmlformats.org/officeDocument/2006/relationships/slideLayout" Target="../slideLayouts/slideLayout375.xml"/><Relationship Id="rId5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50.xml"/><Relationship Id="rId23" Type="http://schemas.openxmlformats.org/officeDocument/2006/relationships/slideLayout" Target="../slideLayouts/slideLayout358.xml"/><Relationship Id="rId28" Type="http://schemas.openxmlformats.org/officeDocument/2006/relationships/slideLayout" Target="../slideLayouts/slideLayout363.xml"/><Relationship Id="rId36" Type="http://schemas.openxmlformats.org/officeDocument/2006/relationships/slideLayout" Target="../slideLayouts/slideLayout371.xml"/><Relationship Id="rId10" Type="http://schemas.openxmlformats.org/officeDocument/2006/relationships/slideLayout" Target="../slideLayouts/slideLayout345.xml"/><Relationship Id="rId19" Type="http://schemas.openxmlformats.org/officeDocument/2006/relationships/slideLayout" Target="../slideLayouts/slideLayout354.xml"/><Relationship Id="rId31" Type="http://schemas.openxmlformats.org/officeDocument/2006/relationships/slideLayout" Target="../slideLayouts/slideLayout366.xml"/><Relationship Id="rId44" Type="http://schemas.openxmlformats.org/officeDocument/2006/relationships/theme" Target="../theme/theme10.xml"/><Relationship Id="rId4" Type="http://schemas.openxmlformats.org/officeDocument/2006/relationships/slideLayout" Target="../slideLayouts/slideLayout339.xml"/><Relationship Id="rId9" Type="http://schemas.openxmlformats.org/officeDocument/2006/relationships/slideLayout" Target="../slideLayouts/slideLayout344.xml"/><Relationship Id="rId14" Type="http://schemas.openxmlformats.org/officeDocument/2006/relationships/slideLayout" Target="../slideLayouts/slideLayout349.xml"/><Relationship Id="rId22" Type="http://schemas.openxmlformats.org/officeDocument/2006/relationships/slideLayout" Target="../slideLayouts/slideLayout357.xml"/><Relationship Id="rId27" Type="http://schemas.openxmlformats.org/officeDocument/2006/relationships/slideLayout" Target="../slideLayouts/slideLayout362.xml"/><Relationship Id="rId30" Type="http://schemas.openxmlformats.org/officeDocument/2006/relationships/slideLayout" Target="../slideLayouts/slideLayout365.xml"/><Relationship Id="rId35" Type="http://schemas.openxmlformats.org/officeDocument/2006/relationships/slideLayout" Target="../slideLayouts/slideLayout370.xml"/><Relationship Id="rId43" Type="http://schemas.openxmlformats.org/officeDocument/2006/relationships/slideLayout" Target="../slideLayouts/slideLayout378.xml"/><Relationship Id="rId8" Type="http://schemas.openxmlformats.org/officeDocument/2006/relationships/slideLayout" Target="../slideLayouts/slideLayout343.xml"/><Relationship Id="rId3" Type="http://schemas.openxmlformats.org/officeDocument/2006/relationships/slideLayout" Target="../slideLayouts/slideLayout338.xml"/><Relationship Id="rId12" Type="http://schemas.openxmlformats.org/officeDocument/2006/relationships/slideLayout" Target="../slideLayouts/slideLayout347.xml"/><Relationship Id="rId17" Type="http://schemas.openxmlformats.org/officeDocument/2006/relationships/slideLayout" Target="../slideLayouts/slideLayout352.xml"/><Relationship Id="rId25" Type="http://schemas.openxmlformats.org/officeDocument/2006/relationships/slideLayout" Target="../slideLayouts/slideLayout360.xml"/><Relationship Id="rId33" Type="http://schemas.openxmlformats.org/officeDocument/2006/relationships/slideLayout" Target="../slideLayouts/slideLayout368.xml"/><Relationship Id="rId38" Type="http://schemas.openxmlformats.org/officeDocument/2006/relationships/slideLayout" Target="../slideLayouts/slideLayout373.xml"/></Relationships>
</file>

<file path=ppt/slideMasters/_rels/slideMaster1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1.xml"/><Relationship Id="rId18" Type="http://schemas.openxmlformats.org/officeDocument/2006/relationships/slideLayout" Target="../slideLayouts/slideLayout396.xml"/><Relationship Id="rId26" Type="http://schemas.openxmlformats.org/officeDocument/2006/relationships/slideLayout" Target="../slideLayouts/slideLayout404.xml"/><Relationship Id="rId3" Type="http://schemas.openxmlformats.org/officeDocument/2006/relationships/slideLayout" Target="../slideLayouts/slideLayout381.xml"/><Relationship Id="rId21" Type="http://schemas.openxmlformats.org/officeDocument/2006/relationships/slideLayout" Target="../slideLayouts/slideLayout399.xml"/><Relationship Id="rId7" Type="http://schemas.openxmlformats.org/officeDocument/2006/relationships/slideLayout" Target="../slideLayouts/slideLayout385.xml"/><Relationship Id="rId12" Type="http://schemas.openxmlformats.org/officeDocument/2006/relationships/slideLayout" Target="../slideLayouts/slideLayout390.xml"/><Relationship Id="rId17" Type="http://schemas.openxmlformats.org/officeDocument/2006/relationships/slideLayout" Target="../slideLayouts/slideLayout395.xml"/><Relationship Id="rId25" Type="http://schemas.openxmlformats.org/officeDocument/2006/relationships/slideLayout" Target="../slideLayouts/slideLayout403.xml"/><Relationship Id="rId33" Type="http://schemas.openxmlformats.org/officeDocument/2006/relationships/theme" Target="../theme/theme11.xml"/><Relationship Id="rId2" Type="http://schemas.openxmlformats.org/officeDocument/2006/relationships/slideLayout" Target="../slideLayouts/slideLayout380.xml"/><Relationship Id="rId16" Type="http://schemas.openxmlformats.org/officeDocument/2006/relationships/slideLayout" Target="../slideLayouts/slideLayout394.xml"/><Relationship Id="rId20" Type="http://schemas.openxmlformats.org/officeDocument/2006/relationships/slideLayout" Target="../slideLayouts/slideLayout398.xml"/><Relationship Id="rId29" Type="http://schemas.openxmlformats.org/officeDocument/2006/relationships/slideLayout" Target="../slideLayouts/slideLayout407.xml"/><Relationship Id="rId1" Type="http://schemas.openxmlformats.org/officeDocument/2006/relationships/slideLayout" Target="../slideLayouts/slideLayout379.xml"/><Relationship Id="rId6" Type="http://schemas.openxmlformats.org/officeDocument/2006/relationships/slideLayout" Target="../slideLayouts/slideLayout384.xml"/><Relationship Id="rId11" Type="http://schemas.openxmlformats.org/officeDocument/2006/relationships/slideLayout" Target="../slideLayouts/slideLayout389.xml"/><Relationship Id="rId24" Type="http://schemas.openxmlformats.org/officeDocument/2006/relationships/slideLayout" Target="../slideLayouts/slideLayout402.xml"/><Relationship Id="rId32" Type="http://schemas.openxmlformats.org/officeDocument/2006/relationships/slideLayout" Target="../slideLayouts/slideLayout410.xml"/><Relationship Id="rId5" Type="http://schemas.openxmlformats.org/officeDocument/2006/relationships/slideLayout" Target="../slideLayouts/slideLayout383.xml"/><Relationship Id="rId15" Type="http://schemas.openxmlformats.org/officeDocument/2006/relationships/slideLayout" Target="../slideLayouts/slideLayout393.xml"/><Relationship Id="rId23" Type="http://schemas.openxmlformats.org/officeDocument/2006/relationships/slideLayout" Target="../slideLayouts/slideLayout401.xml"/><Relationship Id="rId28" Type="http://schemas.openxmlformats.org/officeDocument/2006/relationships/slideLayout" Target="../slideLayouts/slideLayout406.xml"/><Relationship Id="rId10" Type="http://schemas.openxmlformats.org/officeDocument/2006/relationships/slideLayout" Target="../slideLayouts/slideLayout388.xml"/><Relationship Id="rId19" Type="http://schemas.openxmlformats.org/officeDocument/2006/relationships/slideLayout" Target="../slideLayouts/slideLayout397.xml"/><Relationship Id="rId31" Type="http://schemas.openxmlformats.org/officeDocument/2006/relationships/slideLayout" Target="../slideLayouts/slideLayout409.xml"/><Relationship Id="rId4" Type="http://schemas.openxmlformats.org/officeDocument/2006/relationships/slideLayout" Target="../slideLayouts/slideLayout382.xml"/><Relationship Id="rId9" Type="http://schemas.openxmlformats.org/officeDocument/2006/relationships/slideLayout" Target="../slideLayouts/slideLayout387.xml"/><Relationship Id="rId14" Type="http://schemas.openxmlformats.org/officeDocument/2006/relationships/slideLayout" Target="../slideLayouts/slideLayout392.xml"/><Relationship Id="rId22" Type="http://schemas.openxmlformats.org/officeDocument/2006/relationships/slideLayout" Target="../slideLayouts/slideLayout400.xml"/><Relationship Id="rId27" Type="http://schemas.openxmlformats.org/officeDocument/2006/relationships/slideLayout" Target="../slideLayouts/slideLayout405.xml"/><Relationship Id="rId30" Type="http://schemas.openxmlformats.org/officeDocument/2006/relationships/slideLayout" Target="../slideLayouts/slideLayout408.xml"/><Relationship Id="rId8" Type="http://schemas.openxmlformats.org/officeDocument/2006/relationships/slideLayout" Target="../slideLayouts/slideLayout3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158796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4097" r:id="rId48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300" y="288925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38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56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  <p:sldLayoutId id="2147483756" r:id="rId36"/>
    <p:sldLayoutId id="2147483757" r:id="rId37"/>
    <p:sldLayoutId id="2147483758" r:id="rId38"/>
    <p:sldLayoutId id="2147483759" r:id="rId39"/>
    <p:sldLayoutId id="2147483760" r:id="rId40"/>
    <p:sldLayoutId id="2147483761" r:id="rId41"/>
    <p:sldLayoutId id="2147483762" r:id="rId42"/>
    <p:sldLayoutId id="2147483763" r:id="rId43"/>
    <p:sldLayoutId id="2147483764" r:id="rId44"/>
    <p:sldLayoutId id="2147483765" r:id="rId45"/>
    <p:sldLayoutId id="2147483766" r:id="rId46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383869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Footer Placeholder">
            <a:extLst>
              <a:ext uri="{FF2B5EF4-FFF2-40B4-BE49-F238E27FC236}">
                <a16:creationId xmlns:a16="http://schemas.microsoft.com/office/drawing/2014/main" id="{86DF59F6-D5F2-8343-9676-C1ACB3AD5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90" y="6491902"/>
            <a:ext cx="5486313" cy="222249"/>
          </a:xfrm>
          <a:prstGeom prst="rect">
            <a:avLst/>
          </a:prstGeo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0964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  <p:sldLayoutId id="2147483786" r:id="rId19"/>
    <p:sldLayoutId id="2147483787" r:id="rId20"/>
    <p:sldLayoutId id="2147483788" r:id="rId21"/>
    <p:sldLayoutId id="2147483789" r:id="rId22"/>
    <p:sldLayoutId id="2147483790" r:id="rId23"/>
    <p:sldLayoutId id="2147483791" r:id="rId24"/>
    <p:sldLayoutId id="2147483792" r:id="rId25"/>
    <p:sldLayoutId id="2147483793" r:id="rId26"/>
    <p:sldLayoutId id="2147483794" r:id="rId27"/>
    <p:sldLayoutId id="2147483795" r:id="rId28"/>
    <p:sldLayoutId id="2147483796" r:id="rId29"/>
    <p:sldLayoutId id="2147483797" r:id="rId30"/>
    <p:sldLayoutId id="2147483798" r:id="rId31"/>
    <p:sldLayoutId id="2147483799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0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92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8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70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099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522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3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730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05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08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06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09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1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2" y="6383868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Footer Placeholder">
            <a:extLst>
              <a:ext uri="{FF2B5EF4-FFF2-40B4-BE49-F238E27FC236}">
                <a16:creationId xmlns:a16="http://schemas.microsoft.com/office/drawing/2014/main" id="{86DF59F6-D5F2-8343-9676-C1ACB3AD5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89" y="6491901"/>
            <a:ext cx="5486313" cy="222249"/>
          </a:xfrm>
          <a:prstGeom prst="rect">
            <a:avLst/>
          </a:prstGeo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529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19" r:id="rId19"/>
    <p:sldLayoutId id="2147483820" r:id="rId20"/>
    <p:sldLayoutId id="2147483821" r:id="rId21"/>
    <p:sldLayoutId id="2147483822" r:id="rId22"/>
    <p:sldLayoutId id="2147483823" r:id="rId23"/>
    <p:sldLayoutId id="2147483824" r:id="rId24"/>
    <p:sldLayoutId id="2147483825" r:id="rId25"/>
    <p:sldLayoutId id="2147483826" r:id="rId26"/>
    <p:sldLayoutId id="2147483827" r:id="rId27"/>
    <p:sldLayoutId id="2147483828" r:id="rId28"/>
    <p:sldLayoutId id="2147483829" r:id="rId29"/>
    <p:sldLayoutId id="2147483830" r:id="rId30"/>
    <p:sldLayoutId id="2147483831" r:id="rId3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253256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  <p:sldLayoutId id="2147483850" r:id="rId18"/>
    <p:sldLayoutId id="2147483851" r:id="rId19"/>
    <p:sldLayoutId id="2147483852" r:id="rId20"/>
    <p:sldLayoutId id="2147483853" r:id="rId21"/>
    <p:sldLayoutId id="2147483854" r:id="rId22"/>
    <p:sldLayoutId id="2147483855" r:id="rId23"/>
    <p:sldLayoutId id="2147483856" r:id="rId24"/>
    <p:sldLayoutId id="2147483857" r:id="rId25"/>
    <p:sldLayoutId id="2147483858" r:id="rId26"/>
    <p:sldLayoutId id="2147483859" r:id="rId27"/>
    <p:sldLayoutId id="2147483860" r:id="rId28"/>
    <p:sldLayoutId id="2147483861" r:id="rId29"/>
    <p:sldLayoutId id="2147483862" r:id="rId30"/>
    <p:sldLayoutId id="2147483863" r:id="rId31"/>
    <p:sldLayoutId id="2147483864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i="0">
          <a:solidFill>
            <a:schemeClr val="bg1"/>
          </a:solidFill>
          <a:latin typeface="+mj-lt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IBM Plex Sans" pitchFamily="2" charset="2"/>
        <a:buNone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 baseline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6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4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5811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2" r:id="rId27"/>
    <p:sldLayoutId id="2147483893" r:id="rId28"/>
    <p:sldLayoutId id="2147483894" r:id="rId29"/>
    <p:sldLayoutId id="2147483895" r:id="rId30"/>
    <p:sldLayoutId id="2147483896" r:id="rId31"/>
    <p:sldLayoutId id="2147483897" r:id="rId32"/>
    <p:sldLayoutId id="2147483898" r:id="rId33"/>
    <p:sldLayoutId id="2147483899" r:id="rId34"/>
    <p:sldLayoutId id="2147483900" r:id="rId35"/>
    <p:sldLayoutId id="2147483901" r:id="rId36"/>
  </p:sldLayoutIdLst>
  <p:hf sldNum="0" hdr="0" dt="0"/>
  <p:txStyles>
    <p:titleStyle>
      <a:lvl1pPr algn="l" defTabSz="60957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70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1pPr>
      <a:lvl2pPr marL="230706" indent="-230706" algn="l" defTabSz="609570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2pPr>
      <a:lvl3pPr marL="529140" indent="-230706" algn="l" defTabSz="609570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3pPr>
      <a:lvl4pPr marL="833926" indent="-224356" algn="l" defTabSz="609570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4pPr>
      <a:lvl5pPr marL="1070980" indent="-230706" algn="l" defTabSz="609570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383869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de-DE" sz="1333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383869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51304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  <p:sldLayoutId id="2147483924" r:id="rId22"/>
    <p:sldLayoutId id="2147483925" r:id="rId23"/>
    <p:sldLayoutId id="2147483926" r:id="rId24"/>
    <p:sldLayoutId id="2147483927" r:id="rId25"/>
    <p:sldLayoutId id="2147483928" r:id="rId26"/>
    <p:sldLayoutId id="2147483929" r:id="rId27"/>
    <p:sldLayoutId id="2147483930" r:id="rId28"/>
    <p:sldLayoutId id="2147483931" r:id="rId29"/>
    <p:sldLayoutId id="2147483932" r:id="rId30"/>
    <p:sldLayoutId id="2147483933" r:id="rId31"/>
    <p:sldLayoutId id="2147483934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0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92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8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70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099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522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3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730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05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08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06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09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1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4" y="6383870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Footer Placeholder">
            <a:extLst>
              <a:ext uri="{FF2B5EF4-FFF2-40B4-BE49-F238E27FC236}">
                <a16:creationId xmlns:a16="http://schemas.microsoft.com/office/drawing/2014/main" id="{86DF59F6-D5F2-8343-9676-C1ACB3AD5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91" y="6491904"/>
            <a:ext cx="5486313" cy="222249"/>
          </a:xfrm>
          <a:prstGeom prst="rect">
            <a:avLst/>
          </a:prstGeo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816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  <p:sldLayoutId id="2147483953" r:id="rId18"/>
    <p:sldLayoutId id="2147483954" r:id="rId19"/>
    <p:sldLayoutId id="2147483955" r:id="rId20"/>
    <p:sldLayoutId id="2147483956" r:id="rId21"/>
    <p:sldLayoutId id="2147483957" r:id="rId22"/>
    <p:sldLayoutId id="2147483958" r:id="rId23"/>
    <p:sldLayoutId id="2147483959" r:id="rId24"/>
    <p:sldLayoutId id="2147483960" r:id="rId25"/>
    <p:sldLayoutId id="2147483961" r:id="rId26"/>
    <p:sldLayoutId id="2147483962" r:id="rId27"/>
    <p:sldLayoutId id="2147483963" r:id="rId28"/>
    <p:sldLayoutId id="2147483964" r:id="rId29"/>
    <p:sldLayoutId id="2147483965" r:id="rId30"/>
    <p:sldLayoutId id="2147483966" r:id="rId31"/>
    <p:sldLayoutId id="2147483967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38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78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1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55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86" indent="-23163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71" indent="-23163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50" indent="-23163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0967" indent="-23163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470" indent="-17288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862" indent="-17288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250" indent="-17288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642" indent="-17288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388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780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168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557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6948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334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725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114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  <a:endParaRPr lang="en-CA"/>
          </a:p>
          <a:p>
            <a:pPr lvl="2"/>
            <a:r>
              <a:rPr lang="en-CA"/>
              <a:t>Body Level Three</a:t>
            </a:r>
          </a:p>
          <a:p>
            <a:pPr lvl="3"/>
            <a:r>
              <a:rPr lang="en-CA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189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  <p:sldLayoutId id="2147483981" r:id="rId13"/>
    <p:sldLayoutId id="2147483982" r:id="rId14"/>
    <p:sldLayoutId id="2147483983" r:id="rId15"/>
    <p:sldLayoutId id="2147483984" r:id="rId16"/>
    <p:sldLayoutId id="2147483985" r:id="rId17"/>
    <p:sldLayoutId id="2147483986" r:id="rId18"/>
    <p:sldLayoutId id="2147483987" r:id="rId19"/>
    <p:sldLayoutId id="2147483988" r:id="rId20"/>
    <p:sldLayoutId id="2147483989" r:id="rId21"/>
    <p:sldLayoutId id="2147483990" r:id="rId22"/>
    <p:sldLayoutId id="2147483991" r:id="rId23"/>
    <p:sldLayoutId id="2147483992" r:id="rId24"/>
    <p:sldLayoutId id="2147483993" r:id="rId25"/>
    <p:sldLayoutId id="2147483994" r:id="rId26"/>
    <p:sldLayoutId id="2147483995" r:id="rId27"/>
    <p:sldLayoutId id="2147483996" r:id="rId28"/>
    <p:sldLayoutId id="2147483997" r:id="rId29"/>
    <p:sldLayoutId id="2147483998" r:id="rId30"/>
    <p:sldLayoutId id="2147483999" r:id="rId31"/>
    <p:sldLayoutId id="2147484000" r:id="rId32"/>
    <p:sldLayoutId id="2147484001" r:id="rId33"/>
    <p:sldLayoutId id="2147484002" r:id="rId34"/>
    <p:sldLayoutId id="2147484003" r:id="rId35"/>
    <p:sldLayoutId id="2147484004" r:id="rId36"/>
    <p:sldLayoutId id="2147484005" r:id="rId37"/>
    <p:sldLayoutId id="2147484006" r:id="rId38"/>
    <p:sldLayoutId id="2147484007" r:id="rId39"/>
    <p:sldLayoutId id="2147484008" r:id="rId40"/>
    <p:sldLayoutId id="2147484009" r:id="rId41"/>
    <p:sldLayoutId id="2147484010" r:id="rId42"/>
    <p:sldLayoutId id="2147484011" r:id="rId43"/>
    <p:sldLayoutId id="2147484012" r:id="rId44"/>
    <p:sldLayoutId id="2147484013" r:id="rId45"/>
    <p:sldLayoutId id="2147484014" r:id="rId46"/>
  </p:sldLayoutIdLst>
  <p:transition spd="med"/>
  <p:hf sldNum="0" hdr="0" ftr="0" dt="0"/>
  <p:txStyles>
    <p:titleStyle>
      <a:lvl1pPr marL="0" marR="0" indent="0" algn="l" defTabSz="1218956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Tx/>
        <a:buFont typeface="Arial" panose="020B0604020202020204" pitchFamily="34" charset="0"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1pPr>
      <a:lvl2pPr marL="163767" marR="0" indent="-163767" algn="l" defTabSz="1218956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2pPr>
      <a:lvl3pPr marL="329334" marR="0" indent="-163767" algn="l" defTabSz="1218956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3pPr>
      <a:lvl4pPr marL="493101" marR="0" indent="-163767" algn="l" defTabSz="1218956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4pPr>
      <a:lvl5pPr marL="342831" marR="0" indent="0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89" y="6400801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2" y="6400801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71814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  <p:sldLayoutId id="2147484029" r:id="rId14"/>
    <p:sldLayoutId id="2147484030" r:id="rId15"/>
    <p:sldLayoutId id="2147484031" r:id="rId16"/>
    <p:sldLayoutId id="2147484032" r:id="rId17"/>
    <p:sldLayoutId id="2147484033" r:id="rId18"/>
    <p:sldLayoutId id="2147484034" r:id="rId19"/>
    <p:sldLayoutId id="2147484035" r:id="rId20"/>
    <p:sldLayoutId id="2147484036" r:id="rId21"/>
    <p:sldLayoutId id="2147484037" r:id="rId22"/>
    <p:sldLayoutId id="2147484038" r:id="rId23"/>
    <p:sldLayoutId id="2147484039" r:id="rId24"/>
    <p:sldLayoutId id="2147484040" r:id="rId25"/>
    <p:sldLayoutId id="2147484041" r:id="rId26"/>
    <p:sldLayoutId id="2147484042" r:id="rId27"/>
    <p:sldLayoutId id="2147484043" r:id="rId28"/>
    <p:sldLayoutId id="2147484044" r:id="rId29"/>
    <p:sldLayoutId id="2147484045" r:id="rId30"/>
    <p:sldLayoutId id="2147484046" r:id="rId31"/>
    <p:sldLayoutId id="2147484047" r:id="rId32"/>
    <p:sldLayoutId id="2147484048" r:id="rId33"/>
    <p:sldLayoutId id="2147484049" r:id="rId34"/>
    <p:sldLayoutId id="2147484050" r:id="rId35"/>
    <p:sldLayoutId id="2147484051" r:id="rId36"/>
    <p:sldLayoutId id="2147484052" r:id="rId37"/>
    <p:sldLayoutId id="2147484053" r:id="rId38"/>
    <p:sldLayoutId id="2147484054" r:id="rId39"/>
    <p:sldLayoutId id="2147484055" r:id="rId40"/>
    <p:sldLayoutId id="2147484056" r:id="rId41"/>
    <p:sldLayoutId id="2147484057" r:id="rId42"/>
    <p:sldLayoutId id="2147484096" r:id="rId43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7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89" y="6383868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de-DE" sz="1333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2" y="6383868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29610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64" r:id="rId1"/>
    <p:sldLayoutId id="2147484065" r:id="rId2"/>
    <p:sldLayoutId id="2147484066" r:id="rId3"/>
    <p:sldLayoutId id="2147484067" r:id="rId4"/>
    <p:sldLayoutId id="2147484068" r:id="rId5"/>
    <p:sldLayoutId id="2147484069" r:id="rId6"/>
    <p:sldLayoutId id="2147484070" r:id="rId7"/>
    <p:sldLayoutId id="2147484071" r:id="rId8"/>
    <p:sldLayoutId id="2147484072" r:id="rId9"/>
    <p:sldLayoutId id="2147484073" r:id="rId10"/>
    <p:sldLayoutId id="2147484074" r:id="rId11"/>
    <p:sldLayoutId id="2147484075" r:id="rId12"/>
    <p:sldLayoutId id="2147484076" r:id="rId13"/>
    <p:sldLayoutId id="2147484077" r:id="rId14"/>
    <p:sldLayoutId id="2147484078" r:id="rId15"/>
    <p:sldLayoutId id="2147484079" r:id="rId16"/>
    <p:sldLayoutId id="2147484080" r:id="rId17"/>
    <p:sldLayoutId id="2147484081" r:id="rId18"/>
    <p:sldLayoutId id="2147484082" r:id="rId19"/>
    <p:sldLayoutId id="2147484083" r:id="rId20"/>
    <p:sldLayoutId id="2147484084" r:id="rId21"/>
    <p:sldLayoutId id="2147484085" r:id="rId22"/>
    <p:sldLayoutId id="2147484086" r:id="rId23"/>
    <p:sldLayoutId id="2147484087" r:id="rId24"/>
    <p:sldLayoutId id="2147484088" r:id="rId25"/>
    <p:sldLayoutId id="2147484089" r:id="rId26"/>
    <p:sldLayoutId id="2147484090" r:id="rId27"/>
    <p:sldLayoutId id="2147484091" r:id="rId28"/>
    <p:sldLayoutId id="2147484092" r:id="rId29"/>
    <p:sldLayoutId id="2147484093" r:id="rId30"/>
    <p:sldLayoutId id="2147484094" r:id="rId31"/>
    <p:sldLayoutId id="2147484095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Snowflake Migration Pipeline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DevOps &amp; CI/CD Demo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73027"/>
            <a:ext cx="6134100" cy="2923877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1.  Architecture Overview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2.  Project Structure &amp; </a:t>
            </a:r>
            <a:r>
              <a:rPr dirty="0" err="1"/>
              <a:t>Schemachange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3.  CI/CD Pipeline &amp; Branching Strategy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4.  Deployment Workflow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5.  Data Flow (Bronze / Silver / Gold)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6.  Governance &amp; Data Quality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7.  Rollback &amp; Disaster Recovery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8.  Monitoring &amp; Incident Response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9.  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5263"/>
            <a:ext cx="11430000" cy="1856683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3181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9EDC"/>
                </a:solidFill>
              </a:defRPr>
            </a:pPr>
            <a:r>
              <a:t>GitHub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89010"/>
            <a:ext cx="182880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4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feature/*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89010"/>
            <a:ext cx="182880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4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develop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889010"/>
            <a:ext cx="182880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4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release/*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889010"/>
            <a:ext cx="182880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4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889010"/>
            <a:ext cx="182880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4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v* (tag)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1644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32B"/>
                </a:solidFill>
              </a:defRPr>
            </a:pPr>
            <a:r>
              <a:t>PR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1644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32B"/>
                </a:solidFill>
              </a:defRPr>
            </a:pPr>
            <a:r>
              <a:t>PR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91644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32B"/>
                </a:solidFill>
              </a:defRPr>
            </a:pPr>
            <a:r>
              <a:t>PR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91644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32B"/>
                </a:solidFill>
              </a:defRPr>
            </a:pPr>
            <a:r>
              <a:t>tag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20530"/>
            <a:ext cx="1828800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CI: Lint &amp; 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620530"/>
            <a:ext cx="1828800" cy="4572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Deploy to QA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620530"/>
            <a:ext cx="1828800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Deploy to PreProd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620530"/>
            <a:ext cx="1828800" cy="4572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Deploy to Prod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577840" y="3123450"/>
            <a:ext cx="320040" cy="320040"/>
          </a:xfrm>
          <a:prstGeom prst="downArrow">
            <a:avLst/>
          </a:prstGeom>
          <a:solidFill>
            <a:srgbClr val="249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7772400" y="3123450"/>
            <a:ext cx="320040" cy="320040"/>
          </a:xfrm>
          <a:prstGeom prst="downArrow">
            <a:avLst/>
          </a:prstGeom>
          <a:solidFill>
            <a:srgbClr val="249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9966960" y="3123450"/>
            <a:ext cx="320040" cy="320040"/>
          </a:xfrm>
          <a:prstGeom prst="downArrow">
            <a:avLst/>
          </a:prstGeom>
          <a:solidFill>
            <a:srgbClr val="249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5760" y="3570619"/>
            <a:ext cx="11430000" cy="2506796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5706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9EDC"/>
                </a:solidFill>
              </a:defRPr>
            </a:pPr>
            <a:r>
              <a:t>Snowflake (KXAXARZ-GW22129)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7818"/>
            <a:ext cx="3291840" cy="109728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0735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SSOM_COCO_DB_QA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9357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EE"/>
                </a:solidFill>
              </a:defRPr>
            </a:pPr>
            <a:r>
              <a:t>BRONZE | SILVER | GOLD</a:t>
            </a:r>
            <a:br/>
            <a:r>
              <a:t>GOVERNANCE | METADATA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027818"/>
            <a:ext cx="3291840" cy="109728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60" y="40735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SSOM_COCO_DB_PREPROD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39357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EE"/>
                </a:solidFill>
              </a:defRPr>
            </a:pPr>
            <a:r>
              <a:t>BRONZE | SILVER | GOLD</a:t>
            </a:r>
            <a:br/>
            <a:r>
              <a:t>GOVERNANCE | METADATA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027818"/>
            <a:ext cx="3291840" cy="10972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79" y="40735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SSOM_COCO_DB_PROD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39357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EE"/>
                </a:solidFill>
              </a:defRPr>
            </a:pPr>
            <a:r>
              <a:t>BRONZE | SILVER | GOLD</a:t>
            </a:r>
            <a:br/>
            <a:r>
              <a:t>GOVERNANCE | METADATA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07979"/>
            <a:ext cx="10789920" cy="41148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0">
                <a:solidFill>
                  <a:srgbClr val="EEEEEE"/>
                </a:solidFill>
              </a:defRPr>
            </a:pPr>
            <a:r>
              <a:t>Shared Warehouse: COMPUTE_WH  |  XS  |  Auto-Suspend 60s  |  Auto-Resume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Structure (banking/)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714500"/>
            <a:ext cx="7941527" cy="2277547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_platform/        V1.0.0   Schema creation (BRONZE, SILVER, GOLD, etc.)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bronze/retail/    V1.1.0   Raw landing tables (</a:t>
            </a:r>
            <a:r>
              <a:rPr dirty="0" err="1"/>
              <a:t>T_Customer</a:t>
            </a:r>
            <a:r>
              <a:rPr dirty="0"/>
              <a:t>, </a:t>
            </a:r>
            <a:r>
              <a:rPr dirty="0" err="1"/>
              <a:t>T_Account</a:t>
            </a:r>
            <a:r>
              <a:rPr dirty="0"/>
              <a:t>, </a:t>
            </a:r>
            <a:r>
              <a:rPr dirty="0" err="1"/>
              <a:t>T_Transaction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silver/retail/    V1.2.0   Dimension tables + R__ procedures (SCD-2, SCD-1)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gold/retail/      V1.3.0   Fact tables + R__ procedures + R__ views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orchestration/    R__      </a:t>
            </a:r>
            <a:r>
              <a:rPr dirty="0" err="1"/>
              <a:t>Daily_ETL_Run</a:t>
            </a:r>
            <a:r>
              <a:rPr dirty="0"/>
              <a:t>() + Ingestion Tasks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reference/        R__      Seed data, Iceberg/Parquet objects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governance/       V1.4-5   Masking policies + Data quality + R__ procedures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Schemachange: Migration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84178"/>
            <a:ext cx="7239000" cy="2546851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V (Versioned) — Runs exactly once, in version order</a:t>
            </a:r>
          </a:p>
          <a:p>
            <a:pPr>
              <a:spcAft>
                <a:spcPts val="300"/>
              </a:spcAft>
              <a:defRPr sz="1400">
                <a:solidFill>
                  <a:srgbClr val="666666"/>
                </a:solidFill>
              </a:defRPr>
            </a:pPr>
            <a:r>
              <a:rPr dirty="0"/>
              <a:t>    Tables, schemas, one-time DDL</a:t>
            </a:r>
          </a:p>
          <a:p>
            <a:pPr>
              <a:spcAft>
                <a:spcPts val="300"/>
              </a:spcAft>
              <a:defRPr sz="1400">
                <a:solidFill>
                  <a:srgbClr val="666666"/>
                </a:solidFill>
              </a:defRPr>
            </a:pPr>
            <a:r>
              <a:rPr dirty="0"/>
              <a:t>    Tracked in METADATA.SCHEMACHANGE_HISTORY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R (Repeatable) — Re-runs when file content changes (checksum)</a:t>
            </a:r>
          </a:p>
          <a:p>
            <a:pPr>
              <a:spcAft>
                <a:spcPts val="300"/>
              </a:spcAft>
              <a:defRPr sz="1400">
                <a:solidFill>
                  <a:srgbClr val="666666"/>
                </a:solidFill>
              </a:defRPr>
            </a:pPr>
            <a:r>
              <a:rPr dirty="0"/>
              <a:t>    Procedures, views, policies, orchestration</a:t>
            </a:r>
          </a:p>
          <a:p>
            <a:pPr>
              <a:spcAft>
                <a:spcPts val="300"/>
              </a:spcAft>
              <a:defRPr sz="1400">
                <a:solidFill>
                  <a:srgbClr val="666666"/>
                </a:solidFill>
              </a:defRPr>
            </a:pPr>
            <a:r>
              <a:rPr dirty="0"/>
              <a:t>    Idempotent: CREATE OR REPLACE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A (Always) — Runs on every deployment</a:t>
            </a:r>
          </a:p>
          <a:p>
            <a:pPr>
              <a:spcAft>
                <a:spcPts val="300"/>
              </a:spcAft>
              <a:defRPr sz="1400">
                <a:solidFill>
                  <a:srgbClr val="666666"/>
                </a:solidFill>
              </a:defRPr>
            </a:pPr>
            <a:r>
              <a:rPr dirty="0"/>
              <a:t>    Grants, future privileges</a:t>
            </a:r>
          </a:p>
          <a:p>
            <a:pPr>
              <a:spcAft>
                <a:spcPts val="300"/>
              </a:spcAft>
              <a:defRPr sz="1400">
                <a:solidFill>
                  <a:srgbClr val="666666"/>
                </a:solidFill>
              </a:defRPr>
            </a:pPr>
            <a:r>
              <a:rPr dirty="0"/>
              <a:t>    Ensures permissions are always correct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Versioned Migration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95329"/>
            <a:ext cx="7239000" cy="2923877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V1.0.0   </a:t>
            </a:r>
            <a:r>
              <a:rPr dirty="0" err="1"/>
              <a:t>setup_schemas</a:t>
            </a:r>
            <a:r>
              <a:rPr dirty="0"/>
              <a:t>         — Create all schemas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V1.1.0   </a:t>
            </a:r>
            <a:r>
              <a:rPr dirty="0" err="1"/>
              <a:t>bronze_tables</a:t>
            </a:r>
            <a:r>
              <a:rPr dirty="0"/>
              <a:t>         — Bronze layer tables, stages, streams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V1.2.0   </a:t>
            </a:r>
            <a:r>
              <a:rPr dirty="0" err="1"/>
              <a:t>silver_tables</a:t>
            </a:r>
            <a:r>
              <a:rPr dirty="0"/>
              <a:t>         — Silver dimension tables (SCD-2 ready)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V1.3.0   </a:t>
            </a:r>
            <a:r>
              <a:rPr dirty="0" err="1"/>
              <a:t>gold_tables</a:t>
            </a:r>
            <a:r>
              <a:rPr dirty="0"/>
              <a:t>           — Gold fact tables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V1.4.0   </a:t>
            </a:r>
            <a:r>
              <a:rPr dirty="0" err="1"/>
              <a:t>masking_policies</a:t>
            </a:r>
            <a:r>
              <a:rPr dirty="0"/>
              <a:t>      — Governance masking policy setup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V1.5.0   </a:t>
            </a:r>
            <a:r>
              <a:rPr dirty="0" err="1"/>
              <a:t>data_quality</a:t>
            </a:r>
            <a:r>
              <a:rPr dirty="0"/>
              <a:t>          — DATA_QUALITY_LOG table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Then: All R__ scripts (procedures, views, orchestration, seed data)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Then: All A__ scripts (grants)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CI/CD Pipeline Stages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1703906"/>
            <a:ext cx="2560320" cy="1005840"/>
          </a:xfrm>
          <a:prstGeom prst="chevron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SQL Lint</a:t>
            </a:r>
            <a:br/>
            <a:r>
              <a:t>(sqlfluff)</a:t>
            </a:r>
          </a:p>
        </p:txBody>
      </p:sp>
      <p:sp>
        <p:nvSpPr>
          <p:cNvPr id="4" name="Chevron 3"/>
          <p:cNvSpPr/>
          <p:nvPr/>
        </p:nvSpPr>
        <p:spPr>
          <a:xfrm>
            <a:off x="3127248" y="1703906"/>
            <a:ext cx="2560320" cy="1005840"/>
          </a:xfrm>
          <a:prstGeom prst="chevron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Deploy</a:t>
            </a:r>
            <a:br/>
            <a:r>
              <a:t>(schemachange)</a:t>
            </a:r>
          </a:p>
        </p:txBody>
      </p:sp>
      <p:sp>
        <p:nvSpPr>
          <p:cNvPr id="5" name="Chevron 4"/>
          <p:cNvSpPr/>
          <p:nvPr/>
        </p:nvSpPr>
        <p:spPr>
          <a:xfrm>
            <a:off x="5797296" y="1703906"/>
            <a:ext cx="2560320" cy="1005840"/>
          </a:xfrm>
          <a:prstGeom prst="chevron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Smoke Tests</a:t>
            </a:r>
            <a:br/>
            <a:r>
              <a:t>(object exists)</a:t>
            </a:r>
          </a:p>
        </p:txBody>
      </p:sp>
      <p:sp>
        <p:nvSpPr>
          <p:cNvPr id="6" name="Chevron 5"/>
          <p:cNvSpPr/>
          <p:nvPr/>
        </p:nvSpPr>
        <p:spPr>
          <a:xfrm>
            <a:off x="8467344" y="1703906"/>
            <a:ext cx="2560320" cy="1005840"/>
          </a:xfrm>
          <a:prstGeom prst="chevron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Integration</a:t>
            </a:r>
            <a:br/>
            <a:r>
              <a:t>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029786"/>
            <a:ext cx="11430000" cy="35661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07550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Workflow Triggers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32706"/>
            <a:ext cx="3840480" cy="45720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PR to develop / release/* /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53270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3532706"/>
            <a:ext cx="2560320" cy="45720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ci.yml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53270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532706"/>
            <a:ext cx="3200400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Lint &amp; Validate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81346"/>
            <a:ext cx="3840480" cy="45720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Push to release/*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08134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081346"/>
            <a:ext cx="2560320" cy="45720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deploy-qa.yml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08134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4081346"/>
            <a:ext cx="3200400" cy="4572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Deploy to QA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29986"/>
            <a:ext cx="3840480" cy="45720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Push to 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62998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148C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4629986"/>
            <a:ext cx="2560320" cy="45720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deploy-preprod.yml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62998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148C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4629986"/>
            <a:ext cx="3200400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Deploy to PreProd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78626"/>
            <a:ext cx="3840480" cy="45720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Tag v* or manual 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17862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5178626"/>
            <a:ext cx="2560320" cy="45720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deploy-prod.yml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517862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5178626"/>
            <a:ext cx="3200400" cy="4572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Deploy to Prod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9302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7777"/>
                </a:solidFill>
              </a:defRPr>
            </a:pPr>
            <a:r>
              <a:t>Concurrency: One deploy per environment at a time  |  Never cancel in-flight deploys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Git Branching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714500"/>
            <a:ext cx="6134100" cy="2600712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feature/*  — Development work, PR to develop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develop    — Integration branch, CI lint on PR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release/*  — Release candidate, auto-deploys to QA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main       — Stable, auto-deploys to Pre-PROD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v* tags    — Production releases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Hotfix: branch from main → fix → PR to main → tag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Concurrency: One deploy per environment at a time (no cancel)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Deployment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714500"/>
            <a:ext cx="7160941" cy="2277547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1.  </a:t>
            </a:r>
            <a:r>
              <a:rPr dirty="0" err="1"/>
              <a:t>deploy_schemachange.sh</a:t>
            </a:r>
            <a:r>
              <a:rPr dirty="0"/>
              <a:t> reads </a:t>
            </a:r>
            <a:r>
              <a:rPr dirty="0" err="1"/>
              <a:t>environments.yml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2.  Resolves database, warehouse, connection for target env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3.  Authenticates via RSA private key (key-pair, no password)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4.  Runs: </a:t>
            </a:r>
            <a:r>
              <a:rPr dirty="0" err="1"/>
              <a:t>schemachange</a:t>
            </a:r>
            <a:r>
              <a:rPr dirty="0"/>
              <a:t> deploy --root-folder banking/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5.  Passes Jinja vars: {{database}}, {{warehouse}}, {{role}}, {{environment}}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6.  Tracks state in &lt;DB&gt;.METADATA.SCHEMACHANGE_HISTORY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7.  Only applies unapplied migrations (idempotent re-runs safe)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Flow: Medallion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4337" y="1374943"/>
            <a:ext cx="5760720" cy="5486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Source Files (CSV / Parquet / Iceberg)</a:t>
            </a:r>
          </a:p>
        </p:txBody>
      </p:sp>
      <p:sp>
        <p:nvSpPr>
          <p:cNvPr id="4" name="Down Arrow 3"/>
          <p:cNvSpPr/>
          <p:nvPr/>
        </p:nvSpPr>
        <p:spPr>
          <a:xfrm>
            <a:off x="3889546" y="1969303"/>
            <a:ext cx="411480" cy="320040"/>
          </a:xfrm>
          <a:prstGeom prst="downArrow">
            <a:avLst/>
          </a:prstGeom>
          <a:solidFill>
            <a:srgbClr val="249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335063"/>
            <a:ext cx="7315200" cy="11887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3506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D7F32"/>
                </a:solidFill>
              </a:defRPr>
            </a:pPr>
            <a:r>
              <a:t>BRONZE (Raw Landing)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5103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T_Customer  |  T_Account  |  T_Transaction</a:t>
            </a:r>
            <a:br/>
            <a:r>
              <a:t>Loaded via: Stage → Stream → Tasks (CSV) or COPY INTO (Parquet/Iceberg)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335063"/>
            <a:ext cx="3383280" cy="50292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Stage → Stream → Task (CSV)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929423"/>
            <a:ext cx="3383280" cy="50292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COPY INTO (Parquet / Iceberg)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840480" y="3569503"/>
            <a:ext cx="411480" cy="320040"/>
          </a:xfrm>
          <a:prstGeom prst="downArrow">
            <a:avLst/>
          </a:prstGeom>
          <a:solidFill>
            <a:srgbClr val="249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352378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Cleanse_Bronze_Data() → trim, dedup, normalize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5263"/>
            <a:ext cx="7315200" cy="11887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93526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57575"/>
                </a:solidFill>
              </a:defRPr>
            </a:pPr>
            <a:r>
              <a:t>SILVER (Conformed Dimensions)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5303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DimCustomer (SCD-2)  |  DimAccount (SCD-1)</a:t>
            </a:r>
            <a:br/>
            <a:r>
              <a:t>DimTransactionType  |  DimDate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935263"/>
            <a:ext cx="3383280" cy="50292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Close + Insert DimCustomer (SCD-2)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529623"/>
            <a:ext cx="3383280" cy="50292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Load_DimAccount_SCD1()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840480" y="5169703"/>
            <a:ext cx="411480" cy="320040"/>
          </a:xfrm>
          <a:prstGeom prst="downArrow">
            <a:avLst/>
          </a:prstGeom>
          <a:solidFill>
            <a:srgbClr val="249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512398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Load_FactDailyTransaction()  |  Load_FactDailyAgg()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5463"/>
            <a:ext cx="7315200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53546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AA520"/>
                </a:solidFill>
              </a:defRPr>
            </a:pPr>
            <a:r>
              <a:t>GOLD (Business Facts &amp; Analytics)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5503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FactDailyTransaction  |  FactDailyAgg</a:t>
            </a:r>
            <a:br/>
            <a:r>
              <a:t>Views: MonthlySpendProfile  |  TxnTypeTrend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535463"/>
            <a:ext cx="3383280" cy="50292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Streamlit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6129823"/>
            <a:ext cx="3383280" cy="50292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Reporting &amp;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ETL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77525"/>
            <a:ext cx="6915615" cy="3247043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 err="1"/>
              <a:t>Daily_ETL_Run</a:t>
            </a:r>
            <a:r>
              <a:rPr dirty="0"/>
              <a:t>() — Master orchestrator procedure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1. Calls </a:t>
            </a:r>
            <a:r>
              <a:rPr dirty="0" err="1"/>
              <a:t>Cleanse_Bronze_Data</a:t>
            </a:r>
            <a:r>
              <a:rPr dirty="0"/>
              <a:t>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2. Calls </a:t>
            </a:r>
            <a:r>
              <a:rPr dirty="0" err="1"/>
              <a:t>Run_Data_Quality_Checks</a:t>
            </a:r>
            <a:r>
              <a:rPr dirty="0"/>
              <a:t>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3. Calls Silver dimension loaders (SCD-2, SCD-1)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4. Calls Gold fact loaders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Ingestion Tasks (Snowflake Tasks):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TASK_LOAD_CUSTOMER   — triggered by stream on stage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TASK_LOAD_ACCOUNT    — triggered by stream on stage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TASK_LOAD_TRANSACTION — triggered by stream on stage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Governance &amp;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84178"/>
            <a:ext cx="7439722" cy="2923877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Masking Policies (column-level security):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MASK_NAME, MASK_EMAIL, MASK_PHONE, MASK_LOCATION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MASK_FINANCIAL_ID, MASK_AMOUNT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Visible to SYSADMIN/ACCOUNTADMIN only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Data Quality Framework: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</a:t>
            </a:r>
            <a:r>
              <a:rPr dirty="0" err="1"/>
              <a:t>Run_Data_Quality_Checks</a:t>
            </a:r>
            <a:r>
              <a:rPr dirty="0"/>
              <a:t>() — NULL checks, FK refs, duplicates, email format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Results logged to GOVERNANCE.DATA_QUALITY_LOG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Severity levels: ERROR, WARNING, INFO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Secrets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714500"/>
            <a:ext cx="6134100" cy="2923877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Authentication: RSA Key-Pair (no passwords in CI)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Key stored as GitHub Secret: SNOWFLAKE_PRIVATE_KEY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Written to ~/.snowflake/ci_key.p8 at deploy time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Key Rotation: Every 90 days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1. Generate new key pair (</a:t>
            </a:r>
            <a:r>
              <a:rPr dirty="0" err="1"/>
              <a:t>openssl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2. Register via RSA_PUBLIC_KEY_2 (zero-downtime)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3. Update GitHub secret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4. Verify CI passes, then swap keys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Environment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66373"/>
            <a:ext cx="6558776" cy="2923877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Single source of truth: </a:t>
            </a:r>
            <a:r>
              <a:rPr dirty="0" err="1"/>
              <a:t>environments.yml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dev       </a:t>
            </a:r>
            <a:r>
              <a:rPr lang="en-CA" dirty="0"/>
              <a:t>     </a:t>
            </a:r>
            <a:r>
              <a:rPr dirty="0"/>
              <a:t>→  SSOM_COCO_DB           </a:t>
            </a:r>
            <a:r>
              <a:rPr lang="en-CA" dirty="0"/>
              <a:t>             </a:t>
            </a:r>
            <a:r>
              <a:rPr dirty="0"/>
              <a:t>(manual deploy)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</a:t>
            </a:r>
            <a:r>
              <a:rPr dirty="0" err="1"/>
              <a:t>qa</a:t>
            </a:r>
            <a:r>
              <a:rPr dirty="0"/>
              <a:t>        </a:t>
            </a:r>
            <a:r>
              <a:rPr lang="en-CA" dirty="0"/>
              <a:t>      </a:t>
            </a:r>
            <a:r>
              <a:rPr dirty="0"/>
              <a:t>→  SSOM_COCO_DB_QA        </a:t>
            </a:r>
            <a:r>
              <a:rPr lang="en-CA" dirty="0"/>
              <a:t>        </a:t>
            </a:r>
            <a:r>
              <a:rPr dirty="0"/>
              <a:t>(push to release/*)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preprod   →  SSOM_COCO_DB_PREPROD   (push to main)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prod      </a:t>
            </a:r>
            <a:r>
              <a:rPr lang="en-CA" dirty="0"/>
              <a:t>   </a:t>
            </a:r>
            <a:r>
              <a:rPr dirty="0"/>
              <a:t>→  SSOM_COCO_DB_PROD      </a:t>
            </a:r>
            <a:r>
              <a:rPr lang="en-CA" dirty="0"/>
              <a:t>     </a:t>
            </a:r>
            <a:r>
              <a:rPr dirty="0"/>
              <a:t>(tag v* or manual)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All share COMPUTE_WH (XS, auto-suspend 60s)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Adding new env: add to YAML → create DB → deploy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Rollback &amp;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77525"/>
            <a:ext cx="7986132" cy="3340524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Automated Rollback (Prod):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</a:t>
            </a:r>
            <a:r>
              <a:rPr dirty="0" err="1"/>
              <a:t>gh</a:t>
            </a:r>
            <a:r>
              <a:rPr dirty="0"/>
              <a:t> workflow run deploy-</a:t>
            </a:r>
            <a:r>
              <a:rPr dirty="0" err="1"/>
              <a:t>prod.yml</a:t>
            </a:r>
            <a:r>
              <a:rPr dirty="0"/>
              <a:t> -f action=rollback -f </a:t>
            </a:r>
            <a:r>
              <a:rPr dirty="0" err="1"/>
              <a:t>rollback_version</a:t>
            </a:r>
            <a:r>
              <a:rPr dirty="0"/>
              <a:t>=v1.2.0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 err="1"/>
              <a:t>Schemachange</a:t>
            </a:r>
            <a:r>
              <a:rPr dirty="0"/>
              <a:t> Rollback Strategies: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Fix-forward: new V migration that reverts changes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Manual revert: ALTER/DROP + update change history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Full redeploy: DROP DB → </a:t>
            </a:r>
            <a:r>
              <a:rPr dirty="0" err="1"/>
              <a:t>schemachange</a:t>
            </a:r>
            <a:r>
              <a:rPr dirty="0"/>
              <a:t> from scratch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Snowflake Time Travel: UNDROP TABLE, AT(OFFSET =&gt; -3600)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Database Cloning: CREATE DATABASE ... CLONE ... for testing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Monitoring &amp; 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66373"/>
            <a:ext cx="8220307" cy="3641607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Post-Deploy Checks: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Smoke tests: schema/object existence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Integration tests: object counts, procedure calls, policies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Severity Levels: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SEV1: Data loss/corruption → Immediate rollback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SEV2: Pipeline broken → 30 min response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SEV3: Non-prod issue → 4 hour response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SEV4: Cosmetic → Next sprint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Playbook: ASSESS → CONTAIN (suspend tasks) → ROLLBACK → VALIDATE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55222"/>
            <a:ext cx="6748346" cy="3570208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CI (every PR):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</a:t>
            </a:r>
            <a:r>
              <a:rPr dirty="0" err="1"/>
              <a:t>sqlfluff</a:t>
            </a:r>
            <a:r>
              <a:rPr dirty="0"/>
              <a:t> lint — Snowflake dialect, custom rules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Script validation — naming conventions, non-empty files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</a:t>
            </a:r>
            <a:r>
              <a:rPr dirty="0" err="1"/>
              <a:t>shellcheck</a:t>
            </a:r>
            <a:r>
              <a:rPr dirty="0"/>
              <a:t> — deployment script quality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Post-Deploy: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Smoke tests — all objects created?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Integration tests — counts, procedures, policies work?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Data Quality: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</a:t>
            </a:r>
            <a:r>
              <a:rPr dirty="0" err="1"/>
              <a:t>Run_Data_Quality_Checks</a:t>
            </a:r>
            <a:r>
              <a:rPr dirty="0"/>
              <a:t>() — automated after ETL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88676"/>
            <a:ext cx="6536473" cy="2600712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Cloud DW:        Snowflake (Medallion Architecture)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Migration Tool:  </a:t>
            </a:r>
            <a:r>
              <a:rPr dirty="0" err="1"/>
              <a:t>schemachange</a:t>
            </a:r>
            <a:r>
              <a:rPr dirty="0"/>
              <a:t> (version-controlled DB migrations)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CI/CD:           GitHub Actions (4 workflows)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Auth:            RSA Key-Pair (JWT, no passwords)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Linting:         </a:t>
            </a:r>
            <a:r>
              <a:rPr dirty="0" err="1"/>
              <a:t>sqlfluff</a:t>
            </a:r>
            <a:r>
              <a:rPr dirty="0"/>
              <a:t> (Snowflake dialect)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Templating:      Jinja2 (multi-environment support)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Dashboard:       </a:t>
            </a:r>
            <a:r>
              <a:rPr dirty="0" err="1"/>
              <a:t>Streamlit</a:t>
            </a:r>
            <a:r>
              <a:rPr dirty="0"/>
              <a:t> (local analytics)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Source Control:  Git (feature → develop → release → main → tag)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Demo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95329"/>
            <a:ext cx="6380356" cy="2923877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1.  Show </a:t>
            </a:r>
            <a:r>
              <a:rPr dirty="0" err="1"/>
              <a:t>environments.yml</a:t>
            </a:r>
            <a:r>
              <a:rPr dirty="0"/>
              <a:t> and </a:t>
            </a:r>
            <a:r>
              <a:rPr dirty="0" err="1"/>
              <a:t>schemachange-config.yml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2.  Run: </a:t>
            </a:r>
            <a:r>
              <a:rPr dirty="0" err="1"/>
              <a:t>deploy_schemachange.sh</a:t>
            </a:r>
            <a:r>
              <a:rPr dirty="0"/>
              <a:t> --env=dev --dry-run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3.  Deploy to dev: </a:t>
            </a:r>
            <a:r>
              <a:rPr dirty="0" err="1"/>
              <a:t>deploy_schemachange.sh</a:t>
            </a:r>
            <a:r>
              <a:rPr dirty="0"/>
              <a:t> --env=dev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4.  Run smoke tests: </a:t>
            </a:r>
            <a:r>
              <a:rPr dirty="0" err="1"/>
              <a:t>run_smoke_tests.sh</a:t>
            </a:r>
            <a:r>
              <a:rPr dirty="0"/>
              <a:t> --env=dev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5.  Load data: </a:t>
            </a:r>
            <a:r>
              <a:rPr dirty="0" err="1"/>
              <a:t>run_historical.sh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6.  Query medallion layers in Snowflake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7.  Show masking policy in action (switch roles)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8.  Trigger CI via PR (</a:t>
            </a:r>
            <a:r>
              <a:rPr dirty="0" err="1"/>
              <a:t>sqlfluff</a:t>
            </a:r>
            <a:r>
              <a:rPr dirty="0"/>
              <a:t> + validation)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9.  Show SCHEMACHANGE_HISTORY table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 Bar"/>
          <p:cNvSpPr/>
          <p:nvPr/>
        </p:nvSpPr>
        <p:spPr>
          <a:xfrm>
            <a:off x="0" y="10352"/>
            <a:ext cx="12191999" cy="1290819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706481"/>
            <a:ext cx="6134100" cy="2277547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Fully automated CI/CD: commit → lint → deploy → test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Environment parity via Jinja templating + </a:t>
            </a:r>
            <a:r>
              <a:rPr dirty="0" err="1"/>
              <a:t>environments.yml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Idempotent migrations: V (once) + R (on change) + A (always)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Zero-password auth: RSA key-pair with 90-day rotation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Built-in governance: column masking + data quality checks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Rollback ready: automated + Time Travel + DB cloning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Observable: smoke tests, integration tests, quality logs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365" y="3241848"/>
            <a:ext cx="3349513" cy="884103"/>
          </a:xfrm>
        </p:spPr>
        <p:txBody>
          <a:bodyPr/>
          <a:lstStyle/>
          <a:p>
            <a:pPr>
              <a:defRPr sz="4000"/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7_Plex" id="{95415CFD-B8C5-A64E-9B33-327FB66EA919}" vid="{53F516D8-807B-3648-BBAC-1A335BDA2B4F}"/>
    </a:ext>
  </a:extLst>
</a:theme>
</file>

<file path=ppt/theme/theme2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sample_layouts_v_1_6_Plex.pptx" id="{204C4AD1-4225-FF43-9DF0-33AB212F5F6A}" vid="{AC0AD99D-B0EC-6A47-BE1D-AB1B22763064}"/>
    </a:ext>
  </a:extLst>
</a:theme>
</file>

<file path=ppt/theme/theme3.xml><?xml version="1.0" encoding="utf-8"?>
<a:theme xmlns:a="http://schemas.openxmlformats.org/drawingml/2006/main" name="7_IBM 2019 Master template (black background)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7" id="{D619B92C-D0DD-1E41-AF7B-B6B40879477C}" vid="{83FEE5BC-27A4-954C-A20E-3F2E0DF30EC5}"/>
    </a:ext>
  </a:extLst>
</a:theme>
</file>

<file path=ppt/theme/theme4.xml><?xml version="1.0" encoding="utf-8"?>
<a:theme xmlns:a="http://schemas.openxmlformats.org/drawingml/2006/main" name="IBM 2019 Master template (black background)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7" id="{D619B92C-D0DD-1E41-AF7B-B6B40879477C}" vid="{83FEE5BC-27A4-954C-A20E-3F2E0DF30EC5}"/>
    </a:ext>
  </a:extLst>
</a:theme>
</file>

<file path=ppt/theme/theme5.xml><?xml version="1.0" encoding="utf-8"?>
<a:theme xmlns:a="http://schemas.openxmlformats.org/drawingml/2006/main" name="2_IBM 2020 Master template (black background)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12771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Presentation_Enablement_Template_Arial_2021-Mar-01" id="{1A565672-DFC6-C94C-A613-015F0235D994}" vid="{78DE6C47-EB7F-714F-9662-FFA04EBC10D7}"/>
    </a:ext>
  </a:extLst>
</a:theme>
</file>

<file path=ppt/theme/theme6.xml><?xml version="1.0" encoding="utf-8"?>
<a:theme xmlns:a="http://schemas.openxmlformats.org/drawingml/2006/main" name="blk_background_2017">
  <a:themeElements>
    <a:clrScheme name="Custom 49">
      <a:dk1>
        <a:srgbClr val="000000"/>
      </a:dk1>
      <a:lt1>
        <a:srgbClr val="000000"/>
      </a:lt1>
      <a:dk2>
        <a:srgbClr val="EAEAEA"/>
      </a:dk2>
      <a:lt2>
        <a:srgbClr val="FFFFFF"/>
      </a:lt2>
      <a:accent1>
        <a:srgbClr val="8F8B8B"/>
      </a:accent1>
      <a:accent2>
        <a:srgbClr val="0F6FFF"/>
      </a:accent2>
      <a:accent3>
        <a:srgbClr val="20D5D2"/>
      </a:accent3>
      <a:accent4>
        <a:srgbClr val="8F8B8B"/>
      </a:accent4>
      <a:accent5>
        <a:srgbClr val="6E177D"/>
      </a:accent5>
      <a:accent6>
        <a:srgbClr val="DB2663"/>
      </a:accent6>
      <a:hlink>
        <a:srgbClr val="0F6FFF"/>
      </a:hlink>
      <a:folHlink>
        <a:srgbClr val="E0E0E0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0 S&amp;S-SaaS template Perla slides " id="{18B54734-DB81-184D-93C8-16A1D7962D87}" vid="{E910A993-D831-2146-9A6F-D9B8F08B5D74}"/>
    </a:ext>
  </a:extLst>
</a:theme>
</file>

<file path=ppt/theme/theme7.xml><?xml version="1.0" encoding="utf-8"?>
<a:theme xmlns:a="http://schemas.openxmlformats.org/drawingml/2006/main" name="17_IBM 2019 Master template (black background)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7" id="{D619B92C-D0DD-1E41-AF7B-B6B40879477C}" vid="{83FEE5BC-27A4-954C-A20E-3F2E0DF30EC5}"/>
    </a:ext>
  </a:extLst>
</a:theme>
</file>

<file path=ppt/theme/theme8.xml><?xml version="1.0" encoding="utf-8"?>
<a:theme xmlns:a="http://schemas.openxmlformats.org/drawingml/2006/main" name="19_IBM 2019 Master template (black background)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7" id="{D619B92C-D0DD-1E41-AF7B-B6B40879477C}" vid="{83FEE5BC-27A4-954C-A20E-3F2E0DF30EC5}"/>
    </a:ext>
  </a:extLst>
</a:theme>
</file>

<file path=ppt/theme/theme9.xml><?xml version="1.0" encoding="utf-8"?>
<a:theme xmlns:a="http://schemas.openxmlformats.org/drawingml/2006/main" name="IBM presentation enablement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327600" marR="0" indent="-3276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Char char="•"/>
          <a:tabLst/>
          <a:defRPr kumimoji="0" sz="20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algn="l" defTabSz="2438400">
          <a:buSzPct val="100000"/>
          <a:defRPr sz="2400" dirty="0" smtClean="0">
            <a:cs typeface="Arial" panose="020B0604020202020204" pitchFamily="34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461DE280-6773-3240-A149-7E3C0A49F9FC}" vid="{119F70B9-3B70-5545-8722-9A4DAAA12CBF}"/>
    </a:ext>
  </a:extLst>
</a:theme>
</file>

<file path=ppt/theme/theme10.xml><?xml version="1.0" encoding="utf-8"?>
<a:theme xmlns:a="http://schemas.openxmlformats.org/drawingml/2006/main" name="3_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Apresentação1" id="{F8F070C5-8E27-0E40-8060-0751D3E3B941}" vid="{3D1E2580-CDCB-B94D-88D9-A25308E26F91}"/>
    </a:ext>
  </a:extLst>
</a:theme>
</file>

<file path=ppt/theme/theme11.xml><?xml version="1.0" encoding="utf-8"?>
<a:theme xmlns:a="http://schemas.openxmlformats.org/drawingml/2006/main" name="9_IBM 2019 Master template (black background)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7" id="{D619B92C-D0DD-1E41-AF7B-B6B40879477C}" vid="{83FEE5BC-27A4-954C-A20E-3F2E0DF30EC5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4505</TotalTime>
  <Words>1683</Words>
  <Application>Microsoft Macintosh PowerPoint</Application>
  <PresentationFormat>Widescreen</PresentationFormat>
  <Paragraphs>227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21</vt:i4>
      </vt:variant>
    </vt:vector>
  </HeadingPairs>
  <TitlesOfParts>
    <vt:vector size="40" baseType="lpstr">
      <vt:lpstr>.AppleSystemUIFont</vt:lpstr>
      <vt:lpstr>Aptos</vt:lpstr>
      <vt:lpstr>Arial</vt:lpstr>
      <vt:lpstr>HelvNeue Light for IBM</vt:lpstr>
      <vt:lpstr>IBM Plex Sans</vt:lpstr>
      <vt:lpstr>IBM Plex Sans ExtLt</vt:lpstr>
      <vt:lpstr>IBM Plex Sans Light</vt:lpstr>
      <vt:lpstr>Wingdings</vt:lpstr>
      <vt:lpstr>1_IBM presentation template</vt:lpstr>
      <vt:lpstr>IBM presentation template</vt:lpstr>
      <vt:lpstr>7_IBM 2019 Master template (black background)</vt:lpstr>
      <vt:lpstr>IBM 2019 Master template (black background)</vt:lpstr>
      <vt:lpstr>2_IBM 2020 Master template (black background)</vt:lpstr>
      <vt:lpstr>blk_background_2017</vt:lpstr>
      <vt:lpstr>17_IBM 2019 Master template (black background)</vt:lpstr>
      <vt:lpstr>19_IBM 2019 Master template (black background)</vt:lpstr>
      <vt:lpstr>IBM presentation enablement template</vt:lpstr>
      <vt:lpstr>3_IBM Brand Template 2022</vt:lpstr>
      <vt:lpstr>9_IBM 2019 Master template (black background)</vt:lpstr>
      <vt:lpstr>Snowflake Migration Pipeline DevOps &amp; CI/CD Demo</vt:lpstr>
      <vt:lpstr>Agenda</vt:lpstr>
      <vt:lpstr>Architecture Overview</vt:lpstr>
      <vt:lpstr>Project Structure (banking/)</vt:lpstr>
      <vt:lpstr>Schemachange: Migration Types</vt:lpstr>
      <vt:lpstr>Versioned Migration Sequence</vt:lpstr>
      <vt:lpstr>CI/CD Pipeline Stages</vt:lpstr>
      <vt:lpstr>Git Branching Strategy</vt:lpstr>
      <vt:lpstr>Deployment Workflow</vt:lpstr>
      <vt:lpstr>Data Flow: Medallion Architecture</vt:lpstr>
      <vt:lpstr>ETL Orchestration</vt:lpstr>
      <vt:lpstr>Governance &amp; Data Quality</vt:lpstr>
      <vt:lpstr>Secrets &amp; Authentication</vt:lpstr>
      <vt:lpstr>Environment Management</vt:lpstr>
      <vt:lpstr>Rollback &amp; Recovery</vt:lpstr>
      <vt:lpstr>Monitoring &amp; Incident Response</vt:lpstr>
      <vt:lpstr>Testing Strategy</vt:lpstr>
      <vt:lpstr>Tech Stack</vt:lpstr>
      <vt:lpstr>Live Demo Steps</vt:lpstr>
      <vt:lpstr>Key Takeaways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Sujay Som</cp:lastModifiedBy>
  <cp:revision>77</cp:revision>
  <dcterms:created xsi:type="dcterms:W3CDTF">2024-07-22T18:48:20Z</dcterms:created>
  <dcterms:modified xsi:type="dcterms:W3CDTF">2026-07-24T00:31:17Z</dcterms:modified>
</cp:coreProperties>
</file>